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3" r:id="rId4"/>
    <p:sldMasterId id="2147483674" r:id="rId5"/>
  </p:sldMasterIdLst>
  <p:notesMasterIdLst>
    <p:notesMasterId r:id="rId6"/>
  </p:notesMasterIdLst>
  <p:sldIdLst>
    <p:sldId id="256" r:id="rId35"/>
    <p:sldId id="257" r:id="rId36"/>
    <p:sldId id="258" r:id="rId37"/>
    <p:sldId id="259" r:id="rId38"/>
    <p:sldId id="260" r:id="rId39"/>
    <p:sldId id="261" r:id="rId40"/>
    <p:sldId id="262" r:id="rId41"/>
    <p:sldId id="263" r:id="rId42"/>
    <p:sldId id="264" r:id="rId43"/>
    <p:sldId id="265" r:id="rId44"/>
    <p:sldId id="266" r:id="rId45"/>
    <p:sldId id="267" r:id="rId46"/>
    <p:sldId id="268" r:id="rId34"/>
    <p:sldId id="269" r:id="rId33"/>
    <p:sldId id="270" r:id="rId32"/>
    <p:sldId id="271" r:id="rId31"/>
    <p:sldId id="272" r:id="rId30"/>
    <p:sldId id="273" r:id="rId29"/>
  </p:sldIdLst>
  <p:sldSz cy="5143500" cx="9144000"/>
  <p:notesSz cx="6858000" cy="9144000"/>
  <p:embeddedFontLst>
    <p:embeddedFont>
      <p:font typeface="Raleway"/>
      <p:regular r:id="rId47"/>
      <p:bold r:id="rId48"/>
      <p:italic r:id="rId49"/>
      <p:boldItalic r:id="rId50"/>
    </p:embeddedFont>
    <p:embeddedFont>
      <p:font typeface="Proxima Nova"/>
      <p:regular r:id="rId51"/>
      <p:bold r:id="rId52"/>
      <p:italic r:id="rId53"/>
      <p:boldItalic r:id="rId54"/>
    </p:embeddedFont>
    <p:embeddedFont>
      <p:font typeface="Roboto Medium"/>
      <p:regular r:id="rId55"/>
      <p:bold r:id="rId56"/>
      <p:italic r:id="rId57"/>
      <p:boldItalic r:id="rId58"/>
    </p:embeddedFont>
    <p:embeddedFont>
      <p:font typeface="Amatic SC"/>
      <p:regular r:id="rId59"/>
      <p:bold r:id="rId60"/>
    </p:embeddedFont>
    <p:embeddedFont>
      <p:font typeface="Cabin"/>
      <p:regular r:id="rId61"/>
      <p:bold r:id="rId62"/>
      <p:italic r:id="rId63"/>
      <p:boldItalic r:id="rId64"/>
    </p:embeddedFont>
    <p:embeddedFont>
      <p:font typeface="Paytone One"/>
      <p:regular r:id="rId65"/>
    </p:embeddedFont>
    <p:embeddedFont>
      <p:font typeface="Proxima Nova Semibold"/>
      <p:regular r:id="rId66"/>
      <p:bold r:id="rId67"/>
      <p:boldItalic r:id="rId68"/>
    </p:embeddedFont>
    <p:embeddedFont>
      <p:font typeface="Nanum Gothic"/>
      <p:regular r:id="rId69"/>
      <p:bold r:id="rId70"/>
    </p:embeddedFont>
    <p:embeddedFont>
      <p:font typeface="Open Sans"/>
      <p:regular r:id="rId71"/>
      <p:bold r:id="rId72"/>
      <p:italic r:id="rId73"/>
      <p:boldItalic r:id="rId7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1360676-FC1D-4813-9C7A-D1655A5118BE}">
  <a:tblStyle styleId="{51360676-FC1D-4813-9C7A-D1655A5118BE}"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4B207771-6E49-4809-92DE-D7EDE40BEC60}" styleName="Table_1">
    <a:wholeTbl>
      <a:tcTxStyle>
        <a:font>
          <a:latin typeface="Arial"/>
          <a:ea typeface="Arial"/>
          <a:cs typeface="Arial"/>
        </a:font>
        <a:srgbClr val="000000"/>
      </a:tcTxStyle>
      <a:tcStyle>
        <a:tcBdr>
          <a:left>
            <a:ln cap="flat" cmpd="sng" w="9525">
              <a:solidFill>
                <a:srgbClr val="000000"/>
              </a:solidFill>
              <a:prstDash val="solid"/>
              <a:round/>
              <a:headEnd len="sm" w="sm" type="none"/>
              <a:tailEnd len="sm" w="sm" type="none"/>
            </a:ln>
          </a:left>
          <a:right>
            <a:ln cap="flat" cmpd="sng" w="9525">
              <a:solidFill>
                <a:srgbClr val="000000"/>
              </a:solidFill>
              <a:prstDash val="solid"/>
              <a:round/>
              <a:headEnd len="sm" w="sm" type="none"/>
              <a:tailEnd len="sm" w="sm" type="none"/>
            </a:ln>
          </a:right>
          <a:top>
            <a:ln cap="flat" cmpd="sng" w="9525">
              <a:solidFill>
                <a:srgbClr val="000000"/>
              </a:solidFill>
              <a:prstDash val="solid"/>
              <a:round/>
              <a:headEnd len="sm" w="sm" type="none"/>
              <a:tailEnd len="sm" w="sm" type="none"/>
            </a:ln>
          </a:top>
          <a:bottom>
            <a:ln cap="flat" cmpd="sng" w="9525">
              <a:solidFill>
                <a:srgbClr val="000000"/>
              </a:solidFill>
              <a:prstDash val="solid"/>
              <a:round/>
              <a:headEnd len="sm" w="sm" type="none"/>
              <a:tailEnd len="sm" w="sm" type="none"/>
            </a:ln>
          </a:bottom>
          <a:insideH>
            <a:ln cap="flat" cmpd="sng" w="9525">
              <a:solidFill>
                <a:srgbClr val="000000"/>
              </a:solidFill>
              <a:prstDash val="solid"/>
              <a:round/>
              <a:headEnd len="sm" w="sm" type="none"/>
              <a:tailEnd len="sm" w="sm" type="none"/>
            </a:ln>
          </a:insideH>
          <a:insideV>
            <a:ln cap="flat" cmpd="sng" w="9525">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18.xml"/><Relationship Id="rId30" Type="http://schemas.openxmlformats.org/officeDocument/2006/relationships/slide" Target="slides/slide17.xml"/><Relationship Id="rId31" Type="http://schemas.openxmlformats.org/officeDocument/2006/relationships/slide" Target="slides/slide16.xml"/><Relationship Id="rId32" Type="http://schemas.openxmlformats.org/officeDocument/2006/relationships/slide" Target="slides/slide15.xml"/><Relationship Id="rId33" Type="http://schemas.openxmlformats.org/officeDocument/2006/relationships/slide" Target="slides/slide14.xml"/><Relationship Id="rId34" Type="http://schemas.openxmlformats.org/officeDocument/2006/relationships/slide" Target="slides/slide13.xml"/><Relationship Id="rId35" Type="http://schemas.openxmlformats.org/officeDocument/2006/relationships/slide" Target="slides/slide1.xml"/><Relationship Id="rId36" Type="http://schemas.openxmlformats.org/officeDocument/2006/relationships/slide" Target="slides/slide2.xml"/><Relationship Id="rId37" Type="http://schemas.openxmlformats.org/officeDocument/2006/relationships/slide" Target="slides/slide3.xml"/><Relationship Id="rId38" Type="http://schemas.openxmlformats.org/officeDocument/2006/relationships/slide" Target="slides/slide4.xml"/><Relationship Id="rId39" Type="http://schemas.openxmlformats.org/officeDocument/2006/relationships/slide" Target="slides/slide5.xml"/><Relationship Id="rId40" Type="http://schemas.openxmlformats.org/officeDocument/2006/relationships/slide" Target="slides/slide6.xml"/><Relationship Id="rId41" Type="http://schemas.openxmlformats.org/officeDocument/2006/relationships/slide" Target="slides/slide7.xml"/><Relationship Id="rId42" Type="http://schemas.openxmlformats.org/officeDocument/2006/relationships/slide" Target="slides/slide8.xml"/><Relationship Id="rId43" Type="http://schemas.openxmlformats.org/officeDocument/2006/relationships/slide" Target="slides/slide9.xml"/><Relationship Id="rId44" Type="http://schemas.openxmlformats.org/officeDocument/2006/relationships/slide" Target="slides/slide10.xml"/><Relationship Id="rId45" Type="http://schemas.openxmlformats.org/officeDocument/2006/relationships/slide" Target="slides/slide11.xml"/><Relationship Id="rId46" Type="http://schemas.openxmlformats.org/officeDocument/2006/relationships/slide" Target="slides/slide12.xml"/><Relationship Id="rId47" Type="http://schemas.openxmlformats.org/officeDocument/2006/relationships/font" Target="fonts/Raleway-regular.fntdata"/><Relationship Id="rId48" Type="http://schemas.openxmlformats.org/officeDocument/2006/relationships/font" Target="fonts/Raleway-bold.fntdata"/><Relationship Id="rId49" Type="http://schemas.openxmlformats.org/officeDocument/2006/relationships/font" Target="fonts/Raleway-italic.fntdata"/><Relationship Id="rId50" Type="http://schemas.openxmlformats.org/officeDocument/2006/relationships/font" Target="fonts/Raleway-boldItalic.fntdata"/><Relationship Id="rId51" Type="http://schemas.openxmlformats.org/officeDocument/2006/relationships/font" Target="fonts/ProximaNova-regular.fntdata"/><Relationship Id="rId52" Type="http://schemas.openxmlformats.org/officeDocument/2006/relationships/font" Target="fonts/ProximaNova-bold.fntdata"/><Relationship Id="rId53" Type="http://schemas.openxmlformats.org/officeDocument/2006/relationships/font" Target="fonts/ProximaNova-italic.fntdata"/><Relationship Id="rId54" Type="http://schemas.openxmlformats.org/officeDocument/2006/relationships/font" Target="fonts/ProximaNova-boldItalic.fntdata"/><Relationship Id="rId55" Type="http://schemas.openxmlformats.org/officeDocument/2006/relationships/font" Target="fonts/RobotoMedium-regular.fntdata"/><Relationship Id="rId56" Type="http://schemas.openxmlformats.org/officeDocument/2006/relationships/font" Target="fonts/RobotoMedium-bold.fntdata"/><Relationship Id="rId57" Type="http://schemas.openxmlformats.org/officeDocument/2006/relationships/font" Target="fonts/RobotoMedium-italic.fntdata"/><Relationship Id="rId58" Type="http://schemas.openxmlformats.org/officeDocument/2006/relationships/font" Target="fonts/RobotoMedium-boldItalic.fntdata"/><Relationship Id="rId59" Type="http://schemas.openxmlformats.org/officeDocument/2006/relationships/font" Target="fonts/AmaticSC-regular.fntdata"/><Relationship Id="rId60" Type="http://schemas.openxmlformats.org/officeDocument/2006/relationships/font" Target="fonts/AmaticSC-bold.fntdata"/><Relationship Id="rId61" Type="http://schemas.openxmlformats.org/officeDocument/2006/relationships/font" Target="fonts/Cabin-regular.fntdata"/><Relationship Id="rId62" Type="http://schemas.openxmlformats.org/officeDocument/2006/relationships/font" Target="fonts/Cabin-bold.fntdata"/><Relationship Id="rId63" Type="http://schemas.openxmlformats.org/officeDocument/2006/relationships/font" Target="fonts/Cabin-italic.fntdata"/><Relationship Id="rId64" Type="http://schemas.openxmlformats.org/officeDocument/2006/relationships/font" Target="fonts/Cabin-boldItalic.fntdata"/><Relationship Id="rId65" Type="http://schemas.openxmlformats.org/officeDocument/2006/relationships/font" Target="fonts/PaytoneOne-regular.fntdata"/><Relationship Id="rId66" Type="http://schemas.openxmlformats.org/officeDocument/2006/relationships/font" Target="fonts/ProximaNovaSemibold-regular.fntdata"/><Relationship Id="rId67" Type="http://schemas.openxmlformats.org/officeDocument/2006/relationships/font" Target="fonts/ProximaNovaSemibold-bold.fntdata"/><Relationship Id="rId68" Type="http://schemas.openxmlformats.org/officeDocument/2006/relationships/font" Target="fonts/ProximaNovaSemibold-boldItalic.fntdata"/><Relationship Id="rId69" Type="http://schemas.openxmlformats.org/officeDocument/2006/relationships/font" Target="fonts/NanumGothic-regular.fntdata"/><Relationship Id="rId70" Type="http://schemas.openxmlformats.org/officeDocument/2006/relationships/font" Target="fonts/NanumGothic-bold.fntdata"/><Relationship Id="rId71" Type="http://schemas.openxmlformats.org/officeDocument/2006/relationships/font" Target="fonts/OpenSans-regular.fntdata"/><Relationship Id="rId72" Type="http://schemas.openxmlformats.org/officeDocument/2006/relationships/font" Target="fonts/OpenSans-bold.fntdata"/><Relationship Id="rId73" Type="http://schemas.openxmlformats.org/officeDocument/2006/relationships/font" Target="fonts/OpenSans-italic.fntdata"/><Relationship Id="rId74" Type="http://schemas.openxmlformats.org/officeDocument/2006/relationships/font" Target="fonts/OpenSans-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Good morning. My project is topic two, patient's sickness prediction. The question is simple: from the values a doctor records at a routine check-up, can a model tell whether a patient has cardiovascular disease? And just as important: how good is it really, compared with what doctors already use?</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Cardiovascular diseases are the world's leading cause of death: about 17.9 million people a year. Many of those deaths can be delayed if patients at risk are found early. So the objective is a model that uses one examination's values to detect the disease. Three questions guide the evaluation. First, what does machine learning add over what a doctor already has: a blood-pressure threshold and a standard risk score? Second, how much do data-handling choices change the result? Third, can the predictions be trusted?</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dataset has seventy thousand patients. For each, eleven values: age, sex, height, weight, the two blood-pressure readings, cholesterol and glucose in three levels, and three yes-or-no answers about smoking, alcohol and physical activity. Half the patients have cardiovascular disease. Two warnings from the start: we don't know where the data comes from, and we don't know how disease was defined. I come back to both at the end.</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first finding came before any model. About two percent of the records hold blood pressures no living person can have: sixteen thousand, minus one hundred and fifty, zero. They are not random. Most are typing errors with a pattern: an extra zero, centimetres of mercury instead of millimetres, a stray minus sign, or the two readings swapped. I compared dropping these records with repairing them by rule. Either way the effect is dramatic: in the raw data systolic pressure barely correlates with the diagnosis, 0.05. After cleaning it is the strongest predictor, 0.43.</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Here is the clean data, on the training patients only. The disease rate climbs steadily with systolic pressure, from about a quarter below 120 to 86 percent at 160 and above. It almost triples with age, rises with weight, and three quarters of patients with very high cholesterol have the disease. The lifestyle answers barely move it, and two point the wrong way: smokers and drinkers have slightly less disease.</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That is the smoking paradox. Smoking causes heart disease, so I checked for a confounder. Almost only men smoke in this data, so I compared within men, age group by age group. The paradox survives: smokers have less disease at every age. The likely reason is how the data was collected. Diagnosis and answers come from the same visit, and patients who were diagnosed have usually been told to quit. Two consequences: this is detection of existing disease, not prediction of future disease, and every effect we find is an association, not a cause.</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Now the models. Everything was tuned with five-fold cross-validation on the training patients, and these accuracies are on 13,722 test patients the models never saw. At the bottom, the Framingham score as published: 64.6 percent. It was built for a different question, a first event within ten years, and it does not transfer. The guideline rule, systolic at least 130, already gets 71.3. Logistic regression 72.6. Random forest, the neural network and gradient boosting are tied, around 73.5. The best is gradient boosting: 73.6 percent, AUC 0.804. Machine learning helps, but by about two points.</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On unseen patients, gradient boosting reaches an AUC of 0.804, with a confidence interval from 0.797 to 0.811, and 73.6 percent accuracy, the same as in cross-validation, so it did not overfit. The most concrete way to see the gain: at exactly the rule's specificity, the model finds 301 more of the 6,785 diseased patients. And the learning curve is flat, so more data of the same kind would not help: the ceiling is set by what the examination records.</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What does the model rely on? Scramble the blood-pressure features and the AUC drops by 0.21. Age and cholesterol follow, at 0.036 and 0.030. Glucose, the lifestyle answers and sex add almost nothing. The shape matters too: predicted risk stays around a third below 125, jumps to 84 percent by 150, and then stays flat. It works like a switch at the guideline's thresholds, which is exactly what a straight-line model cannot capture.</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Since the gains are small, I also built something a doctor can use with a pen. Four factors, and each band earns whole points: age, systolic pressure, BMI and cholesterol. I left out the lifestyle answers, because in this data they would earn negative points, and no one can hand out a score that rewards smoking. Add up the points and the total maps to a risk. This card reaches an AUC of 0.793, the same as logistic regression on all fifteen features, and only 0.011 below the best model.</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Back to the second question. Papers on this same dataset report 88 and even 94.5 percent. I reproduced three common mistakes. Choosing the luckiest of 50 random splits barely matters: 73.4. Oversampling with SMOTE before splitting puts near-copies of training patients into the test set: 86.7 percent. Scoring a model on its own training patients gives 99.9. Same data, same models, only the evaluation changed. I cannot know what those papers did, but on this data an accuracy far above 74 percent should be read as a sign of leakage.</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Third question: can the risks be trusted? The model is well calibrated: patients given 20 percent have the disease about 20 percent of the time. Women and men are served equally. It is weaker for patients over 60, an AUC of 0.72 against 0.84 under 50, because most older patients have high pressure and most have the disease. And in a check-up population where one patient in five is sick, only 44 percent of flagged patients would really have it. So a positive result means: worth a closer look, not a diagnosis.</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last section of the notebook turns the model into a check of a new patient. It saves the model, then assesses an examination in two lines. It rejects impossible readings, with the same rules as the cleaning, and returns the risk, the verdict at two cut-offs, one for accuracy and one for screening, and the clinical points with their breakdown. Here a 62-year-old man with stage 2 hypertension and high cholesterol gets 87 percent.</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To conclude. Machine learning adds something real but small: two points over the guideline rule, and the ceiling of about 74 percent is set by the data. Data handling matters more than the algorithm: cleaning rescues linear models, and leakage can manufacture almost any accuracy. And the predictions are trustworthy within limits. The main limitations: this detects existing disease and cannot forecast, the data's source and diagnosis definition are unknown, and treatment is not recorded. The next step would be data from a known clinic, followed over time.</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Thank you. I am happy to take questions.</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Backup. Every candidate scored once on the test patients, with bootstrap intervals for the AUC and the cross-validated AUC for comparison. Gradient boosting's lead over random forest and the neural network is under 0.002: statistically detectable, clinically meaningless.</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Backup. Gradient boosting is unaffected by the cleaning strategy; logistic regression loses 0.017 AUC on the raw data. Repairing and dropping give the same result.</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Backup. Calibrated in every group: the mean predicted risk is within 1.5 points of the observed share. Discrimination falls with age, and at the 0.5 cut-off older patients are mostly flagged.</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p:nvPr/>
        </p:nvSpPr>
        <p:spPr>
          <a:xfrm rot="5400000">
            <a:off x="320000" y="-1440525"/>
            <a:ext cx="1727100" cy="2745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0" name="Google Shape;10;p2"/>
          <p:cNvSpPr/>
          <p:nvPr/>
        </p:nvSpPr>
        <p:spPr>
          <a:xfrm rot="10800000">
            <a:off x="8603150" y="0"/>
            <a:ext cx="1105800" cy="17580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nvGrpSpPr>
          <p:cNvPr id="11" name="Google Shape;11;p2"/>
          <p:cNvGrpSpPr/>
          <p:nvPr/>
        </p:nvGrpSpPr>
        <p:grpSpPr>
          <a:xfrm>
            <a:off x="7858386" y="4140601"/>
            <a:ext cx="1617386" cy="1624770"/>
            <a:chOff x="3992334" y="189904"/>
            <a:chExt cx="1116902" cy="1122001"/>
          </a:xfrm>
        </p:grpSpPr>
        <p:sp>
          <p:nvSpPr>
            <p:cNvPr id="12" name="Google Shape;12;p2"/>
            <p:cNvSpPr/>
            <p:nvPr/>
          </p:nvSpPr>
          <p:spPr>
            <a:xfrm>
              <a:off x="3992334" y="804551"/>
              <a:ext cx="232750" cy="403568"/>
            </a:xfrm>
            <a:custGeom>
              <a:rect b="b" l="l" r="r" t="t"/>
              <a:pathLst>
                <a:path extrusionOk="0" h="3799" w="2191">
                  <a:moveTo>
                    <a:pt x="0" y="1"/>
                  </a:moveTo>
                  <a:cubicBezTo>
                    <a:pt x="36" y="227"/>
                    <a:pt x="60" y="441"/>
                    <a:pt x="107" y="667"/>
                  </a:cubicBezTo>
                  <a:lnTo>
                    <a:pt x="1667" y="3382"/>
                  </a:lnTo>
                  <a:cubicBezTo>
                    <a:pt x="1834" y="3525"/>
                    <a:pt x="2012" y="3680"/>
                    <a:pt x="2191" y="3799"/>
                  </a:cubicBez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3998602" y="619923"/>
              <a:ext cx="396025" cy="671692"/>
            </a:xfrm>
            <a:custGeom>
              <a:rect b="b" l="l" r="r" t="t"/>
              <a:pathLst>
                <a:path extrusionOk="0" h="6323" w="3728">
                  <a:moveTo>
                    <a:pt x="96" y="0"/>
                  </a:moveTo>
                  <a:cubicBezTo>
                    <a:pt x="48" y="96"/>
                    <a:pt x="13" y="215"/>
                    <a:pt x="1" y="334"/>
                  </a:cubicBezTo>
                  <a:lnTo>
                    <a:pt x="3382" y="6203"/>
                  </a:lnTo>
                  <a:cubicBezTo>
                    <a:pt x="3489" y="6251"/>
                    <a:pt x="3608" y="6275"/>
                    <a:pt x="3727" y="6323"/>
                  </a:cubicBezTo>
                  <a:lnTo>
                    <a:pt x="9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a:off x="4040350" y="490854"/>
              <a:ext cx="484515" cy="821052"/>
            </a:xfrm>
            <a:custGeom>
              <a:rect b="b" l="l" r="r" t="t"/>
              <a:pathLst>
                <a:path extrusionOk="0" h="7729" w="4561">
                  <a:moveTo>
                    <a:pt x="108" y="1"/>
                  </a:moveTo>
                  <a:cubicBezTo>
                    <a:pt x="84" y="84"/>
                    <a:pt x="36" y="168"/>
                    <a:pt x="1" y="263"/>
                  </a:cubicBezTo>
                  <a:lnTo>
                    <a:pt x="4275" y="7716"/>
                  </a:lnTo>
                  <a:cubicBezTo>
                    <a:pt x="4370" y="7728"/>
                    <a:pt x="4477" y="7728"/>
                    <a:pt x="4561" y="7728"/>
                  </a:cubicBezTo>
                  <a:lnTo>
                    <a:pt x="1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a:off x="4101114" y="393547"/>
              <a:ext cx="542623" cy="915809"/>
            </a:xfrm>
            <a:custGeom>
              <a:rect b="b" l="l" r="r" t="t"/>
              <a:pathLst>
                <a:path extrusionOk="0" h="8621" w="5108">
                  <a:moveTo>
                    <a:pt x="167" y="0"/>
                  </a:moveTo>
                  <a:cubicBezTo>
                    <a:pt x="107" y="60"/>
                    <a:pt x="48" y="131"/>
                    <a:pt x="0" y="191"/>
                  </a:cubicBezTo>
                  <a:lnTo>
                    <a:pt x="4858" y="8620"/>
                  </a:lnTo>
                  <a:cubicBezTo>
                    <a:pt x="4941" y="8596"/>
                    <a:pt x="5025" y="8596"/>
                    <a:pt x="5108" y="8585"/>
                  </a:cubicBezTo>
                  <a:lnTo>
                    <a:pt x="16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4175687" y="316318"/>
              <a:ext cx="573111" cy="969030"/>
            </a:xfrm>
            <a:custGeom>
              <a:rect b="b" l="l" r="r" t="t"/>
              <a:pathLst>
                <a:path extrusionOk="0" h="9122" w="5395">
                  <a:moveTo>
                    <a:pt x="179" y="1"/>
                  </a:moveTo>
                  <a:cubicBezTo>
                    <a:pt x="120" y="60"/>
                    <a:pt x="60" y="96"/>
                    <a:pt x="1" y="156"/>
                  </a:cubicBezTo>
                  <a:lnTo>
                    <a:pt x="5168" y="9121"/>
                  </a:lnTo>
                  <a:cubicBezTo>
                    <a:pt x="5239" y="9085"/>
                    <a:pt x="5311" y="9073"/>
                    <a:pt x="5394" y="9050"/>
                  </a:cubicBezTo>
                  <a:lnTo>
                    <a:pt x="17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4259184" y="256935"/>
              <a:ext cx="581928" cy="986664"/>
            </a:xfrm>
            <a:custGeom>
              <a:rect b="b" l="l" r="r" t="t"/>
              <a:pathLst>
                <a:path extrusionOk="0" h="9288" w="5478">
                  <a:moveTo>
                    <a:pt x="215" y="0"/>
                  </a:moveTo>
                  <a:cubicBezTo>
                    <a:pt x="167" y="24"/>
                    <a:pt x="143" y="48"/>
                    <a:pt x="108" y="60"/>
                  </a:cubicBezTo>
                  <a:cubicBezTo>
                    <a:pt x="84" y="84"/>
                    <a:pt x="36" y="107"/>
                    <a:pt x="0" y="119"/>
                  </a:cubicBezTo>
                  <a:lnTo>
                    <a:pt x="5275" y="9287"/>
                  </a:lnTo>
                  <a:cubicBezTo>
                    <a:pt x="5299" y="9275"/>
                    <a:pt x="5346" y="9251"/>
                    <a:pt x="5382" y="9228"/>
                  </a:cubicBezTo>
                  <a:cubicBezTo>
                    <a:pt x="5406" y="9216"/>
                    <a:pt x="5454" y="9192"/>
                    <a:pt x="5477" y="9168"/>
                  </a:cubicBezTo>
                  <a:lnTo>
                    <a:pt x="21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2"/>
            <p:cNvSpPr/>
            <p:nvPr/>
          </p:nvSpPr>
          <p:spPr>
            <a:xfrm>
              <a:off x="4354047" y="216462"/>
              <a:ext cx="573005" cy="968924"/>
            </a:xfrm>
            <a:custGeom>
              <a:rect b="b" l="l" r="r" t="t"/>
              <a:pathLst>
                <a:path extrusionOk="0" h="9121" w="5394">
                  <a:moveTo>
                    <a:pt x="227" y="0"/>
                  </a:moveTo>
                  <a:cubicBezTo>
                    <a:pt x="155" y="12"/>
                    <a:pt x="84" y="48"/>
                    <a:pt x="0" y="72"/>
                  </a:cubicBezTo>
                  <a:lnTo>
                    <a:pt x="5215" y="9120"/>
                  </a:lnTo>
                  <a:cubicBezTo>
                    <a:pt x="5275" y="9073"/>
                    <a:pt x="5334" y="9013"/>
                    <a:pt x="5394" y="8954"/>
                  </a:cubicBezTo>
                  <a:lnTo>
                    <a:pt x="22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2"/>
            <p:cNvSpPr/>
            <p:nvPr/>
          </p:nvSpPr>
          <p:spPr>
            <a:xfrm>
              <a:off x="4459003" y="192454"/>
              <a:ext cx="542729" cy="915809"/>
            </a:xfrm>
            <a:custGeom>
              <a:rect b="b" l="l" r="r" t="t"/>
              <a:pathLst>
                <a:path extrusionOk="0" h="8621" w="5109">
                  <a:moveTo>
                    <a:pt x="251" y="0"/>
                  </a:moveTo>
                  <a:cubicBezTo>
                    <a:pt x="167" y="0"/>
                    <a:pt x="72" y="12"/>
                    <a:pt x="1" y="36"/>
                  </a:cubicBezTo>
                  <a:lnTo>
                    <a:pt x="4942" y="8620"/>
                  </a:lnTo>
                  <a:cubicBezTo>
                    <a:pt x="5001" y="8561"/>
                    <a:pt x="5049" y="8489"/>
                    <a:pt x="5108" y="8406"/>
                  </a:cubicBezTo>
                  <a:lnTo>
                    <a:pt x="25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4575431" y="189904"/>
              <a:ext cx="485790" cy="819671"/>
            </a:xfrm>
            <a:custGeom>
              <a:rect b="b" l="l" r="r" t="t"/>
              <a:pathLst>
                <a:path extrusionOk="0" h="7716" w="4573">
                  <a:moveTo>
                    <a:pt x="0" y="0"/>
                  </a:moveTo>
                  <a:lnTo>
                    <a:pt x="4453" y="7715"/>
                  </a:lnTo>
                  <a:cubicBezTo>
                    <a:pt x="4501" y="7632"/>
                    <a:pt x="4548" y="7549"/>
                    <a:pt x="4572" y="7465"/>
                  </a:cubicBezTo>
                  <a:lnTo>
                    <a:pt x="286" y="12"/>
                  </a:lnTo>
                  <a:cubicBezTo>
                    <a:pt x="179" y="0"/>
                    <a:pt x="95" y="0"/>
                    <a:pt x="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4708218" y="211363"/>
              <a:ext cx="394644" cy="671692"/>
            </a:xfrm>
            <a:custGeom>
              <a:rect b="b" l="l" r="r" t="t"/>
              <a:pathLst>
                <a:path extrusionOk="0" h="6323" w="3715">
                  <a:moveTo>
                    <a:pt x="0" y="1"/>
                  </a:moveTo>
                  <a:lnTo>
                    <a:pt x="3632" y="6323"/>
                  </a:lnTo>
                  <a:cubicBezTo>
                    <a:pt x="3667" y="6204"/>
                    <a:pt x="3679" y="6085"/>
                    <a:pt x="3715" y="5989"/>
                  </a:cubicBezTo>
                  <a:lnTo>
                    <a:pt x="334" y="120"/>
                  </a:lnTo>
                  <a:cubicBezTo>
                    <a:pt x="226" y="72"/>
                    <a:pt x="119" y="36"/>
                    <a:pt x="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4876380" y="293585"/>
              <a:ext cx="232856" cy="403568"/>
            </a:xfrm>
            <a:custGeom>
              <a:rect b="b" l="l" r="r" t="t"/>
              <a:pathLst>
                <a:path extrusionOk="0" h="3799" w="2192">
                  <a:moveTo>
                    <a:pt x="1" y="1"/>
                  </a:moveTo>
                  <a:lnTo>
                    <a:pt x="2191" y="3799"/>
                  </a:lnTo>
                  <a:cubicBezTo>
                    <a:pt x="2168" y="3572"/>
                    <a:pt x="2132" y="3346"/>
                    <a:pt x="2084" y="3144"/>
                  </a:cubicBezTo>
                  <a:lnTo>
                    <a:pt x="525" y="429"/>
                  </a:lnTo>
                  <a:cubicBezTo>
                    <a:pt x="358" y="274"/>
                    <a:pt x="179" y="120"/>
                    <a:pt x="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 name="Google Shape;23;p2"/>
          <p:cNvGrpSpPr/>
          <p:nvPr/>
        </p:nvGrpSpPr>
        <p:grpSpPr>
          <a:xfrm>
            <a:off x="-45478" y="4162264"/>
            <a:ext cx="1105788" cy="1058857"/>
            <a:chOff x="4252810" y="2035226"/>
            <a:chExt cx="624951" cy="598394"/>
          </a:xfrm>
        </p:grpSpPr>
        <p:sp>
          <p:nvSpPr>
            <p:cNvPr id="24" name="Google Shape;24;p2"/>
            <p:cNvSpPr/>
            <p:nvPr/>
          </p:nvSpPr>
          <p:spPr>
            <a:xfrm>
              <a:off x="4252810" y="2035226"/>
              <a:ext cx="38137" cy="39305"/>
            </a:xfrm>
            <a:custGeom>
              <a:rect b="b" l="l" r="r" t="t"/>
              <a:pathLst>
                <a:path extrusionOk="0" h="370" w="359">
                  <a:moveTo>
                    <a:pt x="180" y="0"/>
                  </a:moveTo>
                  <a:cubicBezTo>
                    <a:pt x="84" y="0"/>
                    <a:pt x="1" y="84"/>
                    <a:pt x="1" y="191"/>
                  </a:cubicBezTo>
                  <a:cubicBezTo>
                    <a:pt x="1" y="286"/>
                    <a:pt x="84" y="369"/>
                    <a:pt x="180" y="369"/>
                  </a:cubicBezTo>
                  <a:cubicBezTo>
                    <a:pt x="287" y="369"/>
                    <a:pt x="358" y="286"/>
                    <a:pt x="358" y="191"/>
                  </a:cubicBezTo>
                  <a:cubicBezTo>
                    <a:pt x="358" y="96"/>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4351498" y="2035226"/>
              <a:ext cx="38030" cy="39305"/>
            </a:xfrm>
            <a:custGeom>
              <a:rect b="b" l="l" r="r" t="t"/>
              <a:pathLst>
                <a:path extrusionOk="0" h="370" w="358">
                  <a:moveTo>
                    <a:pt x="179" y="0"/>
                  </a:moveTo>
                  <a:cubicBezTo>
                    <a:pt x="72" y="0"/>
                    <a:pt x="1" y="84"/>
                    <a:pt x="1" y="191"/>
                  </a:cubicBezTo>
                  <a:cubicBezTo>
                    <a:pt x="1" y="286"/>
                    <a:pt x="72" y="369"/>
                    <a:pt x="179" y="369"/>
                  </a:cubicBezTo>
                  <a:cubicBezTo>
                    <a:pt x="286" y="369"/>
                    <a:pt x="358" y="286"/>
                    <a:pt x="358" y="191"/>
                  </a:cubicBezTo>
                  <a:cubicBezTo>
                    <a:pt x="358" y="96"/>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4448911" y="2035226"/>
              <a:ext cx="38030" cy="39305"/>
            </a:xfrm>
            <a:custGeom>
              <a:rect b="b" l="l" r="r" t="t"/>
              <a:pathLst>
                <a:path extrusionOk="0" h="370" w="358">
                  <a:moveTo>
                    <a:pt x="179" y="0"/>
                  </a:moveTo>
                  <a:cubicBezTo>
                    <a:pt x="84" y="0"/>
                    <a:pt x="0" y="84"/>
                    <a:pt x="0" y="191"/>
                  </a:cubicBezTo>
                  <a:cubicBezTo>
                    <a:pt x="0" y="286"/>
                    <a:pt x="84" y="369"/>
                    <a:pt x="179" y="369"/>
                  </a:cubicBezTo>
                  <a:cubicBezTo>
                    <a:pt x="286" y="369"/>
                    <a:pt x="358" y="286"/>
                    <a:pt x="358" y="191"/>
                  </a:cubicBezTo>
                  <a:cubicBezTo>
                    <a:pt x="358" y="96"/>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4547599" y="2035226"/>
              <a:ext cx="38030" cy="39305"/>
            </a:xfrm>
            <a:custGeom>
              <a:rect b="b" l="l" r="r" t="t"/>
              <a:pathLst>
                <a:path extrusionOk="0" h="370" w="358">
                  <a:moveTo>
                    <a:pt x="179" y="0"/>
                  </a:moveTo>
                  <a:cubicBezTo>
                    <a:pt x="72" y="0"/>
                    <a:pt x="0" y="84"/>
                    <a:pt x="0" y="191"/>
                  </a:cubicBezTo>
                  <a:cubicBezTo>
                    <a:pt x="0" y="286"/>
                    <a:pt x="72" y="369"/>
                    <a:pt x="179" y="369"/>
                  </a:cubicBezTo>
                  <a:cubicBezTo>
                    <a:pt x="286" y="369"/>
                    <a:pt x="357" y="286"/>
                    <a:pt x="357" y="191"/>
                  </a:cubicBezTo>
                  <a:cubicBezTo>
                    <a:pt x="357" y="96"/>
                    <a:pt x="262"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4643630" y="2035226"/>
              <a:ext cx="38137" cy="39305"/>
            </a:xfrm>
            <a:custGeom>
              <a:rect b="b" l="l" r="r" t="t"/>
              <a:pathLst>
                <a:path extrusionOk="0" h="370" w="359">
                  <a:moveTo>
                    <a:pt x="180" y="0"/>
                  </a:moveTo>
                  <a:cubicBezTo>
                    <a:pt x="72" y="0"/>
                    <a:pt x="1" y="84"/>
                    <a:pt x="1" y="191"/>
                  </a:cubicBezTo>
                  <a:cubicBezTo>
                    <a:pt x="1" y="286"/>
                    <a:pt x="72" y="369"/>
                    <a:pt x="180" y="369"/>
                  </a:cubicBezTo>
                  <a:cubicBezTo>
                    <a:pt x="287" y="369"/>
                    <a:pt x="358" y="286"/>
                    <a:pt x="358" y="191"/>
                  </a:cubicBezTo>
                  <a:cubicBezTo>
                    <a:pt x="358" y="96"/>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4742318" y="2035226"/>
              <a:ext cx="38030" cy="39305"/>
            </a:xfrm>
            <a:custGeom>
              <a:rect b="b" l="l" r="r" t="t"/>
              <a:pathLst>
                <a:path extrusionOk="0" h="370" w="358">
                  <a:moveTo>
                    <a:pt x="179" y="0"/>
                  </a:moveTo>
                  <a:cubicBezTo>
                    <a:pt x="72" y="0"/>
                    <a:pt x="1" y="84"/>
                    <a:pt x="1" y="191"/>
                  </a:cubicBezTo>
                  <a:cubicBezTo>
                    <a:pt x="1" y="286"/>
                    <a:pt x="72" y="369"/>
                    <a:pt x="179" y="369"/>
                  </a:cubicBezTo>
                  <a:cubicBezTo>
                    <a:pt x="275" y="369"/>
                    <a:pt x="358" y="286"/>
                    <a:pt x="358" y="191"/>
                  </a:cubicBezTo>
                  <a:cubicBezTo>
                    <a:pt x="358" y="96"/>
                    <a:pt x="275"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2"/>
            <p:cNvSpPr/>
            <p:nvPr/>
          </p:nvSpPr>
          <p:spPr>
            <a:xfrm>
              <a:off x="4839731" y="2035226"/>
              <a:ext cx="38030" cy="39305"/>
            </a:xfrm>
            <a:custGeom>
              <a:rect b="b" l="l" r="r" t="t"/>
              <a:pathLst>
                <a:path extrusionOk="0" h="370" w="358">
                  <a:moveTo>
                    <a:pt x="179" y="0"/>
                  </a:moveTo>
                  <a:cubicBezTo>
                    <a:pt x="72" y="0"/>
                    <a:pt x="0" y="84"/>
                    <a:pt x="0" y="191"/>
                  </a:cubicBezTo>
                  <a:cubicBezTo>
                    <a:pt x="0" y="286"/>
                    <a:pt x="72" y="369"/>
                    <a:pt x="179" y="369"/>
                  </a:cubicBezTo>
                  <a:cubicBezTo>
                    <a:pt x="286" y="369"/>
                    <a:pt x="358" y="286"/>
                    <a:pt x="358" y="191"/>
                  </a:cubicBezTo>
                  <a:cubicBezTo>
                    <a:pt x="358" y="96"/>
                    <a:pt x="274"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a:off x="4252810" y="2147829"/>
              <a:ext cx="38137" cy="38030"/>
            </a:xfrm>
            <a:custGeom>
              <a:rect b="b" l="l" r="r" t="t"/>
              <a:pathLst>
                <a:path extrusionOk="0" h="358" w="359">
                  <a:moveTo>
                    <a:pt x="180" y="0"/>
                  </a:moveTo>
                  <a:cubicBezTo>
                    <a:pt x="84" y="0"/>
                    <a:pt x="1" y="83"/>
                    <a:pt x="1" y="179"/>
                  </a:cubicBezTo>
                  <a:cubicBezTo>
                    <a:pt x="1" y="286"/>
                    <a:pt x="84" y="357"/>
                    <a:pt x="180" y="357"/>
                  </a:cubicBezTo>
                  <a:cubicBezTo>
                    <a:pt x="287" y="357"/>
                    <a:pt x="358" y="286"/>
                    <a:pt x="358" y="179"/>
                  </a:cubicBezTo>
                  <a:cubicBezTo>
                    <a:pt x="358" y="83"/>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4351498" y="2147829"/>
              <a:ext cx="38030" cy="38030"/>
            </a:xfrm>
            <a:custGeom>
              <a:rect b="b" l="l" r="r" t="t"/>
              <a:pathLst>
                <a:path extrusionOk="0" h="358" w="358">
                  <a:moveTo>
                    <a:pt x="179" y="0"/>
                  </a:moveTo>
                  <a:cubicBezTo>
                    <a:pt x="72" y="0"/>
                    <a:pt x="1" y="83"/>
                    <a:pt x="1" y="179"/>
                  </a:cubicBezTo>
                  <a:cubicBezTo>
                    <a:pt x="1" y="286"/>
                    <a:pt x="72" y="357"/>
                    <a:pt x="179" y="357"/>
                  </a:cubicBezTo>
                  <a:cubicBezTo>
                    <a:pt x="286" y="357"/>
                    <a:pt x="358" y="286"/>
                    <a:pt x="358" y="179"/>
                  </a:cubicBezTo>
                  <a:cubicBezTo>
                    <a:pt x="358" y="83"/>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4448911" y="2147829"/>
              <a:ext cx="38030" cy="38030"/>
            </a:xfrm>
            <a:custGeom>
              <a:rect b="b" l="l" r="r" t="t"/>
              <a:pathLst>
                <a:path extrusionOk="0" h="358" w="358">
                  <a:moveTo>
                    <a:pt x="179" y="0"/>
                  </a:moveTo>
                  <a:cubicBezTo>
                    <a:pt x="84" y="0"/>
                    <a:pt x="0" y="83"/>
                    <a:pt x="0" y="179"/>
                  </a:cubicBezTo>
                  <a:cubicBezTo>
                    <a:pt x="0" y="286"/>
                    <a:pt x="84" y="357"/>
                    <a:pt x="179" y="357"/>
                  </a:cubicBezTo>
                  <a:cubicBezTo>
                    <a:pt x="286" y="357"/>
                    <a:pt x="358" y="286"/>
                    <a:pt x="358" y="179"/>
                  </a:cubicBezTo>
                  <a:cubicBezTo>
                    <a:pt x="358" y="83"/>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a:off x="4547599" y="2147829"/>
              <a:ext cx="38030" cy="38030"/>
            </a:xfrm>
            <a:custGeom>
              <a:rect b="b" l="l" r="r" t="t"/>
              <a:pathLst>
                <a:path extrusionOk="0" h="358" w="358">
                  <a:moveTo>
                    <a:pt x="179" y="0"/>
                  </a:moveTo>
                  <a:cubicBezTo>
                    <a:pt x="72" y="0"/>
                    <a:pt x="0" y="83"/>
                    <a:pt x="0" y="179"/>
                  </a:cubicBezTo>
                  <a:cubicBezTo>
                    <a:pt x="0" y="286"/>
                    <a:pt x="72" y="357"/>
                    <a:pt x="179" y="357"/>
                  </a:cubicBezTo>
                  <a:cubicBezTo>
                    <a:pt x="286" y="357"/>
                    <a:pt x="357" y="286"/>
                    <a:pt x="357" y="179"/>
                  </a:cubicBezTo>
                  <a:cubicBezTo>
                    <a:pt x="357" y="83"/>
                    <a:pt x="262"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a:off x="4643630" y="2147829"/>
              <a:ext cx="38137" cy="38030"/>
            </a:xfrm>
            <a:custGeom>
              <a:rect b="b" l="l" r="r" t="t"/>
              <a:pathLst>
                <a:path extrusionOk="0" h="358" w="359">
                  <a:moveTo>
                    <a:pt x="180" y="0"/>
                  </a:moveTo>
                  <a:cubicBezTo>
                    <a:pt x="72" y="0"/>
                    <a:pt x="1" y="83"/>
                    <a:pt x="1" y="179"/>
                  </a:cubicBezTo>
                  <a:cubicBezTo>
                    <a:pt x="1" y="286"/>
                    <a:pt x="72" y="357"/>
                    <a:pt x="180" y="357"/>
                  </a:cubicBezTo>
                  <a:cubicBezTo>
                    <a:pt x="287" y="357"/>
                    <a:pt x="358" y="286"/>
                    <a:pt x="358" y="179"/>
                  </a:cubicBezTo>
                  <a:cubicBezTo>
                    <a:pt x="358" y="83"/>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
            <p:cNvSpPr/>
            <p:nvPr/>
          </p:nvSpPr>
          <p:spPr>
            <a:xfrm>
              <a:off x="4742318" y="2147829"/>
              <a:ext cx="38030" cy="38030"/>
            </a:xfrm>
            <a:custGeom>
              <a:rect b="b" l="l" r="r" t="t"/>
              <a:pathLst>
                <a:path extrusionOk="0" h="358" w="358">
                  <a:moveTo>
                    <a:pt x="179" y="0"/>
                  </a:moveTo>
                  <a:cubicBezTo>
                    <a:pt x="72" y="0"/>
                    <a:pt x="1" y="83"/>
                    <a:pt x="1" y="179"/>
                  </a:cubicBezTo>
                  <a:cubicBezTo>
                    <a:pt x="1" y="286"/>
                    <a:pt x="72" y="357"/>
                    <a:pt x="179" y="357"/>
                  </a:cubicBezTo>
                  <a:cubicBezTo>
                    <a:pt x="275" y="357"/>
                    <a:pt x="358" y="286"/>
                    <a:pt x="358" y="179"/>
                  </a:cubicBezTo>
                  <a:cubicBezTo>
                    <a:pt x="358" y="83"/>
                    <a:pt x="275"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a:off x="4839731" y="2147829"/>
              <a:ext cx="38030" cy="38030"/>
            </a:xfrm>
            <a:custGeom>
              <a:rect b="b" l="l" r="r" t="t"/>
              <a:pathLst>
                <a:path extrusionOk="0" h="358" w="358">
                  <a:moveTo>
                    <a:pt x="179" y="0"/>
                  </a:moveTo>
                  <a:cubicBezTo>
                    <a:pt x="72" y="0"/>
                    <a:pt x="0" y="83"/>
                    <a:pt x="0" y="179"/>
                  </a:cubicBezTo>
                  <a:cubicBezTo>
                    <a:pt x="0" y="286"/>
                    <a:pt x="72" y="357"/>
                    <a:pt x="179" y="357"/>
                  </a:cubicBezTo>
                  <a:cubicBezTo>
                    <a:pt x="286" y="357"/>
                    <a:pt x="358" y="286"/>
                    <a:pt x="358" y="179"/>
                  </a:cubicBezTo>
                  <a:cubicBezTo>
                    <a:pt x="358" y="83"/>
                    <a:pt x="274"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
            <p:cNvSpPr/>
            <p:nvPr/>
          </p:nvSpPr>
          <p:spPr>
            <a:xfrm>
              <a:off x="4252810" y="2260327"/>
              <a:ext cx="38137" cy="38030"/>
            </a:xfrm>
            <a:custGeom>
              <a:rect b="b" l="l" r="r" t="t"/>
              <a:pathLst>
                <a:path extrusionOk="0" h="358" w="359">
                  <a:moveTo>
                    <a:pt x="180" y="1"/>
                  </a:moveTo>
                  <a:cubicBezTo>
                    <a:pt x="84" y="1"/>
                    <a:pt x="1" y="72"/>
                    <a:pt x="1" y="179"/>
                  </a:cubicBezTo>
                  <a:cubicBezTo>
                    <a:pt x="1" y="286"/>
                    <a:pt x="84" y="358"/>
                    <a:pt x="180" y="358"/>
                  </a:cubicBezTo>
                  <a:cubicBezTo>
                    <a:pt x="287" y="358"/>
                    <a:pt x="358" y="286"/>
                    <a:pt x="358" y="179"/>
                  </a:cubicBezTo>
                  <a:cubicBezTo>
                    <a:pt x="358" y="72"/>
                    <a:pt x="287" y="1"/>
                    <a:pt x="1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a:off x="4351498" y="2260327"/>
              <a:ext cx="38030" cy="38030"/>
            </a:xfrm>
            <a:custGeom>
              <a:rect b="b" l="l" r="r" t="t"/>
              <a:pathLst>
                <a:path extrusionOk="0" h="358" w="358">
                  <a:moveTo>
                    <a:pt x="179" y="1"/>
                  </a:moveTo>
                  <a:cubicBezTo>
                    <a:pt x="72" y="1"/>
                    <a:pt x="1" y="72"/>
                    <a:pt x="1" y="179"/>
                  </a:cubicBezTo>
                  <a:cubicBezTo>
                    <a:pt x="1" y="286"/>
                    <a:pt x="72" y="358"/>
                    <a:pt x="179" y="358"/>
                  </a:cubicBezTo>
                  <a:cubicBezTo>
                    <a:pt x="286" y="358"/>
                    <a:pt x="358" y="286"/>
                    <a:pt x="358" y="179"/>
                  </a:cubicBezTo>
                  <a:cubicBezTo>
                    <a:pt x="358" y="72"/>
                    <a:pt x="286"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2"/>
            <p:cNvSpPr/>
            <p:nvPr/>
          </p:nvSpPr>
          <p:spPr>
            <a:xfrm>
              <a:off x="4448911" y="2260327"/>
              <a:ext cx="38030" cy="38030"/>
            </a:xfrm>
            <a:custGeom>
              <a:rect b="b" l="l" r="r" t="t"/>
              <a:pathLst>
                <a:path extrusionOk="0" h="358" w="358">
                  <a:moveTo>
                    <a:pt x="179" y="1"/>
                  </a:moveTo>
                  <a:cubicBezTo>
                    <a:pt x="84" y="1"/>
                    <a:pt x="0" y="72"/>
                    <a:pt x="0" y="179"/>
                  </a:cubicBezTo>
                  <a:cubicBezTo>
                    <a:pt x="0" y="286"/>
                    <a:pt x="84" y="358"/>
                    <a:pt x="179" y="358"/>
                  </a:cubicBezTo>
                  <a:cubicBezTo>
                    <a:pt x="286" y="358"/>
                    <a:pt x="358" y="286"/>
                    <a:pt x="358" y="179"/>
                  </a:cubicBezTo>
                  <a:cubicBezTo>
                    <a:pt x="358" y="72"/>
                    <a:pt x="286"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a:off x="4547599" y="2260327"/>
              <a:ext cx="38030" cy="38030"/>
            </a:xfrm>
            <a:custGeom>
              <a:rect b="b" l="l" r="r" t="t"/>
              <a:pathLst>
                <a:path extrusionOk="0" h="358" w="358">
                  <a:moveTo>
                    <a:pt x="179" y="1"/>
                  </a:moveTo>
                  <a:cubicBezTo>
                    <a:pt x="72" y="1"/>
                    <a:pt x="0" y="72"/>
                    <a:pt x="0" y="179"/>
                  </a:cubicBezTo>
                  <a:cubicBezTo>
                    <a:pt x="0" y="286"/>
                    <a:pt x="72" y="358"/>
                    <a:pt x="179" y="358"/>
                  </a:cubicBezTo>
                  <a:cubicBezTo>
                    <a:pt x="286" y="358"/>
                    <a:pt x="357" y="286"/>
                    <a:pt x="357" y="179"/>
                  </a:cubicBezTo>
                  <a:cubicBezTo>
                    <a:pt x="357" y="72"/>
                    <a:pt x="262"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4643630" y="2260327"/>
              <a:ext cx="38137" cy="38030"/>
            </a:xfrm>
            <a:custGeom>
              <a:rect b="b" l="l" r="r" t="t"/>
              <a:pathLst>
                <a:path extrusionOk="0" h="358" w="359">
                  <a:moveTo>
                    <a:pt x="180" y="1"/>
                  </a:moveTo>
                  <a:cubicBezTo>
                    <a:pt x="72" y="1"/>
                    <a:pt x="1" y="72"/>
                    <a:pt x="1" y="179"/>
                  </a:cubicBezTo>
                  <a:cubicBezTo>
                    <a:pt x="1" y="286"/>
                    <a:pt x="72" y="358"/>
                    <a:pt x="180" y="358"/>
                  </a:cubicBezTo>
                  <a:cubicBezTo>
                    <a:pt x="287" y="358"/>
                    <a:pt x="358" y="286"/>
                    <a:pt x="358" y="179"/>
                  </a:cubicBezTo>
                  <a:cubicBezTo>
                    <a:pt x="358" y="72"/>
                    <a:pt x="287" y="1"/>
                    <a:pt x="1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a:off x="4742318" y="2260327"/>
              <a:ext cx="38030" cy="38030"/>
            </a:xfrm>
            <a:custGeom>
              <a:rect b="b" l="l" r="r" t="t"/>
              <a:pathLst>
                <a:path extrusionOk="0" h="358" w="358">
                  <a:moveTo>
                    <a:pt x="179" y="1"/>
                  </a:moveTo>
                  <a:cubicBezTo>
                    <a:pt x="72" y="1"/>
                    <a:pt x="1" y="72"/>
                    <a:pt x="1" y="179"/>
                  </a:cubicBezTo>
                  <a:cubicBezTo>
                    <a:pt x="1" y="286"/>
                    <a:pt x="72" y="358"/>
                    <a:pt x="179" y="358"/>
                  </a:cubicBezTo>
                  <a:cubicBezTo>
                    <a:pt x="275" y="358"/>
                    <a:pt x="358" y="286"/>
                    <a:pt x="358" y="179"/>
                  </a:cubicBezTo>
                  <a:cubicBezTo>
                    <a:pt x="358" y="72"/>
                    <a:pt x="275"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4839731" y="2260327"/>
              <a:ext cx="38030" cy="38030"/>
            </a:xfrm>
            <a:custGeom>
              <a:rect b="b" l="l" r="r" t="t"/>
              <a:pathLst>
                <a:path extrusionOk="0" h="358" w="358">
                  <a:moveTo>
                    <a:pt x="179" y="1"/>
                  </a:moveTo>
                  <a:cubicBezTo>
                    <a:pt x="72" y="1"/>
                    <a:pt x="0" y="72"/>
                    <a:pt x="0" y="179"/>
                  </a:cubicBezTo>
                  <a:cubicBezTo>
                    <a:pt x="0" y="286"/>
                    <a:pt x="72" y="358"/>
                    <a:pt x="179" y="358"/>
                  </a:cubicBezTo>
                  <a:cubicBezTo>
                    <a:pt x="286" y="358"/>
                    <a:pt x="358" y="286"/>
                    <a:pt x="358" y="179"/>
                  </a:cubicBezTo>
                  <a:cubicBezTo>
                    <a:pt x="358" y="72"/>
                    <a:pt x="274"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a:off x="4252810" y="2371656"/>
              <a:ext cx="38137" cy="38030"/>
            </a:xfrm>
            <a:custGeom>
              <a:rect b="b" l="l" r="r" t="t"/>
              <a:pathLst>
                <a:path extrusionOk="0" h="358" w="359">
                  <a:moveTo>
                    <a:pt x="180" y="0"/>
                  </a:moveTo>
                  <a:cubicBezTo>
                    <a:pt x="84" y="0"/>
                    <a:pt x="1" y="72"/>
                    <a:pt x="1" y="179"/>
                  </a:cubicBezTo>
                  <a:cubicBezTo>
                    <a:pt x="1" y="274"/>
                    <a:pt x="84" y="358"/>
                    <a:pt x="180" y="358"/>
                  </a:cubicBezTo>
                  <a:cubicBezTo>
                    <a:pt x="287" y="358"/>
                    <a:pt x="358" y="274"/>
                    <a:pt x="358" y="179"/>
                  </a:cubicBezTo>
                  <a:cubicBezTo>
                    <a:pt x="358" y="84"/>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2"/>
            <p:cNvSpPr/>
            <p:nvPr/>
          </p:nvSpPr>
          <p:spPr>
            <a:xfrm>
              <a:off x="4351498" y="2371656"/>
              <a:ext cx="38030" cy="38030"/>
            </a:xfrm>
            <a:custGeom>
              <a:rect b="b" l="l" r="r" t="t"/>
              <a:pathLst>
                <a:path extrusionOk="0" h="358" w="358">
                  <a:moveTo>
                    <a:pt x="179" y="0"/>
                  </a:moveTo>
                  <a:cubicBezTo>
                    <a:pt x="72" y="0"/>
                    <a:pt x="1" y="72"/>
                    <a:pt x="1" y="179"/>
                  </a:cubicBezTo>
                  <a:cubicBezTo>
                    <a:pt x="1" y="274"/>
                    <a:pt x="72" y="358"/>
                    <a:pt x="179" y="358"/>
                  </a:cubicBezTo>
                  <a:cubicBezTo>
                    <a:pt x="286" y="358"/>
                    <a:pt x="358" y="274"/>
                    <a:pt x="358" y="179"/>
                  </a:cubicBezTo>
                  <a:cubicBezTo>
                    <a:pt x="358" y="84"/>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2"/>
            <p:cNvSpPr/>
            <p:nvPr/>
          </p:nvSpPr>
          <p:spPr>
            <a:xfrm>
              <a:off x="4448911" y="2371656"/>
              <a:ext cx="38030" cy="38030"/>
            </a:xfrm>
            <a:custGeom>
              <a:rect b="b" l="l" r="r" t="t"/>
              <a:pathLst>
                <a:path extrusionOk="0" h="358" w="358">
                  <a:moveTo>
                    <a:pt x="179" y="0"/>
                  </a:moveTo>
                  <a:cubicBezTo>
                    <a:pt x="84" y="0"/>
                    <a:pt x="0" y="72"/>
                    <a:pt x="0" y="179"/>
                  </a:cubicBezTo>
                  <a:cubicBezTo>
                    <a:pt x="0" y="274"/>
                    <a:pt x="84" y="358"/>
                    <a:pt x="179" y="358"/>
                  </a:cubicBezTo>
                  <a:cubicBezTo>
                    <a:pt x="286" y="358"/>
                    <a:pt x="358" y="274"/>
                    <a:pt x="358" y="179"/>
                  </a:cubicBezTo>
                  <a:cubicBezTo>
                    <a:pt x="358" y="84"/>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2"/>
            <p:cNvSpPr/>
            <p:nvPr/>
          </p:nvSpPr>
          <p:spPr>
            <a:xfrm>
              <a:off x="4547599" y="2371656"/>
              <a:ext cx="38030" cy="38030"/>
            </a:xfrm>
            <a:custGeom>
              <a:rect b="b" l="l" r="r" t="t"/>
              <a:pathLst>
                <a:path extrusionOk="0" h="358" w="358">
                  <a:moveTo>
                    <a:pt x="179" y="0"/>
                  </a:moveTo>
                  <a:cubicBezTo>
                    <a:pt x="72" y="0"/>
                    <a:pt x="0" y="72"/>
                    <a:pt x="0" y="179"/>
                  </a:cubicBezTo>
                  <a:cubicBezTo>
                    <a:pt x="0" y="274"/>
                    <a:pt x="72" y="358"/>
                    <a:pt x="179" y="358"/>
                  </a:cubicBezTo>
                  <a:cubicBezTo>
                    <a:pt x="286" y="358"/>
                    <a:pt x="357" y="274"/>
                    <a:pt x="357" y="179"/>
                  </a:cubicBezTo>
                  <a:cubicBezTo>
                    <a:pt x="357" y="84"/>
                    <a:pt x="262"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2"/>
            <p:cNvSpPr/>
            <p:nvPr/>
          </p:nvSpPr>
          <p:spPr>
            <a:xfrm>
              <a:off x="4643630" y="2371656"/>
              <a:ext cx="38137" cy="38030"/>
            </a:xfrm>
            <a:custGeom>
              <a:rect b="b" l="l" r="r" t="t"/>
              <a:pathLst>
                <a:path extrusionOk="0" h="358" w="359">
                  <a:moveTo>
                    <a:pt x="180" y="0"/>
                  </a:moveTo>
                  <a:cubicBezTo>
                    <a:pt x="72" y="0"/>
                    <a:pt x="1" y="72"/>
                    <a:pt x="1" y="179"/>
                  </a:cubicBezTo>
                  <a:cubicBezTo>
                    <a:pt x="1" y="274"/>
                    <a:pt x="72" y="358"/>
                    <a:pt x="180" y="358"/>
                  </a:cubicBezTo>
                  <a:cubicBezTo>
                    <a:pt x="287" y="358"/>
                    <a:pt x="358" y="274"/>
                    <a:pt x="358" y="179"/>
                  </a:cubicBezTo>
                  <a:cubicBezTo>
                    <a:pt x="358" y="84"/>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2"/>
            <p:cNvSpPr/>
            <p:nvPr/>
          </p:nvSpPr>
          <p:spPr>
            <a:xfrm>
              <a:off x="4742318" y="2371656"/>
              <a:ext cx="38030" cy="38030"/>
            </a:xfrm>
            <a:custGeom>
              <a:rect b="b" l="l" r="r" t="t"/>
              <a:pathLst>
                <a:path extrusionOk="0" h="358" w="358">
                  <a:moveTo>
                    <a:pt x="179" y="0"/>
                  </a:moveTo>
                  <a:cubicBezTo>
                    <a:pt x="72" y="0"/>
                    <a:pt x="1" y="72"/>
                    <a:pt x="1" y="179"/>
                  </a:cubicBezTo>
                  <a:cubicBezTo>
                    <a:pt x="1" y="274"/>
                    <a:pt x="72" y="358"/>
                    <a:pt x="179" y="358"/>
                  </a:cubicBezTo>
                  <a:cubicBezTo>
                    <a:pt x="275" y="358"/>
                    <a:pt x="358" y="274"/>
                    <a:pt x="358" y="179"/>
                  </a:cubicBezTo>
                  <a:cubicBezTo>
                    <a:pt x="358" y="84"/>
                    <a:pt x="275"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2"/>
            <p:cNvSpPr/>
            <p:nvPr/>
          </p:nvSpPr>
          <p:spPr>
            <a:xfrm>
              <a:off x="4839731" y="2371656"/>
              <a:ext cx="38030" cy="38030"/>
            </a:xfrm>
            <a:custGeom>
              <a:rect b="b" l="l" r="r" t="t"/>
              <a:pathLst>
                <a:path extrusionOk="0" h="358" w="358">
                  <a:moveTo>
                    <a:pt x="179" y="0"/>
                  </a:moveTo>
                  <a:cubicBezTo>
                    <a:pt x="72" y="0"/>
                    <a:pt x="0" y="72"/>
                    <a:pt x="0" y="179"/>
                  </a:cubicBezTo>
                  <a:cubicBezTo>
                    <a:pt x="0" y="274"/>
                    <a:pt x="72" y="358"/>
                    <a:pt x="179" y="358"/>
                  </a:cubicBezTo>
                  <a:cubicBezTo>
                    <a:pt x="286" y="358"/>
                    <a:pt x="358" y="274"/>
                    <a:pt x="358" y="179"/>
                  </a:cubicBezTo>
                  <a:cubicBezTo>
                    <a:pt x="358" y="84"/>
                    <a:pt x="274"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2"/>
            <p:cNvSpPr/>
            <p:nvPr/>
          </p:nvSpPr>
          <p:spPr>
            <a:xfrm>
              <a:off x="4252810" y="2482985"/>
              <a:ext cx="38137" cy="38030"/>
            </a:xfrm>
            <a:custGeom>
              <a:rect b="b" l="l" r="r" t="t"/>
              <a:pathLst>
                <a:path extrusionOk="0" h="358" w="359">
                  <a:moveTo>
                    <a:pt x="180" y="0"/>
                  </a:moveTo>
                  <a:cubicBezTo>
                    <a:pt x="84" y="0"/>
                    <a:pt x="1" y="72"/>
                    <a:pt x="1" y="179"/>
                  </a:cubicBezTo>
                  <a:cubicBezTo>
                    <a:pt x="1" y="286"/>
                    <a:pt x="84" y="357"/>
                    <a:pt x="180" y="357"/>
                  </a:cubicBezTo>
                  <a:cubicBezTo>
                    <a:pt x="287" y="357"/>
                    <a:pt x="358" y="286"/>
                    <a:pt x="358" y="179"/>
                  </a:cubicBezTo>
                  <a:cubicBezTo>
                    <a:pt x="358" y="84"/>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2"/>
            <p:cNvSpPr/>
            <p:nvPr/>
          </p:nvSpPr>
          <p:spPr>
            <a:xfrm>
              <a:off x="4351498" y="2482985"/>
              <a:ext cx="38030" cy="38030"/>
            </a:xfrm>
            <a:custGeom>
              <a:rect b="b" l="l" r="r" t="t"/>
              <a:pathLst>
                <a:path extrusionOk="0" h="358" w="358">
                  <a:moveTo>
                    <a:pt x="179" y="0"/>
                  </a:moveTo>
                  <a:cubicBezTo>
                    <a:pt x="72" y="0"/>
                    <a:pt x="1" y="72"/>
                    <a:pt x="1" y="179"/>
                  </a:cubicBezTo>
                  <a:cubicBezTo>
                    <a:pt x="1" y="286"/>
                    <a:pt x="72" y="357"/>
                    <a:pt x="179" y="357"/>
                  </a:cubicBezTo>
                  <a:cubicBezTo>
                    <a:pt x="286" y="357"/>
                    <a:pt x="358" y="286"/>
                    <a:pt x="358" y="179"/>
                  </a:cubicBezTo>
                  <a:cubicBezTo>
                    <a:pt x="358" y="84"/>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2"/>
            <p:cNvSpPr/>
            <p:nvPr/>
          </p:nvSpPr>
          <p:spPr>
            <a:xfrm>
              <a:off x="4448911" y="2482985"/>
              <a:ext cx="38030" cy="38030"/>
            </a:xfrm>
            <a:custGeom>
              <a:rect b="b" l="l" r="r" t="t"/>
              <a:pathLst>
                <a:path extrusionOk="0" h="358" w="358">
                  <a:moveTo>
                    <a:pt x="179" y="0"/>
                  </a:moveTo>
                  <a:cubicBezTo>
                    <a:pt x="84" y="0"/>
                    <a:pt x="0" y="72"/>
                    <a:pt x="0" y="179"/>
                  </a:cubicBezTo>
                  <a:cubicBezTo>
                    <a:pt x="0" y="286"/>
                    <a:pt x="84" y="357"/>
                    <a:pt x="179" y="357"/>
                  </a:cubicBezTo>
                  <a:cubicBezTo>
                    <a:pt x="286" y="357"/>
                    <a:pt x="358" y="286"/>
                    <a:pt x="358" y="179"/>
                  </a:cubicBezTo>
                  <a:cubicBezTo>
                    <a:pt x="358" y="84"/>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2"/>
            <p:cNvSpPr/>
            <p:nvPr/>
          </p:nvSpPr>
          <p:spPr>
            <a:xfrm>
              <a:off x="4547599" y="2482985"/>
              <a:ext cx="38030" cy="38030"/>
            </a:xfrm>
            <a:custGeom>
              <a:rect b="b" l="l" r="r" t="t"/>
              <a:pathLst>
                <a:path extrusionOk="0" h="358" w="358">
                  <a:moveTo>
                    <a:pt x="179" y="0"/>
                  </a:moveTo>
                  <a:cubicBezTo>
                    <a:pt x="72" y="0"/>
                    <a:pt x="0" y="72"/>
                    <a:pt x="0" y="179"/>
                  </a:cubicBezTo>
                  <a:cubicBezTo>
                    <a:pt x="0" y="286"/>
                    <a:pt x="72" y="357"/>
                    <a:pt x="179" y="357"/>
                  </a:cubicBezTo>
                  <a:cubicBezTo>
                    <a:pt x="286" y="357"/>
                    <a:pt x="357" y="286"/>
                    <a:pt x="357" y="179"/>
                  </a:cubicBezTo>
                  <a:cubicBezTo>
                    <a:pt x="357" y="84"/>
                    <a:pt x="262"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2"/>
            <p:cNvSpPr/>
            <p:nvPr/>
          </p:nvSpPr>
          <p:spPr>
            <a:xfrm>
              <a:off x="4643630" y="2482985"/>
              <a:ext cx="38137" cy="38030"/>
            </a:xfrm>
            <a:custGeom>
              <a:rect b="b" l="l" r="r" t="t"/>
              <a:pathLst>
                <a:path extrusionOk="0" h="358" w="359">
                  <a:moveTo>
                    <a:pt x="180" y="0"/>
                  </a:moveTo>
                  <a:cubicBezTo>
                    <a:pt x="72" y="0"/>
                    <a:pt x="1" y="72"/>
                    <a:pt x="1" y="179"/>
                  </a:cubicBezTo>
                  <a:cubicBezTo>
                    <a:pt x="1" y="286"/>
                    <a:pt x="72" y="357"/>
                    <a:pt x="180" y="357"/>
                  </a:cubicBezTo>
                  <a:cubicBezTo>
                    <a:pt x="287" y="357"/>
                    <a:pt x="358" y="286"/>
                    <a:pt x="358" y="179"/>
                  </a:cubicBezTo>
                  <a:cubicBezTo>
                    <a:pt x="358" y="84"/>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2"/>
            <p:cNvSpPr/>
            <p:nvPr/>
          </p:nvSpPr>
          <p:spPr>
            <a:xfrm>
              <a:off x="4742318" y="2482985"/>
              <a:ext cx="38030" cy="38030"/>
            </a:xfrm>
            <a:custGeom>
              <a:rect b="b" l="l" r="r" t="t"/>
              <a:pathLst>
                <a:path extrusionOk="0" h="358" w="358">
                  <a:moveTo>
                    <a:pt x="179" y="0"/>
                  </a:moveTo>
                  <a:cubicBezTo>
                    <a:pt x="72" y="0"/>
                    <a:pt x="1" y="72"/>
                    <a:pt x="1" y="179"/>
                  </a:cubicBezTo>
                  <a:cubicBezTo>
                    <a:pt x="1" y="286"/>
                    <a:pt x="72" y="357"/>
                    <a:pt x="179" y="357"/>
                  </a:cubicBezTo>
                  <a:cubicBezTo>
                    <a:pt x="275" y="357"/>
                    <a:pt x="358" y="286"/>
                    <a:pt x="358" y="179"/>
                  </a:cubicBezTo>
                  <a:cubicBezTo>
                    <a:pt x="358" y="84"/>
                    <a:pt x="275"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2"/>
            <p:cNvSpPr/>
            <p:nvPr/>
          </p:nvSpPr>
          <p:spPr>
            <a:xfrm>
              <a:off x="4839731" y="2482985"/>
              <a:ext cx="38030" cy="38030"/>
            </a:xfrm>
            <a:custGeom>
              <a:rect b="b" l="l" r="r" t="t"/>
              <a:pathLst>
                <a:path extrusionOk="0" h="358" w="358">
                  <a:moveTo>
                    <a:pt x="179" y="0"/>
                  </a:moveTo>
                  <a:cubicBezTo>
                    <a:pt x="72" y="0"/>
                    <a:pt x="0" y="72"/>
                    <a:pt x="0" y="179"/>
                  </a:cubicBezTo>
                  <a:cubicBezTo>
                    <a:pt x="0" y="286"/>
                    <a:pt x="72" y="357"/>
                    <a:pt x="179" y="357"/>
                  </a:cubicBezTo>
                  <a:cubicBezTo>
                    <a:pt x="286" y="357"/>
                    <a:pt x="358" y="286"/>
                    <a:pt x="358" y="179"/>
                  </a:cubicBezTo>
                  <a:cubicBezTo>
                    <a:pt x="358" y="84"/>
                    <a:pt x="274"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2"/>
            <p:cNvSpPr/>
            <p:nvPr/>
          </p:nvSpPr>
          <p:spPr>
            <a:xfrm>
              <a:off x="4252810" y="2595483"/>
              <a:ext cx="38137" cy="38137"/>
            </a:xfrm>
            <a:custGeom>
              <a:rect b="b" l="l" r="r" t="t"/>
              <a:pathLst>
                <a:path extrusionOk="0" h="359" w="359">
                  <a:moveTo>
                    <a:pt x="180" y="1"/>
                  </a:moveTo>
                  <a:cubicBezTo>
                    <a:pt x="84" y="1"/>
                    <a:pt x="1" y="72"/>
                    <a:pt x="1" y="179"/>
                  </a:cubicBezTo>
                  <a:cubicBezTo>
                    <a:pt x="1" y="287"/>
                    <a:pt x="84" y="358"/>
                    <a:pt x="180" y="358"/>
                  </a:cubicBezTo>
                  <a:cubicBezTo>
                    <a:pt x="287" y="358"/>
                    <a:pt x="358" y="287"/>
                    <a:pt x="358" y="179"/>
                  </a:cubicBezTo>
                  <a:cubicBezTo>
                    <a:pt x="358" y="72"/>
                    <a:pt x="287" y="1"/>
                    <a:pt x="1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2"/>
            <p:cNvSpPr/>
            <p:nvPr/>
          </p:nvSpPr>
          <p:spPr>
            <a:xfrm>
              <a:off x="4351498" y="2595483"/>
              <a:ext cx="38030" cy="38137"/>
            </a:xfrm>
            <a:custGeom>
              <a:rect b="b" l="l" r="r" t="t"/>
              <a:pathLst>
                <a:path extrusionOk="0" h="359" w="358">
                  <a:moveTo>
                    <a:pt x="179" y="1"/>
                  </a:moveTo>
                  <a:cubicBezTo>
                    <a:pt x="72" y="1"/>
                    <a:pt x="1" y="72"/>
                    <a:pt x="1" y="179"/>
                  </a:cubicBezTo>
                  <a:cubicBezTo>
                    <a:pt x="1" y="287"/>
                    <a:pt x="72" y="358"/>
                    <a:pt x="179" y="358"/>
                  </a:cubicBezTo>
                  <a:cubicBezTo>
                    <a:pt x="286" y="358"/>
                    <a:pt x="358" y="287"/>
                    <a:pt x="358" y="179"/>
                  </a:cubicBezTo>
                  <a:cubicBezTo>
                    <a:pt x="358" y="72"/>
                    <a:pt x="286"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2"/>
            <p:cNvSpPr/>
            <p:nvPr/>
          </p:nvSpPr>
          <p:spPr>
            <a:xfrm>
              <a:off x="4448911" y="2595483"/>
              <a:ext cx="38030" cy="38137"/>
            </a:xfrm>
            <a:custGeom>
              <a:rect b="b" l="l" r="r" t="t"/>
              <a:pathLst>
                <a:path extrusionOk="0" h="359" w="358">
                  <a:moveTo>
                    <a:pt x="179" y="1"/>
                  </a:moveTo>
                  <a:cubicBezTo>
                    <a:pt x="84" y="1"/>
                    <a:pt x="0" y="72"/>
                    <a:pt x="0" y="179"/>
                  </a:cubicBezTo>
                  <a:cubicBezTo>
                    <a:pt x="0" y="287"/>
                    <a:pt x="84" y="358"/>
                    <a:pt x="179" y="358"/>
                  </a:cubicBezTo>
                  <a:cubicBezTo>
                    <a:pt x="286" y="358"/>
                    <a:pt x="358" y="287"/>
                    <a:pt x="358" y="179"/>
                  </a:cubicBezTo>
                  <a:cubicBezTo>
                    <a:pt x="358" y="72"/>
                    <a:pt x="286"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2"/>
            <p:cNvSpPr/>
            <p:nvPr/>
          </p:nvSpPr>
          <p:spPr>
            <a:xfrm>
              <a:off x="4547599" y="2595483"/>
              <a:ext cx="38030" cy="38137"/>
            </a:xfrm>
            <a:custGeom>
              <a:rect b="b" l="l" r="r" t="t"/>
              <a:pathLst>
                <a:path extrusionOk="0" h="359" w="358">
                  <a:moveTo>
                    <a:pt x="179" y="1"/>
                  </a:moveTo>
                  <a:cubicBezTo>
                    <a:pt x="72" y="1"/>
                    <a:pt x="0" y="72"/>
                    <a:pt x="0" y="179"/>
                  </a:cubicBezTo>
                  <a:cubicBezTo>
                    <a:pt x="0" y="287"/>
                    <a:pt x="72" y="358"/>
                    <a:pt x="179" y="358"/>
                  </a:cubicBezTo>
                  <a:cubicBezTo>
                    <a:pt x="286" y="358"/>
                    <a:pt x="357" y="287"/>
                    <a:pt x="357" y="179"/>
                  </a:cubicBezTo>
                  <a:cubicBezTo>
                    <a:pt x="357" y="72"/>
                    <a:pt x="262"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2"/>
            <p:cNvSpPr/>
            <p:nvPr/>
          </p:nvSpPr>
          <p:spPr>
            <a:xfrm>
              <a:off x="4643630" y="2595483"/>
              <a:ext cx="38137" cy="38137"/>
            </a:xfrm>
            <a:custGeom>
              <a:rect b="b" l="l" r="r" t="t"/>
              <a:pathLst>
                <a:path extrusionOk="0" h="359" w="359">
                  <a:moveTo>
                    <a:pt x="180" y="1"/>
                  </a:moveTo>
                  <a:cubicBezTo>
                    <a:pt x="72" y="1"/>
                    <a:pt x="1" y="72"/>
                    <a:pt x="1" y="179"/>
                  </a:cubicBezTo>
                  <a:cubicBezTo>
                    <a:pt x="1" y="287"/>
                    <a:pt x="72" y="358"/>
                    <a:pt x="180" y="358"/>
                  </a:cubicBezTo>
                  <a:cubicBezTo>
                    <a:pt x="287" y="358"/>
                    <a:pt x="358" y="287"/>
                    <a:pt x="358" y="179"/>
                  </a:cubicBezTo>
                  <a:cubicBezTo>
                    <a:pt x="358" y="72"/>
                    <a:pt x="287" y="1"/>
                    <a:pt x="1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2"/>
            <p:cNvSpPr/>
            <p:nvPr/>
          </p:nvSpPr>
          <p:spPr>
            <a:xfrm>
              <a:off x="4742318" y="2595483"/>
              <a:ext cx="38030" cy="38137"/>
            </a:xfrm>
            <a:custGeom>
              <a:rect b="b" l="l" r="r" t="t"/>
              <a:pathLst>
                <a:path extrusionOk="0" h="359" w="358">
                  <a:moveTo>
                    <a:pt x="179" y="1"/>
                  </a:moveTo>
                  <a:cubicBezTo>
                    <a:pt x="72" y="1"/>
                    <a:pt x="1" y="72"/>
                    <a:pt x="1" y="179"/>
                  </a:cubicBezTo>
                  <a:cubicBezTo>
                    <a:pt x="1" y="287"/>
                    <a:pt x="72" y="358"/>
                    <a:pt x="179" y="358"/>
                  </a:cubicBezTo>
                  <a:cubicBezTo>
                    <a:pt x="275" y="358"/>
                    <a:pt x="358" y="287"/>
                    <a:pt x="358" y="179"/>
                  </a:cubicBezTo>
                  <a:cubicBezTo>
                    <a:pt x="358" y="72"/>
                    <a:pt x="275"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2"/>
            <p:cNvSpPr/>
            <p:nvPr/>
          </p:nvSpPr>
          <p:spPr>
            <a:xfrm>
              <a:off x="4839731" y="2595483"/>
              <a:ext cx="38030" cy="38137"/>
            </a:xfrm>
            <a:custGeom>
              <a:rect b="b" l="l" r="r" t="t"/>
              <a:pathLst>
                <a:path extrusionOk="0" h="359" w="358">
                  <a:moveTo>
                    <a:pt x="179" y="1"/>
                  </a:moveTo>
                  <a:cubicBezTo>
                    <a:pt x="72" y="1"/>
                    <a:pt x="0" y="72"/>
                    <a:pt x="0" y="179"/>
                  </a:cubicBezTo>
                  <a:cubicBezTo>
                    <a:pt x="0" y="287"/>
                    <a:pt x="72" y="358"/>
                    <a:pt x="179" y="358"/>
                  </a:cubicBezTo>
                  <a:cubicBezTo>
                    <a:pt x="286" y="358"/>
                    <a:pt x="358" y="287"/>
                    <a:pt x="358" y="179"/>
                  </a:cubicBezTo>
                  <a:cubicBezTo>
                    <a:pt x="358" y="72"/>
                    <a:pt x="274"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 name="Google Shape;66;p2"/>
          <p:cNvGrpSpPr/>
          <p:nvPr/>
        </p:nvGrpSpPr>
        <p:grpSpPr>
          <a:xfrm>
            <a:off x="8864897" y="97489"/>
            <a:ext cx="1105788" cy="1058857"/>
            <a:chOff x="4252810" y="2035226"/>
            <a:chExt cx="624951" cy="598394"/>
          </a:xfrm>
        </p:grpSpPr>
        <p:sp>
          <p:nvSpPr>
            <p:cNvPr id="67" name="Google Shape;67;p2"/>
            <p:cNvSpPr/>
            <p:nvPr/>
          </p:nvSpPr>
          <p:spPr>
            <a:xfrm>
              <a:off x="4252810" y="2035226"/>
              <a:ext cx="38137" cy="39305"/>
            </a:xfrm>
            <a:custGeom>
              <a:rect b="b" l="l" r="r" t="t"/>
              <a:pathLst>
                <a:path extrusionOk="0" h="370" w="359">
                  <a:moveTo>
                    <a:pt x="180" y="0"/>
                  </a:moveTo>
                  <a:cubicBezTo>
                    <a:pt x="84" y="0"/>
                    <a:pt x="1" y="84"/>
                    <a:pt x="1" y="191"/>
                  </a:cubicBezTo>
                  <a:cubicBezTo>
                    <a:pt x="1" y="286"/>
                    <a:pt x="84" y="369"/>
                    <a:pt x="180" y="369"/>
                  </a:cubicBezTo>
                  <a:cubicBezTo>
                    <a:pt x="287" y="369"/>
                    <a:pt x="358" y="286"/>
                    <a:pt x="358" y="191"/>
                  </a:cubicBezTo>
                  <a:cubicBezTo>
                    <a:pt x="358" y="96"/>
                    <a:pt x="287" y="0"/>
                    <a:pt x="18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2"/>
            <p:cNvSpPr/>
            <p:nvPr/>
          </p:nvSpPr>
          <p:spPr>
            <a:xfrm>
              <a:off x="4351498" y="2035226"/>
              <a:ext cx="38030" cy="39305"/>
            </a:xfrm>
            <a:custGeom>
              <a:rect b="b" l="l" r="r" t="t"/>
              <a:pathLst>
                <a:path extrusionOk="0" h="370" w="358">
                  <a:moveTo>
                    <a:pt x="179" y="0"/>
                  </a:moveTo>
                  <a:cubicBezTo>
                    <a:pt x="72" y="0"/>
                    <a:pt x="1" y="84"/>
                    <a:pt x="1" y="191"/>
                  </a:cubicBezTo>
                  <a:cubicBezTo>
                    <a:pt x="1" y="286"/>
                    <a:pt x="72" y="369"/>
                    <a:pt x="179" y="369"/>
                  </a:cubicBezTo>
                  <a:cubicBezTo>
                    <a:pt x="286" y="369"/>
                    <a:pt x="358" y="286"/>
                    <a:pt x="358" y="191"/>
                  </a:cubicBezTo>
                  <a:cubicBezTo>
                    <a:pt x="358" y="96"/>
                    <a:pt x="286" y="0"/>
                    <a:pt x="17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2"/>
            <p:cNvSpPr/>
            <p:nvPr/>
          </p:nvSpPr>
          <p:spPr>
            <a:xfrm>
              <a:off x="4448911" y="2035226"/>
              <a:ext cx="38030" cy="39305"/>
            </a:xfrm>
            <a:custGeom>
              <a:rect b="b" l="l" r="r" t="t"/>
              <a:pathLst>
                <a:path extrusionOk="0" h="370" w="358">
                  <a:moveTo>
                    <a:pt x="179" y="0"/>
                  </a:moveTo>
                  <a:cubicBezTo>
                    <a:pt x="84" y="0"/>
                    <a:pt x="0" y="84"/>
                    <a:pt x="0" y="191"/>
                  </a:cubicBezTo>
                  <a:cubicBezTo>
                    <a:pt x="0" y="286"/>
                    <a:pt x="84" y="369"/>
                    <a:pt x="179" y="369"/>
                  </a:cubicBezTo>
                  <a:cubicBezTo>
                    <a:pt x="286" y="369"/>
                    <a:pt x="358" y="286"/>
                    <a:pt x="358" y="191"/>
                  </a:cubicBezTo>
                  <a:cubicBezTo>
                    <a:pt x="358" y="96"/>
                    <a:pt x="286" y="0"/>
                    <a:pt x="17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2"/>
            <p:cNvSpPr/>
            <p:nvPr/>
          </p:nvSpPr>
          <p:spPr>
            <a:xfrm>
              <a:off x="4547599" y="2035226"/>
              <a:ext cx="38030" cy="39305"/>
            </a:xfrm>
            <a:custGeom>
              <a:rect b="b" l="l" r="r" t="t"/>
              <a:pathLst>
                <a:path extrusionOk="0" h="370" w="358">
                  <a:moveTo>
                    <a:pt x="179" y="0"/>
                  </a:moveTo>
                  <a:cubicBezTo>
                    <a:pt x="72" y="0"/>
                    <a:pt x="0" y="84"/>
                    <a:pt x="0" y="191"/>
                  </a:cubicBezTo>
                  <a:cubicBezTo>
                    <a:pt x="0" y="286"/>
                    <a:pt x="72" y="369"/>
                    <a:pt x="179" y="369"/>
                  </a:cubicBezTo>
                  <a:cubicBezTo>
                    <a:pt x="286" y="369"/>
                    <a:pt x="357" y="286"/>
                    <a:pt x="357" y="191"/>
                  </a:cubicBezTo>
                  <a:cubicBezTo>
                    <a:pt x="357" y="96"/>
                    <a:pt x="262" y="0"/>
                    <a:pt x="17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2"/>
            <p:cNvSpPr/>
            <p:nvPr/>
          </p:nvSpPr>
          <p:spPr>
            <a:xfrm>
              <a:off x="4643630" y="2035226"/>
              <a:ext cx="38137" cy="39305"/>
            </a:xfrm>
            <a:custGeom>
              <a:rect b="b" l="l" r="r" t="t"/>
              <a:pathLst>
                <a:path extrusionOk="0" h="370" w="359">
                  <a:moveTo>
                    <a:pt x="180" y="0"/>
                  </a:moveTo>
                  <a:cubicBezTo>
                    <a:pt x="72" y="0"/>
                    <a:pt x="1" y="84"/>
                    <a:pt x="1" y="191"/>
                  </a:cubicBezTo>
                  <a:cubicBezTo>
                    <a:pt x="1" y="286"/>
                    <a:pt x="72" y="369"/>
                    <a:pt x="180" y="369"/>
                  </a:cubicBezTo>
                  <a:cubicBezTo>
                    <a:pt x="287" y="369"/>
                    <a:pt x="358" y="286"/>
                    <a:pt x="358" y="191"/>
                  </a:cubicBezTo>
                  <a:cubicBezTo>
                    <a:pt x="358" y="96"/>
                    <a:pt x="287" y="0"/>
                    <a:pt x="18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2"/>
            <p:cNvSpPr/>
            <p:nvPr/>
          </p:nvSpPr>
          <p:spPr>
            <a:xfrm>
              <a:off x="4742318" y="2035226"/>
              <a:ext cx="38030" cy="39305"/>
            </a:xfrm>
            <a:custGeom>
              <a:rect b="b" l="l" r="r" t="t"/>
              <a:pathLst>
                <a:path extrusionOk="0" h="370" w="358">
                  <a:moveTo>
                    <a:pt x="179" y="0"/>
                  </a:moveTo>
                  <a:cubicBezTo>
                    <a:pt x="72" y="0"/>
                    <a:pt x="1" y="84"/>
                    <a:pt x="1" y="191"/>
                  </a:cubicBezTo>
                  <a:cubicBezTo>
                    <a:pt x="1" y="286"/>
                    <a:pt x="72" y="369"/>
                    <a:pt x="179" y="369"/>
                  </a:cubicBezTo>
                  <a:cubicBezTo>
                    <a:pt x="275" y="369"/>
                    <a:pt x="358" y="286"/>
                    <a:pt x="358" y="191"/>
                  </a:cubicBezTo>
                  <a:cubicBezTo>
                    <a:pt x="358" y="96"/>
                    <a:pt x="275" y="0"/>
                    <a:pt x="17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2"/>
            <p:cNvSpPr/>
            <p:nvPr/>
          </p:nvSpPr>
          <p:spPr>
            <a:xfrm>
              <a:off x="4839731" y="2035226"/>
              <a:ext cx="38030" cy="39305"/>
            </a:xfrm>
            <a:custGeom>
              <a:rect b="b" l="l" r="r" t="t"/>
              <a:pathLst>
                <a:path extrusionOk="0" h="370" w="358">
                  <a:moveTo>
                    <a:pt x="179" y="0"/>
                  </a:moveTo>
                  <a:cubicBezTo>
                    <a:pt x="72" y="0"/>
                    <a:pt x="0" y="84"/>
                    <a:pt x="0" y="191"/>
                  </a:cubicBezTo>
                  <a:cubicBezTo>
                    <a:pt x="0" y="286"/>
                    <a:pt x="72" y="369"/>
                    <a:pt x="179" y="369"/>
                  </a:cubicBezTo>
                  <a:cubicBezTo>
                    <a:pt x="286" y="369"/>
                    <a:pt x="358" y="286"/>
                    <a:pt x="358" y="191"/>
                  </a:cubicBezTo>
                  <a:cubicBezTo>
                    <a:pt x="358" y="96"/>
                    <a:pt x="274" y="0"/>
                    <a:pt x="17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2"/>
            <p:cNvSpPr/>
            <p:nvPr/>
          </p:nvSpPr>
          <p:spPr>
            <a:xfrm>
              <a:off x="4252810" y="2147829"/>
              <a:ext cx="38137" cy="38030"/>
            </a:xfrm>
            <a:custGeom>
              <a:rect b="b" l="l" r="r" t="t"/>
              <a:pathLst>
                <a:path extrusionOk="0" h="358" w="359">
                  <a:moveTo>
                    <a:pt x="180" y="0"/>
                  </a:moveTo>
                  <a:cubicBezTo>
                    <a:pt x="84" y="0"/>
                    <a:pt x="1" y="83"/>
                    <a:pt x="1" y="179"/>
                  </a:cubicBezTo>
                  <a:cubicBezTo>
                    <a:pt x="1" y="286"/>
                    <a:pt x="84" y="357"/>
                    <a:pt x="180" y="357"/>
                  </a:cubicBezTo>
                  <a:cubicBezTo>
                    <a:pt x="287" y="357"/>
                    <a:pt x="358" y="286"/>
                    <a:pt x="358" y="179"/>
                  </a:cubicBezTo>
                  <a:cubicBezTo>
                    <a:pt x="358" y="83"/>
                    <a:pt x="287" y="0"/>
                    <a:pt x="18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2"/>
            <p:cNvSpPr/>
            <p:nvPr/>
          </p:nvSpPr>
          <p:spPr>
            <a:xfrm>
              <a:off x="4351498" y="2147829"/>
              <a:ext cx="38030" cy="38030"/>
            </a:xfrm>
            <a:custGeom>
              <a:rect b="b" l="l" r="r" t="t"/>
              <a:pathLst>
                <a:path extrusionOk="0" h="358" w="358">
                  <a:moveTo>
                    <a:pt x="179" y="0"/>
                  </a:moveTo>
                  <a:cubicBezTo>
                    <a:pt x="72" y="0"/>
                    <a:pt x="1" y="83"/>
                    <a:pt x="1" y="179"/>
                  </a:cubicBezTo>
                  <a:cubicBezTo>
                    <a:pt x="1" y="286"/>
                    <a:pt x="72" y="357"/>
                    <a:pt x="179" y="357"/>
                  </a:cubicBezTo>
                  <a:cubicBezTo>
                    <a:pt x="286" y="357"/>
                    <a:pt x="358" y="286"/>
                    <a:pt x="358" y="179"/>
                  </a:cubicBezTo>
                  <a:cubicBezTo>
                    <a:pt x="358" y="83"/>
                    <a:pt x="286" y="0"/>
                    <a:pt x="17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2"/>
            <p:cNvSpPr/>
            <p:nvPr/>
          </p:nvSpPr>
          <p:spPr>
            <a:xfrm>
              <a:off x="4448911" y="2147829"/>
              <a:ext cx="38030" cy="38030"/>
            </a:xfrm>
            <a:custGeom>
              <a:rect b="b" l="l" r="r" t="t"/>
              <a:pathLst>
                <a:path extrusionOk="0" h="358" w="358">
                  <a:moveTo>
                    <a:pt x="179" y="0"/>
                  </a:moveTo>
                  <a:cubicBezTo>
                    <a:pt x="84" y="0"/>
                    <a:pt x="0" y="83"/>
                    <a:pt x="0" y="179"/>
                  </a:cubicBezTo>
                  <a:cubicBezTo>
                    <a:pt x="0" y="286"/>
                    <a:pt x="84" y="357"/>
                    <a:pt x="179" y="357"/>
                  </a:cubicBezTo>
                  <a:cubicBezTo>
                    <a:pt x="286" y="357"/>
                    <a:pt x="358" y="286"/>
                    <a:pt x="358" y="179"/>
                  </a:cubicBezTo>
                  <a:cubicBezTo>
                    <a:pt x="358" y="83"/>
                    <a:pt x="286" y="0"/>
                    <a:pt x="17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2"/>
            <p:cNvSpPr/>
            <p:nvPr/>
          </p:nvSpPr>
          <p:spPr>
            <a:xfrm>
              <a:off x="4547599" y="2147829"/>
              <a:ext cx="38030" cy="38030"/>
            </a:xfrm>
            <a:custGeom>
              <a:rect b="b" l="l" r="r" t="t"/>
              <a:pathLst>
                <a:path extrusionOk="0" h="358" w="358">
                  <a:moveTo>
                    <a:pt x="179" y="0"/>
                  </a:moveTo>
                  <a:cubicBezTo>
                    <a:pt x="72" y="0"/>
                    <a:pt x="0" y="83"/>
                    <a:pt x="0" y="179"/>
                  </a:cubicBezTo>
                  <a:cubicBezTo>
                    <a:pt x="0" y="286"/>
                    <a:pt x="72" y="357"/>
                    <a:pt x="179" y="357"/>
                  </a:cubicBezTo>
                  <a:cubicBezTo>
                    <a:pt x="286" y="357"/>
                    <a:pt x="357" y="286"/>
                    <a:pt x="357" y="179"/>
                  </a:cubicBezTo>
                  <a:cubicBezTo>
                    <a:pt x="357" y="83"/>
                    <a:pt x="262" y="0"/>
                    <a:pt x="17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2"/>
            <p:cNvSpPr/>
            <p:nvPr/>
          </p:nvSpPr>
          <p:spPr>
            <a:xfrm>
              <a:off x="4643630" y="2147829"/>
              <a:ext cx="38137" cy="38030"/>
            </a:xfrm>
            <a:custGeom>
              <a:rect b="b" l="l" r="r" t="t"/>
              <a:pathLst>
                <a:path extrusionOk="0" h="358" w="359">
                  <a:moveTo>
                    <a:pt x="180" y="0"/>
                  </a:moveTo>
                  <a:cubicBezTo>
                    <a:pt x="72" y="0"/>
                    <a:pt x="1" y="83"/>
                    <a:pt x="1" y="179"/>
                  </a:cubicBezTo>
                  <a:cubicBezTo>
                    <a:pt x="1" y="286"/>
                    <a:pt x="72" y="357"/>
                    <a:pt x="180" y="357"/>
                  </a:cubicBezTo>
                  <a:cubicBezTo>
                    <a:pt x="287" y="357"/>
                    <a:pt x="358" y="286"/>
                    <a:pt x="358" y="179"/>
                  </a:cubicBezTo>
                  <a:cubicBezTo>
                    <a:pt x="358" y="83"/>
                    <a:pt x="287" y="0"/>
                    <a:pt x="18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2"/>
            <p:cNvSpPr/>
            <p:nvPr/>
          </p:nvSpPr>
          <p:spPr>
            <a:xfrm>
              <a:off x="4742318" y="2147829"/>
              <a:ext cx="38030" cy="38030"/>
            </a:xfrm>
            <a:custGeom>
              <a:rect b="b" l="l" r="r" t="t"/>
              <a:pathLst>
                <a:path extrusionOk="0" h="358" w="358">
                  <a:moveTo>
                    <a:pt x="179" y="0"/>
                  </a:moveTo>
                  <a:cubicBezTo>
                    <a:pt x="72" y="0"/>
                    <a:pt x="1" y="83"/>
                    <a:pt x="1" y="179"/>
                  </a:cubicBezTo>
                  <a:cubicBezTo>
                    <a:pt x="1" y="286"/>
                    <a:pt x="72" y="357"/>
                    <a:pt x="179" y="357"/>
                  </a:cubicBezTo>
                  <a:cubicBezTo>
                    <a:pt x="275" y="357"/>
                    <a:pt x="358" y="286"/>
                    <a:pt x="358" y="179"/>
                  </a:cubicBezTo>
                  <a:cubicBezTo>
                    <a:pt x="358" y="83"/>
                    <a:pt x="275" y="0"/>
                    <a:pt x="17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2"/>
            <p:cNvSpPr/>
            <p:nvPr/>
          </p:nvSpPr>
          <p:spPr>
            <a:xfrm>
              <a:off x="4839731" y="2147829"/>
              <a:ext cx="38030" cy="38030"/>
            </a:xfrm>
            <a:custGeom>
              <a:rect b="b" l="l" r="r" t="t"/>
              <a:pathLst>
                <a:path extrusionOk="0" h="358" w="358">
                  <a:moveTo>
                    <a:pt x="179" y="0"/>
                  </a:moveTo>
                  <a:cubicBezTo>
                    <a:pt x="72" y="0"/>
                    <a:pt x="0" y="83"/>
                    <a:pt x="0" y="179"/>
                  </a:cubicBezTo>
                  <a:cubicBezTo>
                    <a:pt x="0" y="286"/>
                    <a:pt x="72" y="357"/>
                    <a:pt x="179" y="357"/>
                  </a:cubicBezTo>
                  <a:cubicBezTo>
                    <a:pt x="286" y="357"/>
                    <a:pt x="358" y="286"/>
                    <a:pt x="358" y="179"/>
                  </a:cubicBezTo>
                  <a:cubicBezTo>
                    <a:pt x="358" y="83"/>
                    <a:pt x="274" y="0"/>
                    <a:pt x="17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2"/>
            <p:cNvSpPr/>
            <p:nvPr/>
          </p:nvSpPr>
          <p:spPr>
            <a:xfrm>
              <a:off x="4252810" y="2260327"/>
              <a:ext cx="38137" cy="38030"/>
            </a:xfrm>
            <a:custGeom>
              <a:rect b="b" l="l" r="r" t="t"/>
              <a:pathLst>
                <a:path extrusionOk="0" h="358" w="359">
                  <a:moveTo>
                    <a:pt x="180" y="1"/>
                  </a:moveTo>
                  <a:cubicBezTo>
                    <a:pt x="84" y="1"/>
                    <a:pt x="1" y="72"/>
                    <a:pt x="1" y="179"/>
                  </a:cubicBezTo>
                  <a:cubicBezTo>
                    <a:pt x="1" y="286"/>
                    <a:pt x="84" y="358"/>
                    <a:pt x="180" y="358"/>
                  </a:cubicBezTo>
                  <a:cubicBezTo>
                    <a:pt x="287" y="358"/>
                    <a:pt x="358" y="286"/>
                    <a:pt x="358" y="179"/>
                  </a:cubicBezTo>
                  <a:cubicBezTo>
                    <a:pt x="358" y="72"/>
                    <a:pt x="287" y="1"/>
                    <a:pt x="18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
            <p:cNvSpPr/>
            <p:nvPr/>
          </p:nvSpPr>
          <p:spPr>
            <a:xfrm>
              <a:off x="4351498" y="2260327"/>
              <a:ext cx="38030" cy="38030"/>
            </a:xfrm>
            <a:custGeom>
              <a:rect b="b" l="l" r="r" t="t"/>
              <a:pathLst>
                <a:path extrusionOk="0" h="358" w="358">
                  <a:moveTo>
                    <a:pt x="179" y="1"/>
                  </a:moveTo>
                  <a:cubicBezTo>
                    <a:pt x="72" y="1"/>
                    <a:pt x="1" y="72"/>
                    <a:pt x="1" y="179"/>
                  </a:cubicBezTo>
                  <a:cubicBezTo>
                    <a:pt x="1" y="286"/>
                    <a:pt x="72" y="358"/>
                    <a:pt x="179" y="358"/>
                  </a:cubicBezTo>
                  <a:cubicBezTo>
                    <a:pt x="286" y="358"/>
                    <a:pt x="358" y="286"/>
                    <a:pt x="358" y="179"/>
                  </a:cubicBezTo>
                  <a:cubicBezTo>
                    <a:pt x="358" y="72"/>
                    <a:pt x="286" y="1"/>
                    <a:pt x="17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2"/>
            <p:cNvSpPr/>
            <p:nvPr/>
          </p:nvSpPr>
          <p:spPr>
            <a:xfrm>
              <a:off x="4448911" y="2260327"/>
              <a:ext cx="38030" cy="38030"/>
            </a:xfrm>
            <a:custGeom>
              <a:rect b="b" l="l" r="r" t="t"/>
              <a:pathLst>
                <a:path extrusionOk="0" h="358" w="358">
                  <a:moveTo>
                    <a:pt x="179" y="1"/>
                  </a:moveTo>
                  <a:cubicBezTo>
                    <a:pt x="84" y="1"/>
                    <a:pt x="0" y="72"/>
                    <a:pt x="0" y="179"/>
                  </a:cubicBezTo>
                  <a:cubicBezTo>
                    <a:pt x="0" y="286"/>
                    <a:pt x="84" y="358"/>
                    <a:pt x="179" y="358"/>
                  </a:cubicBezTo>
                  <a:cubicBezTo>
                    <a:pt x="286" y="358"/>
                    <a:pt x="358" y="286"/>
                    <a:pt x="358" y="179"/>
                  </a:cubicBezTo>
                  <a:cubicBezTo>
                    <a:pt x="358" y="72"/>
                    <a:pt x="286" y="1"/>
                    <a:pt x="17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2"/>
            <p:cNvSpPr/>
            <p:nvPr/>
          </p:nvSpPr>
          <p:spPr>
            <a:xfrm>
              <a:off x="4547599" y="2260327"/>
              <a:ext cx="38030" cy="38030"/>
            </a:xfrm>
            <a:custGeom>
              <a:rect b="b" l="l" r="r" t="t"/>
              <a:pathLst>
                <a:path extrusionOk="0" h="358" w="358">
                  <a:moveTo>
                    <a:pt x="179" y="1"/>
                  </a:moveTo>
                  <a:cubicBezTo>
                    <a:pt x="72" y="1"/>
                    <a:pt x="0" y="72"/>
                    <a:pt x="0" y="179"/>
                  </a:cubicBezTo>
                  <a:cubicBezTo>
                    <a:pt x="0" y="286"/>
                    <a:pt x="72" y="358"/>
                    <a:pt x="179" y="358"/>
                  </a:cubicBezTo>
                  <a:cubicBezTo>
                    <a:pt x="286" y="358"/>
                    <a:pt x="357" y="286"/>
                    <a:pt x="357" y="179"/>
                  </a:cubicBezTo>
                  <a:cubicBezTo>
                    <a:pt x="357" y="72"/>
                    <a:pt x="262" y="1"/>
                    <a:pt x="17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2"/>
            <p:cNvSpPr/>
            <p:nvPr/>
          </p:nvSpPr>
          <p:spPr>
            <a:xfrm>
              <a:off x="4643630" y="2260327"/>
              <a:ext cx="38137" cy="38030"/>
            </a:xfrm>
            <a:custGeom>
              <a:rect b="b" l="l" r="r" t="t"/>
              <a:pathLst>
                <a:path extrusionOk="0" h="358" w="359">
                  <a:moveTo>
                    <a:pt x="180" y="1"/>
                  </a:moveTo>
                  <a:cubicBezTo>
                    <a:pt x="72" y="1"/>
                    <a:pt x="1" y="72"/>
                    <a:pt x="1" y="179"/>
                  </a:cubicBezTo>
                  <a:cubicBezTo>
                    <a:pt x="1" y="286"/>
                    <a:pt x="72" y="358"/>
                    <a:pt x="180" y="358"/>
                  </a:cubicBezTo>
                  <a:cubicBezTo>
                    <a:pt x="287" y="358"/>
                    <a:pt x="358" y="286"/>
                    <a:pt x="358" y="179"/>
                  </a:cubicBezTo>
                  <a:cubicBezTo>
                    <a:pt x="358" y="72"/>
                    <a:pt x="287" y="1"/>
                    <a:pt x="18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2"/>
            <p:cNvSpPr/>
            <p:nvPr/>
          </p:nvSpPr>
          <p:spPr>
            <a:xfrm>
              <a:off x="4742318" y="2260327"/>
              <a:ext cx="38030" cy="38030"/>
            </a:xfrm>
            <a:custGeom>
              <a:rect b="b" l="l" r="r" t="t"/>
              <a:pathLst>
                <a:path extrusionOk="0" h="358" w="358">
                  <a:moveTo>
                    <a:pt x="179" y="1"/>
                  </a:moveTo>
                  <a:cubicBezTo>
                    <a:pt x="72" y="1"/>
                    <a:pt x="1" y="72"/>
                    <a:pt x="1" y="179"/>
                  </a:cubicBezTo>
                  <a:cubicBezTo>
                    <a:pt x="1" y="286"/>
                    <a:pt x="72" y="358"/>
                    <a:pt x="179" y="358"/>
                  </a:cubicBezTo>
                  <a:cubicBezTo>
                    <a:pt x="275" y="358"/>
                    <a:pt x="358" y="286"/>
                    <a:pt x="358" y="179"/>
                  </a:cubicBezTo>
                  <a:cubicBezTo>
                    <a:pt x="358" y="72"/>
                    <a:pt x="275" y="1"/>
                    <a:pt x="17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2"/>
            <p:cNvSpPr/>
            <p:nvPr/>
          </p:nvSpPr>
          <p:spPr>
            <a:xfrm>
              <a:off x="4839731" y="2260327"/>
              <a:ext cx="38030" cy="38030"/>
            </a:xfrm>
            <a:custGeom>
              <a:rect b="b" l="l" r="r" t="t"/>
              <a:pathLst>
                <a:path extrusionOk="0" h="358" w="358">
                  <a:moveTo>
                    <a:pt x="179" y="1"/>
                  </a:moveTo>
                  <a:cubicBezTo>
                    <a:pt x="72" y="1"/>
                    <a:pt x="0" y="72"/>
                    <a:pt x="0" y="179"/>
                  </a:cubicBezTo>
                  <a:cubicBezTo>
                    <a:pt x="0" y="286"/>
                    <a:pt x="72" y="358"/>
                    <a:pt x="179" y="358"/>
                  </a:cubicBezTo>
                  <a:cubicBezTo>
                    <a:pt x="286" y="358"/>
                    <a:pt x="358" y="286"/>
                    <a:pt x="358" y="179"/>
                  </a:cubicBezTo>
                  <a:cubicBezTo>
                    <a:pt x="358" y="72"/>
                    <a:pt x="274" y="1"/>
                    <a:pt x="17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
            <p:cNvSpPr/>
            <p:nvPr/>
          </p:nvSpPr>
          <p:spPr>
            <a:xfrm>
              <a:off x="4252810" y="2371656"/>
              <a:ext cx="38137" cy="38030"/>
            </a:xfrm>
            <a:custGeom>
              <a:rect b="b" l="l" r="r" t="t"/>
              <a:pathLst>
                <a:path extrusionOk="0" h="358" w="359">
                  <a:moveTo>
                    <a:pt x="180" y="0"/>
                  </a:moveTo>
                  <a:cubicBezTo>
                    <a:pt x="84" y="0"/>
                    <a:pt x="1" y="72"/>
                    <a:pt x="1" y="179"/>
                  </a:cubicBezTo>
                  <a:cubicBezTo>
                    <a:pt x="1" y="274"/>
                    <a:pt x="84" y="358"/>
                    <a:pt x="180" y="358"/>
                  </a:cubicBezTo>
                  <a:cubicBezTo>
                    <a:pt x="287" y="358"/>
                    <a:pt x="358" y="274"/>
                    <a:pt x="358" y="179"/>
                  </a:cubicBezTo>
                  <a:cubicBezTo>
                    <a:pt x="358" y="84"/>
                    <a:pt x="287" y="0"/>
                    <a:pt x="18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2"/>
            <p:cNvSpPr/>
            <p:nvPr/>
          </p:nvSpPr>
          <p:spPr>
            <a:xfrm>
              <a:off x="4351498" y="2371656"/>
              <a:ext cx="38030" cy="38030"/>
            </a:xfrm>
            <a:custGeom>
              <a:rect b="b" l="l" r="r" t="t"/>
              <a:pathLst>
                <a:path extrusionOk="0" h="358" w="358">
                  <a:moveTo>
                    <a:pt x="179" y="0"/>
                  </a:moveTo>
                  <a:cubicBezTo>
                    <a:pt x="72" y="0"/>
                    <a:pt x="1" y="72"/>
                    <a:pt x="1" y="179"/>
                  </a:cubicBezTo>
                  <a:cubicBezTo>
                    <a:pt x="1" y="274"/>
                    <a:pt x="72" y="358"/>
                    <a:pt x="179" y="358"/>
                  </a:cubicBezTo>
                  <a:cubicBezTo>
                    <a:pt x="286" y="358"/>
                    <a:pt x="358" y="274"/>
                    <a:pt x="358" y="179"/>
                  </a:cubicBezTo>
                  <a:cubicBezTo>
                    <a:pt x="358" y="84"/>
                    <a:pt x="286" y="0"/>
                    <a:pt x="17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2"/>
            <p:cNvSpPr/>
            <p:nvPr/>
          </p:nvSpPr>
          <p:spPr>
            <a:xfrm>
              <a:off x="4448911" y="2371656"/>
              <a:ext cx="38030" cy="38030"/>
            </a:xfrm>
            <a:custGeom>
              <a:rect b="b" l="l" r="r" t="t"/>
              <a:pathLst>
                <a:path extrusionOk="0" h="358" w="358">
                  <a:moveTo>
                    <a:pt x="179" y="0"/>
                  </a:moveTo>
                  <a:cubicBezTo>
                    <a:pt x="84" y="0"/>
                    <a:pt x="0" y="72"/>
                    <a:pt x="0" y="179"/>
                  </a:cubicBezTo>
                  <a:cubicBezTo>
                    <a:pt x="0" y="274"/>
                    <a:pt x="84" y="358"/>
                    <a:pt x="179" y="358"/>
                  </a:cubicBezTo>
                  <a:cubicBezTo>
                    <a:pt x="286" y="358"/>
                    <a:pt x="358" y="274"/>
                    <a:pt x="358" y="179"/>
                  </a:cubicBezTo>
                  <a:cubicBezTo>
                    <a:pt x="358" y="84"/>
                    <a:pt x="286" y="0"/>
                    <a:pt x="17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2"/>
            <p:cNvSpPr/>
            <p:nvPr/>
          </p:nvSpPr>
          <p:spPr>
            <a:xfrm>
              <a:off x="4547599" y="2371656"/>
              <a:ext cx="38030" cy="38030"/>
            </a:xfrm>
            <a:custGeom>
              <a:rect b="b" l="l" r="r" t="t"/>
              <a:pathLst>
                <a:path extrusionOk="0" h="358" w="358">
                  <a:moveTo>
                    <a:pt x="179" y="0"/>
                  </a:moveTo>
                  <a:cubicBezTo>
                    <a:pt x="72" y="0"/>
                    <a:pt x="0" y="72"/>
                    <a:pt x="0" y="179"/>
                  </a:cubicBezTo>
                  <a:cubicBezTo>
                    <a:pt x="0" y="274"/>
                    <a:pt x="72" y="358"/>
                    <a:pt x="179" y="358"/>
                  </a:cubicBezTo>
                  <a:cubicBezTo>
                    <a:pt x="286" y="358"/>
                    <a:pt x="357" y="274"/>
                    <a:pt x="357" y="179"/>
                  </a:cubicBezTo>
                  <a:cubicBezTo>
                    <a:pt x="357" y="84"/>
                    <a:pt x="262" y="0"/>
                    <a:pt x="17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2"/>
            <p:cNvSpPr/>
            <p:nvPr/>
          </p:nvSpPr>
          <p:spPr>
            <a:xfrm>
              <a:off x="4643630" y="2371656"/>
              <a:ext cx="38137" cy="38030"/>
            </a:xfrm>
            <a:custGeom>
              <a:rect b="b" l="l" r="r" t="t"/>
              <a:pathLst>
                <a:path extrusionOk="0" h="358" w="359">
                  <a:moveTo>
                    <a:pt x="180" y="0"/>
                  </a:moveTo>
                  <a:cubicBezTo>
                    <a:pt x="72" y="0"/>
                    <a:pt x="1" y="72"/>
                    <a:pt x="1" y="179"/>
                  </a:cubicBezTo>
                  <a:cubicBezTo>
                    <a:pt x="1" y="274"/>
                    <a:pt x="72" y="358"/>
                    <a:pt x="180" y="358"/>
                  </a:cubicBezTo>
                  <a:cubicBezTo>
                    <a:pt x="287" y="358"/>
                    <a:pt x="358" y="274"/>
                    <a:pt x="358" y="179"/>
                  </a:cubicBezTo>
                  <a:cubicBezTo>
                    <a:pt x="358" y="84"/>
                    <a:pt x="287" y="0"/>
                    <a:pt x="18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2"/>
            <p:cNvSpPr/>
            <p:nvPr/>
          </p:nvSpPr>
          <p:spPr>
            <a:xfrm>
              <a:off x="4742318" y="2371656"/>
              <a:ext cx="38030" cy="38030"/>
            </a:xfrm>
            <a:custGeom>
              <a:rect b="b" l="l" r="r" t="t"/>
              <a:pathLst>
                <a:path extrusionOk="0" h="358" w="358">
                  <a:moveTo>
                    <a:pt x="179" y="0"/>
                  </a:moveTo>
                  <a:cubicBezTo>
                    <a:pt x="72" y="0"/>
                    <a:pt x="1" y="72"/>
                    <a:pt x="1" y="179"/>
                  </a:cubicBezTo>
                  <a:cubicBezTo>
                    <a:pt x="1" y="274"/>
                    <a:pt x="72" y="358"/>
                    <a:pt x="179" y="358"/>
                  </a:cubicBezTo>
                  <a:cubicBezTo>
                    <a:pt x="275" y="358"/>
                    <a:pt x="358" y="274"/>
                    <a:pt x="358" y="179"/>
                  </a:cubicBezTo>
                  <a:cubicBezTo>
                    <a:pt x="358" y="84"/>
                    <a:pt x="275" y="0"/>
                    <a:pt x="17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2"/>
            <p:cNvSpPr/>
            <p:nvPr/>
          </p:nvSpPr>
          <p:spPr>
            <a:xfrm>
              <a:off x="4839731" y="2371656"/>
              <a:ext cx="38030" cy="38030"/>
            </a:xfrm>
            <a:custGeom>
              <a:rect b="b" l="l" r="r" t="t"/>
              <a:pathLst>
                <a:path extrusionOk="0" h="358" w="358">
                  <a:moveTo>
                    <a:pt x="179" y="0"/>
                  </a:moveTo>
                  <a:cubicBezTo>
                    <a:pt x="72" y="0"/>
                    <a:pt x="0" y="72"/>
                    <a:pt x="0" y="179"/>
                  </a:cubicBezTo>
                  <a:cubicBezTo>
                    <a:pt x="0" y="274"/>
                    <a:pt x="72" y="358"/>
                    <a:pt x="179" y="358"/>
                  </a:cubicBezTo>
                  <a:cubicBezTo>
                    <a:pt x="286" y="358"/>
                    <a:pt x="358" y="274"/>
                    <a:pt x="358" y="179"/>
                  </a:cubicBezTo>
                  <a:cubicBezTo>
                    <a:pt x="358" y="84"/>
                    <a:pt x="274" y="0"/>
                    <a:pt x="17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2"/>
            <p:cNvSpPr/>
            <p:nvPr/>
          </p:nvSpPr>
          <p:spPr>
            <a:xfrm>
              <a:off x="4252810" y="2482985"/>
              <a:ext cx="38137" cy="38030"/>
            </a:xfrm>
            <a:custGeom>
              <a:rect b="b" l="l" r="r" t="t"/>
              <a:pathLst>
                <a:path extrusionOk="0" h="358" w="359">
                  <a:moveTo>
                    <a:pt x="180" y="0"/>
                  </a:moveTo>
                  <a:cubicBezTo>
                    <a:pt x="84" y="0"/>
                    <a:pt x="1" y="72"/>
                    <a:pt x="1" y="179"/>
                  </a:cubicBezTo>
                  <a:cubicBezTo>
                    <a:pt x="1" y="286"/>
                    <a:pt x="84" y="357"/>
                    <a:pt x="180" y="357"/>
                  </a:cubicBezTo>
                  <a:cubicBezTo>
                    <a:pt x="287" y="357"/>
                    <a:pt x="358" y="286"/>
                    <a:pt x="358" y="179"/>
                  </a:cubicBezTo>
                  <a:cubicBezTo>
                    <a:pt x="358" y="84"/>
                    <a:pt x="287" y="0"/>
                    <a:pt x="18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2"/>
            <p:cNvSpPr/>
            <p:nvPr/>
          </p:nvSpPr>
          <p:spPr>
            <a:xfrm>
              <a:off x="4351498" y="2482985"/>
              <a:ext cx="38030" cy="38030"/>
            </a:xfrm>
            <a:custGeom>
              <a:rect b="b" l="l" r="r" t="t"/>
              <a:pathLst>
                <a:path extrusionOk="0" h="358" w="358">
                  <a:moveTo>
                    <a:pt x="179" y="0"/>
                  </a:moveTo>
                  <a:cubicBezTo>
                    <a:pt x="72" y="0"/>
                    <a:pt x="1" y="72"/>
                    <a:pt x="1" y="179"/>
                  </a:cubicBezTo>
                  <a:cubicBezTo>
                    <a:pt x="1" y="286"/>
                    <a:pt x="72" y="357"/>
                    <a:pt x="179" y="357"/>
                  </a:cubicBezTo>
                  <a:cubicBezTo>
                    <a:pt x="286" y="357"/>
                    <a:pt x="358" y="286"/>
                    <a:pt x="358" y="179"/>
                  </a:cubicBezTo>
                  <a:cubicBezTo>
                    <a:pt x="358" y="84"/>
                    <a:pt x="286" y="0"/>
                    <a:pt x="17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2"/>
            <p:cNvSpPr/>
            <p:nvPr/>
          </p:nvSpPr>
          <p:spPr>
            <a:xfrm>
              <a:off x="4448911" y="2482985"/>
              <a:ext cx="38030" cy="38030"/>
            </a:xfrm>
            <a:custGeom>
              <a:rect b="b" l="l" r="r" t="t"/>
              <a:pathLst>
                <a:path extrusionOk="0" h="358" w="358">
                  <a:moveTo>
                    <a:pt x="179" y="0"/>
                  </a:moveTo>
                  <a:cubicBezTo>
                    <a:pt x="84" y="0"/>
                    <a:pt x="0" y="72"/>
                    <a:pt x="0" y="179"/>
                  </a:cubicBezTo>
                  <a:cubicBezTo>
                    <a:pt x="0" y="286"/>
                    <a:pt x="84" y="357"/>
                    <a:pt x="179" y="357"/>
                  </a:cubicBezTo>
                  <a:cubicBezTo>
                    <a:pt x="286" y="357"/>
                    <a:pt x="358" y="286"/>
                    <a:pt x="358" y="179"/>
                  </a:cubicBezTo>
                  <a:cubicBezTo>
                    <a:pt x="358" y="84"/>
                    <a:pt x="286" y="0"/>
                    <a:pt x="17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2"/>
            <p:cNvSpPr/>
            <p:nvPr/>
          </p:nvSpPr>
          <p:spPr>
            <a:xfrm>
              <a:off x="4547599" y="2482985"/>
              <a:ext cx="38030" cy="38030"/>
            </a:xfrm>
            <a:custGeom>
              <a:rect b="b" l="l" r="r" t="t"/>
              <a:pathLst>
                <a:path extrusionOk="0" h="358" w="358">
                  <a:moveTo>
                    <a:pt x="179" y="0"/>
                  </a:moveTo>
                  <a:cubicBezTo>
                    <a:pt x="72" y="0"/>
                    <a:pt x="0" y="72"/>
                    <a:pt x="0" y="179"/>
                  </a:cubicBezTo>
                  <a:cubicBezTo>
                    <a:pt x="0" y="286"/>
                    <a:pt x="72" y="357"/>
                    <a:pt x="179" y="357"/>
                  </a:cubicBezTo>
                  <a:cubicBezTo>
                    <a:pt x="286" y="357"/>
                    <a:pt x="357" y="286"/>
                    <a:pt x="357" y="179"/>
                  </a:cubicBezTo>
                  <a:cubicBezTo>
                    <a:pt x="357" y="84"/>
                    <a:pt x="262" y="0"/>
                    <a:pt x="17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2"/>
            <p:cNvSpPr/>
            <p:nvPr/>
          </p:nvSpPr>
          <p:spPr>
            <a:xfrm>
              <a:off x="4643630" y="2482985"/>
              <a:ext cx="38137" cy="38030"/>
            </a:xfrm>
            <a:custGeom>
              <a:rect b="b" l="l" r="r" t="t"/>
              <a:pathLst>
                <a:path extrusionOk="0" h="358" w="359">
                  <a:moveTo>
                    <a:pt x="180" y="0"/>
                  </a:moveTo>
                  <a:cubicBezTo>
                    <a:pt x="72" y="0"/>
                    <a:pt x="1" y="72"/>
                    <a:pt x="1" y="179"/>
                  </a:cubicBezTo>
                  <a:cubicBezTo>
                    <a:pt x="1" y="286"/>
                    <a:pt x="72" y="357"/>
                    <a:pt x="180" y="357"/>
                  </a:cubicBezTo>
                  <a:cubicBezTo>
                    <a:pt x="287" y="357"/>
                    <a:pt x="358" y="286"/>
                    <a:pt x="358" y="179"/>
                  </a:cubicBezTo>
                  <a:cubicBezTo>
                    <a:pt x="358" y="84"/>
                    <a:pt x="287" y="0"/>
                    <a:pt x="18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2"/>
            <p:cNvSpPr/>
            <p:nvPr/>
          </p:nvSpPr>
          <p:spPr>
            <a:xfrm>
              <a:off x="4742318" y="2482985"/>
              <a:ext cx="38030" cy="38030"/>
            </a:xfrm>
            <a:custGeom>
              <a:rect b="b" l="l" r="r" t="t"/>
              <a:pathLst>
                <a:path extrusionOk="0" h="358" w="358">
                  <a:moveTo>
                    <a:pt x="179" y="0"/>
                  </a:moveTo>
                  <a:cubicBezTo>
                    <a:pt x="72" y="0"/>
                    <a:pt x="1" y="72"/>
                    <a:pt x="1" y="179"/>
                  </a:cubicBezTo>
                  <a:cubicBezTo>
                    <a:pt x="1" y="286"/>
                    <a:pt x="72" y="357"/>
                    <a:pt x="179" y="357"/>
                  </a:cubicBezTo>
                  <a:cubicBezTo>
                    <a:pt x="275" y="357"/>
                    <a:pt x="358" y="286"/>
                    <a:pt x="358" y="179"/>
                  </a:cubicBezTo>
                  <a:cubicBezTo>
                    <a:pt x="358" y="84"/>
                    <a:pt x="275" y="0"/>
                    <a:pt x="17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2"/>
            <p:cNvSpPr/>
            <p:nvPr/>
          </p:nvSpPr>
          <p:spPr>
            <a:xfrm>
              <a:off x="4839731" y="2482985"/>
              <a:ext cx="38030" cy="38030"/>
            </a:xfrm>
            <a:custGeom>
              <a:rect b="b" l="l" r="r" t="t"/>
              <a:pathLst>
                <a:path extrusionOk="0" h="358" w="358">
                  <a:moveTo>
                    <a:pt x="179" y="0"/>
                  </a:moveTo>
                  <a:cubicBezTo>
                    <a:pt x="72" y="0"/>
                    <a:pt x="0" y="72"/>
                    <a:pt x="0" y="179"/>
                  </a:cubicBezTo>
                  <a:cubicBezTo>
                    <a:pt x="0" y="286"/>
                    <a:pt x="72" y="357"/>
                    <a:pt x="179" y="357"/>
                  </a:cubicBezTo>
                  <a:cubicBezTo>
                    <a:pt x="286" y="357"/>
                    <a:pt x="358" y="286"/>
                    <a:pt x="358" y="179"/>
                  </a:cubicBezTo>
                  <a:cubicBezTo>
                    <a:pt x="358" y="84"/>
                    <a:pt x="274" y="0"/>
                    <a:pt x="17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2"/>
            <p:cNvSpPr/>
            <p:nvPr/>
          </p:nvSpPr>
          <p:spPr>
            <a:xfrm>
              <a:off x="4252810" y="2595483"/>
              <a:ext cx="38137" cy="38137"/>
            </a:xfrm>
            <a:custGeom>
              <a:rect b="b" l="l" r="r" t="t"/>
              <a:pathLst>
                <a:path extrusionOk="0" h="359" w="359">
                  <a:moveTo>
                    <a:pt x="180" y="1"/>
                  </a:moveTo>
                  <a:cubicBezTo>
                    <a:pt x="84" y="1"/>
                    <a:pt x="1" y="72"/>
                    <a:pt x="1" y="179"/>
                  </a:cubicBezTo>
                  <a:cubicBezTo>
                    <a:pt x="1" y="287"/>
                    <a:pt x="84" y="358"/>
                    <a:pt x="180" y="358"/>
                  </a:cubicBezTo>
                  <a:cubicBezTo>
                    <a:pt x="287" y="358"/>
                    <a:pt x="358" y="287"/>
                    <a:pt x="358" y="179"/>
                  </a:cubicBezTo>
                  <a:cubicBezTo>
                    <a:pt x="358" y="72"/>
                    <a:pt x="287" y="1"/>
                    <a:pt x="18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2"/>
            <p:cNvSpPr/>
            <p:nvPr/>
          </p:nvSpPr>
          <p:spPr>
            <a:xfrm>
              <a:off x="4351498" y="2595483"/>
              <a:ext cx="38030" cy="38137"/>
            </a:xfrm>
            <a:custGeom>
              <a:rect b="b" l="l" r="r" t="t"/>
              <a:pathLst>
                <a:path extrusionOk="0" h="359" w="358">
                  <a:moveTo>
                    <a:pt x="179" y="1"/>
                  </a:moveTo>
                  <a:cubicBezTo>
                    <a:pt x="72" y="1"/>
                    <a:pt x="1" y="72"/>
                    <a:pt x="1" y="179"/>
                  </a:cubicBezTo>
                  <a:cubicBezTo>
                    <a:pt x="1" y="287"/>
                    <a:pt x="72" y="358"/>
                    <a:pt x="179" y="358"/>
                  </a:cubicBezTo>
                  <a:cubicBezTo>
                    <a:pt x="286" y="358"/>
                    <a:pt x="358" y="287"/>
                    <a:pt x="358" y="179"/>
                  </a:cubicBezTo>
                  <a:cubicBezTo>
                    <a:pt x="358" y="72"/>
                    <a:pt x="286" y="1"/>
                    <a:pt x="17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2"/>
            <p:cNvSpPr/>
            <p:nvPr/>
          </p:nvSpPr>
          <p:spPr>
            <a:xfrm>
              <a:off x="4448911" y="2595483"/>
              <a:ext cx="38030" cy="38137"/>
            </a:xfrm>
            <a:custGeom>
              <a:rect b="b" l="l" r="r" t="t"/>
              <a:pathLst>
                <a:path extrusionOk="0" h="359" w="358">
                  <a:moveTo>
                    <a:pt x="179" y="1"/>
                  </a:moveTo>
                  <a:cubicBezTo>
                    <a:pt x="84" y="1"/>
                    <a:pt x="0" y="72"/>
                    <a:pt x="0" y="179"/>
                  </a:cubicBezTo>
                  <a:cubicBezTo>
                    <a:pt x="0" y="287"/>
                    <a:pt x="84" y="358"/>
                    <a:pt x="179" y="358"/>
                  </a:cubicBezTo>
                  <a:cubicBezTo>
                    <a:pt x="286" y="358"/>
                    <a:pt x="358" y="287"/>
                    <a:pt x="358" y="179"/>
                  </a:cubicBezTo>
                  <a:cubicBezTo>
                    <a:pt x="358" y="72"/>
                    <a:pt x="286" y="1"/>
                    <a:pt x="17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2"/>
            <p:cNvSpPr/>
            <p:nvPr/>
          </p:nvSpPr>
          <p:spPr>
            <a:xfrm>
              <a:off x="4547599" y="2595483"/>
              <a:ext cx="38030" cy="38137"/>
            </a:xfrm>
            <a:custGeom>
              <a:rect b="b" l="l" r="r" t="t"/>
              <a:pathLst>
                <a:path extrusionOk="0" h="359" w="358">
                  <a:moveTo>
                    <a:pt x="179" y="1"/>
                  </a:moveTo>
                  <a:cubicBezTo>
                    <a:pt x="72" y="1"/>
                    <a:pt x="0" y="72"/>
                    <a:pt x="0" y="179"/>
                  </a:cubicBezTo>
                  <a:cubicBezTo>
                    <a:pt x="0" y="287"/>
                    <a:pt x="72" y="358"/>
                    <a:pt x="179" y="358"/>
                  </a:cubicBezTo>
                  <a:cubicBezTo>
                    <a:pt x="286" y="358"/>
                    <a:pt x="357" y="287"/>
                    <a:pt x="357" y="179"/>
                  </a:cubicBezTo>
                  <a:cubicBezTo>
                    <a:pt x="357" y="72"/>
                    <a:pt x="262" y="1"/>
                    <a:pt x="17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2"/>
            <p:cNvSpPr/>
            <p:nvPr/>
          </p:nvSpPr>
          <p:spPr>
            <a:xfrm>
              <a:off x="4643630" y="2595483"/>
              <a:ext cx="38137" cy="38137"/>
            </a:xfrm>
            <a:custGeom>
              <a:rect b="b" l="l" r="r" t="t"/>
              <a:pathLst>
                <a:path extrusionOk="0" h="359" w="359">
                  <a:moveTo>
                    <a:pt x="180" y="1"/>
                  </a:moveTo>
                  <a:cubicBezTo>
                    <a:pt x="72" y="1"/>
                    <a:pt x="1" y="72"/>
                    <a:pt x="1" y="179"/>
                  </a:cubicBezTo>
                  <a:cubicBezTo>
                    <a:pt x="1" y="287"/>
                    <a:pt x="72" y="358"/>
                    <a:pt x="180" y="358"/>
                  </a:cubicBezTo>
                  <a:cubicBezTo>
                    <a:pt x="287" y="358"/>
                    <a:pt x="358" y="287"/>
                    <a:pt x="358" y="179"/>
                  </a:cubicBezTo>
                  <a:cubicBezTo>
                    <a:pt x="358" y="72"/>
                    <a:pt x="287" y="1"/>
                    <a:pt x="18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2"/>
            <p:cNvSpPr/>
            <p:nvPr/>
          </p:nvSpPr>
          <p:spPr>
            <a:xfrm>
              <a:off x="4742318" y="2595483"/>
              <a:ext cx="38030" cy="38137"/>
            </a:xfrm>
            <a:custGeom>
              <a:rect b="b" l="l" r="r" t="t"/>
              <a:pathLst>
                <a:path extrusionOk="0" h="359" w="358">
                  <a:moveTo>
                    <a:pt x="179" y="1"/>
                  </a:moveTo>
                  <a:cubicBezTo>
                    <a:pt x="72" y="1"/>
                    <a:pt x="1" y="72"/>
                    <a:pt x="1" y="179"/>
                  </a:cubicBezTo>
                  <a:cubicBezTo>
                    <a:pt x="1" y="287"/>
                    <a:pt x="72" y="358"/>
                    <a:pt x="179" y="358"/>
                  </a:cubicBezTo>
                  <a:cubicBezTo>
                    <a:pt x="275" y="358"/>
                    <a:pt x="358" y="287"/>
                    <a:pt x="358" y="179"/>
                  </a:cubicBezTo>
                  <a:cubicBezTo>
                    <a:pt x="358" y="72"/>
                    <a:pt x="275" y="1"/>
                    <a:pt x="17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2"/>
            <p:cNvSpPr/>
            <p:nvPr/>
          </p:nvSpPr>
          <p:spPr>
            <a:xfrm>
              <a:off x="4839731" y="2595483"/>
              <a:ext cx="38030" cy="38137"/>
            </a:xfrm>
            <a:custGeom>
              <a:rect b="b" l="l" r="r" t="t"/>
              <a:pathLst>
                <a:path extrusionOk="0" h="359" w="358">
                  <a:moveTo>
                    <a:pt x="179" y="1"/>
                  </a:moveTo>
                  <a:cubicBezTo>
                    <a:pt x="72" y="1"/>
                    <a:pt x="0" y="72"/>
                    <a:pt x="0" y="179"/>
                  </a:cubicBezTo>
                  <a:cubicBezTo>
                    <a:pt x="0" y="287"/>
                    <a:pt x="72" y="358"/>
                    <a:pt x="179" y="358"/>
                  </a:cubicBezTo>
                  <a:cubicBezTo>
                    <a:pt x="286" y="358"/>
                    <a:pt x="358" y="287"/>
                    <a:pt x="358" y="179"/>
                  </a:cubicBezTo>
                  <a:cubicBezTo>
                    <a:pt x="358" y="72"/>
                    <a:pt x="274" y="1"/>
                    <a:pt x="17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9" name="Google Shape;109;p2"/>
          <p:cNvSpPr txBox="1"/>
          <p:nvPr>
            <p:ph type="ctrTitle"/>
          </p:nvPr>
        </p:nvSpPr>
        <p:spPr>
          <a:xfrm>
            <a:off x="1816292" y="1292400"/>
            <a:ext cx="5511300" cy="2068500"/>
          </a:xfrm>
          <a:prstGeom prst="rect">
            <a:avLst/>
          </a:prstGeom>
        </p:spPr>
        <p:txBody>
          <a:bodyPr anchorCtr="0" anchor="b" bIns="91425" lIns="91425" spcFirstLastPara="1" rIns="91425" wrap="square" tIns="91425">
            <a:noAutofit/>
          </a:bodyPr>
          <a:lstStyle>
            <a:lvl1pPr lvl="0" algn="ctr">
              <a:lnSpc>
                <a:spcPct val="90000"/>
              </a:lnSpc>
              <a:spcBef>
                <a:spcPts val="0"/>
              </a:spcBef>
              <a:spcAft>
                <a:spcPts val="0"/>
              </a:spcAft>
              <a:buClr>
                <a:srgbClr val="191919"/>
              </a:buClr>
              <a:buSzPts val="5200"/>
              <a:buNone/>
              <a:defRPr sz="72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10" name="Google Shape;110;p2"/>
          <p:cNvSpPr txBox="1"/>
          <p:nvPr>
            <p:ph idx="1" type="subTitle"/>
          </p:nvPr>
        </p:nvSpPr>
        <p:spPr>
          <a:xfrm>
            <a:off x="1816408" y="3441600"/>
            <a:ext cx="5511300" cy="409500"/>
          </a:xfrm>
          <a:prstGeom prst="rect">
            <a:avLst/>
          </a:prstGeom>
          <a:solidFill>
            <a:schemeClr val="accent2"/>
          </a:solidFill>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b="1"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lt1"/>
        </a:solidFill>
      </p:bgPr>
    </p:bg>
    <p:spTree>
      <p:nvGrpSpPr>
        <p:cNvPr id="111" name="Shape 111"/>
        <p:cNvGrpSpPr/>
        <p:nvPr/>
      </p:nvGrpSpPr>
      <p:grpSpPr>
        <a:xfrm>
          <a:off x="0" y="0"/>
          <a:ext cx="0" cy="0"/>
          <a:chOff x="0" y="0"/>
          <a:chExt cx="0" cy="0"/>
        </a:xfrm>
      </p:grpSpPr>
      <p:sp>
        <p:nvSpPr>
          <p:cNvPr id="112" name="Google Shape;112;p3"/>
          <p:cNvSpPr txBox="1"/>
          <p:nvPr>
            <p:ph type="title"/>
          </p:nvPr>
        </p:nvSpPr>
        <p:spPr>
          <a:xfrm>
            <a:off x="3603825" y="2570950"/>
            <a:ext cx="4830300" cy="1023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600"/>
              <a:buNone/>
              <a:defRPr sz="50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13" name="Google Shape;113;p3"/>
          <p:cNvSpPr txBox="1"/>
          <p:nvPr>
            <p:ph hasCustomPrompt="1" idx="2" type="title"/>
          </p:nvPr>
        </p:nvSpPr>
        <p:spPr>
          <a:xfrm>
            <a:off x="5334539" y="1549550"/>
            <a:ext cx="1368900" cy="8418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6000">
                <a:solidFill>
                  <a:schemeClr val="dk2"/>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14" name="Google Shape;114;p3"/>
          <p:cNvSpPr/>
          <p:nvPr>
            <p:ph idx="3" type="pic"/>
          </p:nvPr>
        </p:nvSpPr>
        <p:spPr>
          <a:xfrm>
            <a:off x="715100" y="511400"/>
            <a:ext cx="3341100" cy="4097100"/>
          </a:xfrm>
          <a:prstGeom prst="round2SameRect">
            <a:avLst>
              <a:gd fmla="val 16667" name="adj1"/>
              <a:gd fmla="val 0" name="adj2"/>
            </a:avLst>
          </a:prstGeom>
          <a:noFill/>
          <a:ln>
            <a:no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15" name="Shape 115"/>
        <p:cNvGrpSpPr/>
        <p:nvPr/>
      </p:nvGrpSpPr>
      <p:grpSpPr>
        <a:xfrm>
          <a:off x="0" y="0"/>
          <a:ext cx="0" cy="0"/>
          <a:chOff x="0" y="0"/>
          <a:chExt cx="0" cy="0"/>
        </a:xfrm>
      </p:grpSpPr>
      <p:sp>
        <p:nvSpPr>
          <p:cNvPr id="116" name="Google Shape;116;p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17" name="Google Shape;117;p4"/>
          <p:cNvSpPr txBox="1"/>
          <p:nvPr>
            <p:ph idx="1" type="body"/>
          </p:nvPr>
        </p:nvSpPr>
        <p:spPr>
          <a:xfrm>
            <a:off x="720000" y="1000075"/>
            <a:ext cx="7704000" cy="353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434343"/>
              </a:buClr>
              <a:buSzPts val="1400"/>
              <a:buChar char="●"/>
              <a:defRPr b="1"/>
            </a:lvl1pPr>
            <a:lvl2pPr indent="-304800" lvl="1" marL="914400" rtl="0">
              <a:lnSpc>
                <a:spcPct val="115000"/>
              </a:lnSpc>
              <a:spcBef>
                <a:spcPts val="0"/>
              </a:spcBef>
              <a:spcAft>
                <a:spcPts val="0"/>
              </a:spcAft>
              <a:buClr>
                <a:srgbClr val="434343"/>
              </a:buClr>
              <a:buSzPts val="1200"/>
              <a:buChar char="○"/>
              <a:defRPr>
                <a:solidFill>
                  <a:srgbClr val="434343"/>
                </a:solidFill>
              </a:defRPr>
            </a:lvl2pPr>
            <a:lvl3pPr indent="-304800" lvl="2" marL="1371600" rtl="0">
              <a:lnSpc>
                <a:spcPct val="115000"/>
              </a:lnSpc>
              <a:spcBef>
                <a:spcPts val="0"/>
              </a:spcBef>
              <a:spcAft>
                <a:spcPts val="0"/>
              </a:spcAft>
              <a:buClr>
                <a:srgbClr val="434343"/>
              </a:buClr>
              <a:buSzPts val="1200"/>
              <a:buChar char="■"/>
              <a:defRPr>
                <a:solidFill>
                  <a:srgbClr val="434343"/>
                </a:solidFill>
              </a:defRPr>
            </a:lvl3pPr>
            <a:lvl4pPr indent="-304800" lvl="3" marL="1828800" rtl="0">
              <a:lnSpc>
                <a:spcPct val="115000"/>
              </a:lnSpc>
              <a:spcBef>
                <a:spcPts val="0"/>
              </a:spcBef>
              <a:spcAft>
                <a:spcPts val="0"/>
              </a:spcAft>
              <a:buClr>
                <a:srgbClr val="434343"/>
              </a:buClr>
              <a:buSzPts val="1200"/>
              <a:buChar char="●"/>
              <a:defRPr>
                <a:solidFill>
                  <a:srgbClr val="434343"/>
                </a:solidFill>
              </a:defRPr>
            </a:lvl4pPr>
            <a:lvl5pPr indent="-304800" lvl="4" marL="2286000" rtl="0">
              <a:lnSpc>
                <a:spcPct val="115000"/>
              </a:lnSpc>
              <a:spcBef>
                <a:spcPts val="0"/>
              </a:spcBef>
              <a:spcAft>
                <a:spcPts val="0"/>
              </a:spcAft>
              <a:buClr>
                <a:srgbClr val="434343"/>
              </a:buClr>
              <a:buSzPts val="1200"/>
              <a:buChar char="○"/>
              <a:defRPr>
                <a:solidFill>
                  <a:srgbClr val="434343"/>
                </a:solidFill>
              </a:defRPr>
            </a:lvl5pPr>
            <a:lvl6pPr indent="-304800" lvl="5" marL="2743200" rtl="0">
              <a:lnSpc>
                <a:spcPct val="115000"/>
              </a:lnSpc>
              <a:spcBef>
                <a:spcPts val="0"/>
              </a:spcBef>
              <a:spcAft>
                <a:spcPts val="0"/>
              </a:spcAft>
              <a:buClr>
                <a:srgbClr val="434343"/>
              </a:buClr>
              <a:buSzPts val="1200"/>
              <a:buChar char="■"/>
              <a:defRPr>
                <a:solidFill>
                  <a:srgbClr val="434343"/>
                </a:solidFill>
              </a:defRPr>
            </a:lvl6pPr>
            <a:lvl7pPr indent="-304800" lvl="6" marL="3200400" rtl="0">
              <a:lnSpc>
                <a:spcPct val="115000"/>
              </a:lnSpc>
              <a:spcBef>
                <a:spcPts val="0"/>
              </a:spcBef>
              <a:spcAft>
                <a:spcPts val="0"/>
              </a:spcAft>
              <a:buClr>
                <a:srgbClr val="434343"/>
              </a:buClr>
              <a:buSzPts val="1200"/>
              <a:buChar char="●"/>
              <a:defRPr>
                <a:solidFill>
                  <a:srgbClr val="434343"/>
                </a:solidFill>
              </a:defRPr>
            </a:lvl7pPr>
            <a:lvl8pPr indent="-304800" lvl="7" marL="3657600" rtl="0">
              <a:lnSpc>
                <a:spcPct val="115000"/>
              </a:lnSpc>
              <a:spcBef>
                <a:spcPts val="0"/>
              </a:spcBef>
              <a:spcAft>
                <a:spcPts val="0"/>
              </a:spcAft>
              <a:buClr>
                <a:srgbClr val="434343"/>
              </a:buClr>
              <a:buSzPts val="1200"/>
              <a:buChar char="○"/>
              <a:defRPr>
                <a:solidFill>
                  <a:srgbClr val="434343"/>
                </a:solidFill>
              </a:defRPr>
            </a:lvl8pPr>
            <a:lvl9pPr indent="-304800" lvl="8" marL="4114800" rtl="0">
              <a:lnSpc>
                <a:spcPct val="115000"/>
              </a:lnSpc>
              <a:spcBef>
                <a:spcPts val="0"/>
              </a:spcBef>
              <a:spcAft>
                <a:spcPts val="0"/>
              </a:spcAft>
              <a:buClr>
                <a:srgbClr val="434343"/>
              </a:buClr>
              <a:buSzPts val="1200"/>
              <a:buChar char="■"/>
              <a:defRPr>
                <a:solidFill>
                  <a:srgbClr val="434343"/>
                </a:solidFill>
              </a:defRPr>
            </a:lvl9pPr>
          </a:lstStyle>
          <a:p/>
        </p:txBody>
      </p:sp>
      <p:grpSp>
        <p:nvGrpSpPr>
          <p:cNvPr id="118" name="Google Shape;118;p4"/>
          <p:cNvGrpSpPr/>
          <p:nvPr/>
        </p:nvGrpSpPr>
        <p:grpSpPr>
          <a:xfrm>
            <a:off x="-824078" y="4079064"/>
            <a:ext cx="1105788" cy="1058857"/>
            <a:chOff x="4252810" y="2035226"/>
            <a:chExt cx="624951" cy="598394"/>
          </a:xfrm>
        </p:grpSpPr>
        <p:sp>
          <p:nvSpPr>
            <p:cNvPr id="119" name="Google Shape;119;p4"/>
            <p:cNvSpPr/>
            <p:nvPr/>
          </p:nvSpPr>
          <p:spPr>
            <a:xfrm>
              <a:off x="4252810" y="2035226"/>
              <a:ext cx="38137" cy="39305"/>
            </a:xfrm>
            <a:custGeom>
              <a:rect b="b" l="l" r="r" t="t"/>
              <a:pathLst>
                <a:path extrusionOk="0" h="370" w="359">
                  <a:moveTo>
                    <a:pt x="180" y="0"/>
                  </a:moveTo>
                  <a:cubicBezTo>
                    <a:pt x="84" y="0"/>
                    <a:pt x="1" y="84"/>
                    <a:pt x="1" y="191"/>
                  </a:cubicBezTo>
                  <a:cubicBezTo>
                    <a:pt x="1" y="286"/>
                    <a:pt x="84" y="369"/>
                    <a:pt x="180" y="369"/>
                  </a:cubicBezTo>
                  <a:cubicBezTo>
                    <a:pt x="287" y="369"/>
                    <a:pt x="358" y="286"/>
                    <a:pt x="358" y="191"/>
                  </a:cubicBezTo>
                  <a:cubicBezTo>
                    <a:pt x="358" y="96"/>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4"/>
            <p:cNvSpPr/>
            <p:nvPr/>
          </p:nvSpPr>
          <p:spPr>
            <a:xfrm>
              <a:off x="4351498" y="2035226"/>
              <a:ext cx="38030" cy="39305"/>
            </a:xfrm>
            <a:custGeom>
              <a:rect b="b" l="l" r="r" t="t"/>
              <a:pathLst>
                <a:path extrusionOk="0" h="370" w="358">
                  <a:moveTo>
                    <a:pt x="179" y="0"/>
                  </a:moveTo>
                  <a:cubicBezTo>
                    <a:pt x="72" y="0"/>
                    <a:pt x="1" y="84"/>
                    <a:pt x="1" y="191"/>
                  </a:cubicBezTo>
                  <a:cubicBezTo>
                    <a:pt x="1" y="286"/>
                    <a:pt x="72" y="369"/>
                    <a:pt x="179" y="369"/>
                  </a:cubicBezTo>
                  <a:cubicBezTo>
                    <a:pt x="286" y="369"/>
                    <a:pt x="358" y="286"/>
                    <a:pt x="358" y="191"/>
                  </a:cubicBezTo>
                  <a:cubicBezTo>
                    <a:pt x="358" y="96"/>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4"/>
            <p:cNvSpPr/>
            <p:nvPr/>
          </p:nvSpPr>
          <p:spPr>
            <a:xfrm>
              <a:off x="4448911" y="2035226"/>
              <a:ext cx="38030" cy="39305"/>
            </a:xfrm>
            <a:custGeom>
              <a:rect b="b" l="l" r="r" t="t"/>
              <a:pathLst>
                <a:path extrusionOk="0" h="370" w="358">
                  <a:moveTo>
                    <a:pt x="179" y="0"/>
                  </a:moveTo>
                  <a:cubicBezTo>
                    <a:pt x="84" y="0"/>
                    <a:pt x="0" y="84"/>
                    <a:pt x="0" y="191"/>
                  </a:cubicBezTo>
                  <a:cubicBezTo>
                    <a:pt x="0" y="286"/>
                    <a:pt x="84" y="369"/>
                    <a:pt x="179" y="369"/>
                  </a:cubicBezTo>
                  <a:cubicBezTo>
                    <a:pt x="286" y="369"/>
                    <a:pt x="358" y="286"/>
                    <a:pt x="358" y="191"/>
                  </a:cubicBezTo>
                  <a:cubicBezTo>
                    <a:pt x="358" y="96"/>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4"/>
            <p:cNvSpPr/>
            <p:nvPr/>
          </p:nvSpPr>
          <p:spPr>
            <a:xfrm>
              <a:off x="4547599" y="2035226"/>
              <a:ext cx="38030" cy="39305"/>
            </a:xfrm>
            <a:custGeom>
              <a:rect b="b" l="l" r="r" t="t"/>
              <a:pathLst>
                <a:path extrusionOk="0" h="370" w="358">
                  <a:moveTo>
                    <a:pt x="179" y="0"/>
                  </a:moveTo>
                  <a:cubicBezTo>
                    <a:pt x="72" y="0"/>
                    <a:pt x="0" y="84"/>
                    <a:pt x="0" y="191"/>
                  </a:cubicBezTo>
                  <a:cubicBezTo>
                    <a:pt x="0" y="286"/>
                    <a:pt x="72" y="369"/>
                    <a:pt x="179" y="369"/>
                  </a:cubicBezTo>
                  <a:cubicBezTo>
                    <a:pt x="286" y="369"/>
                    <a:pt x="357" y="286"/>
                    <a:pt x="357" y="191"/>
                  </a:cubicBezTo>
                  <a:cubicBezTo>
                    <a:pt x="357" y="96"/>
                    <a:pt x="262"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4"/>
            <p:cNvSpPr/>
            <p:nvPr/>
          </p:nvSpPr>
          <p:spPr>
            <a:xfrm>
              <a:off x="4643630" y="2035226"/>
              <a:ext cx="38137" cy="39305"/>
            </a:xfrm>
            <a:custGeom>
              <a:rect b="b" l="l" r="r" t="t"/>
              <a:pathLst>
                <a:path extrusionOk="0" h="370" w="359">
                  <a:moveTo>
                    <a:pt x="180" y="0"/>
                  </a:moveTo>
                  <a:cubicBezTo>
                    <a:pt x="72" y="0"/>
                    <a:pt x="1" y="84"/>
                    <a:pt x="1" y="191"/>
                  </a:cubicBezTo>
                  <a:cubicBezTo>
                    <a:pt x="1" y="286"/>
                    <a:pt x="72" y="369"/>
                    <a:pt x="180" y="369"/>
                  </a:cubicBezTo>
                  <a:cubicBezTo>
                    <a:pt x="287" y="369"/>
                    <a:pt x="358" y="286"/>
                    <a:pt x="358" y="191"/>
                  </a:cubicBezTo>
                  <a:cubicBezTo>
                    <a:pt x="358" y="96"/>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4"/>
            <p:cNvSpPr/>
            <p:nvPr/>
          </p:nvSpPr>
          <p:spPr>
            <a:xfrm>
              <a:off x="4742318" y="2035226"/>
              <a:ext cx="38030" cy="39305"/>
            </a:xfrm>
            <a:custGeom>
              <a:rect b="b" l="l" r="r" t="t"/>
              <a:pathLst>
                <a:path extrusionOk="0" h="370" w="358">
                  <a:moveTo>
                    <a:pt x="179" y="0"/>
                  </a:moveTo>
                  <a:cubicBezTo>
                    <a:pt x="72" y="0"/>
                    <a:pt x="1" y="84"/>
                    <a:pt x="1" y="191"/>
                  </a:cubicBezTo>
                  <a:cubicBezTo>
                    <a:pt x="1" y="286"/>
                    <a:pt x="72" y="369"/>
                    <a:pt x="179" y="369"/>
                  </a:cubicBezTo>
                  <a:cubicBezTo>
                    <a:pt x="275" y="369"/>
                    <a:pt x="358" y="286"/>
                    <a:pt x="358" y="191"/>
                  </a:cubicBezTo>
                  <a:cubicBezTo>
                    <a:pt x="358" y="96"/>
                    <a:pt x="275"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4"/>
            <p:cNvSpPr/>
            <p:nvPr/>
          </p:nvSpPr>
          <p:spPr>
            <a:xfrm>
              <a:off x="4839731" y="2035226"/>
              <a:ext cx="38030" cy="39305"/>
            </a:xfrm>
            <a:custGeom>
              <a:rect b="b" l="l" r="r" t="t"/>
              <a:pathLst>
                <a:path extrusionOk="0" h="370" w="358">
                  <a:moveTo>
                    <a:pt x="179" y="0"/>
                  </a:moveTo>
                  <a:cubicBezTo>
                    <a:pt x="72" y="0"/>
                    <a:pt x="0" y="84"/>
                    <a:pt x="0" y="191"/>
                  </a:cubicBezTo>
                  <a:cubicBezTo>
                    <a:pt x="0" y="286"/>
                    <a:pt x="72" y="369"/>
                    <a:pt x="179" y="369"/>
                  </a:cubicBezTo>
                  <a:cubicBezTo>
                    <a:pt x="286" y="369"/>
                    <a:pt x="358" y="286"/>
                    <a:pt x="358" y="191"/>
                  </a:cubicBezTo>
                  <a:cubicBezTo>
                    <a:pt x="358" y="96"/>
                    <a:pt x="274"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4"/>
            <p:cNvSpPr/>
            <p:nvPr/>
          </p:nvSpPr>
          <p:spPr>
            <a:xfrm>
              <a:off x="4252810" y="2147829"/>
              <a:ext cx="38137" cy="38030"/>
            </a:xfrm>
            <a:custGeom>
              <a:rect b="b" l="l" r="r" t="t"/>
              <a:pathLst>
                <a:path extrusionOk="0" h="358" w="359">
                  <a:moveTo>
                    <a:pt x="180" y="0"/>
                  </a:moveTo>
                  <a:cubicBezTo>
                    <a:pt x="84" y="0"/>
                    <a:pt x="1" y="83"/>
                    <a:pt x="1" y="179"/>
                  </a:cubicBezTo>
                  <a:cubicBezTo>
                    <a:pt x="1" y="286"/>
                    <a:pt x="84" y="357"/>
                    <a:pt x="180" y="357"/>
                  </a:cubicBezTo>
                  <a:cubicBezTo>
                    <a:pt x="287" y="357"/>
                    <a:pt x="358" y="286"/>
                    <a:pt x="358" y="179"/>
                  </a:cubicBezTo>
                  <a:cubicBezTo>
                    <a:pt x="358" y="83"/>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4"/>
            <p:cNvSpPr/>
            <p:nvPr/>
          </p:nvSpPr>
          <p:spPr>
            <a:xfrm>
              <a:off x="4351498" y="2147829"/>
              <a:ext cx="38030" cy="38030"/>
            </a:xfrm>
            <a:custGeom>
              <a:rect b="b" l="l" r="r" t="t"/>
              <a:pathLst>
                <a:path extrusionOk="0" h="358" w="358">
                  <a:moveTo>
                    <a:pt x="179" y="0"/>
                  </a:moveTo>
                  <a:cubicBezTo>
                    <a:pt x="72" y="0"/>
                    <a:pt x="1" y="83"/>
                    <a:pt x="1" y="179"/>
                  </a:cubicBezTo>
                  <a:cubicBezTo>
                    <a:pt x="1" y="286"/>
                    <a:pt x="72" y="357"/>
                    <a:pt x="179" y="357"/>
                  </a:cubicBezTo>
                  <a:cubicBezTo>
                    <a:pt x="286" y="357"/>
                    <a:pt x="358" y="286"/>
                    <a:pt x="358" y="179"/>
                  </a:cubicBezTo>
                  <a:cubicBezTo>
                    <a:pt x="358" y="83"/>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4"/>
            <p:cNvSpPr/>
            <p:nvPr/>
          </p:nvSpPr>
          <p:spPr>
            <a:xfrm>
              <a:off x="4448911" y="2147829"/>
              <a:ext cx="38030" cy="38030"/>
            </a:xfrm>
            <a:custGeom>
              <a:rect b="b" l="l" r="r" t="t"/>
              <a:pathLst>
                <a:path extrusionOk="0" h="358" w="358">
                  <a:moveTo>
                    <a:pt x="179" y="0"/>
                  </a:moveTo>
                  <a:cubicBezTo>
                    <a:pt x="84" y="0"/>
                    <a:pt x="0" y="83"/>
                    <a:pt x="0" y="179"/>
                  </a:cubicBezTo>
                  <a:cubicBezTo>
                    <a:pt x="0" y="286"/>
                    <a:pt x="84" y="357"/>
                    <a:pt x="179" y="357"/>
                  </a:cubicBezTo>
                  <a:cubicBezTo>
                    <a:pt x="286" y="357"/>
                    <a:pt x="358" y="286"/>
                    <a:pt x="358" y="179"/>
                  </a:cubicBezTo>
                  <a:cubicBezTo>
                    <a:pt x="358" y="83"/>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4"/>
            <p:cNvSpPr/>
            <p:nvPr/>
          </p:nvSpPr>
          <p:spPr>
            <a:xfrm>
              <a:off x="4547599" y="2147829"/>
              <a:ext cx="38030" cy="38030"/>
            </a:xfrm>
            <a:custGeom>
              <a:rect b="b" l="l" r="r" t="t"/>
              <a:pathLst>
                <a:path extrusionOk="0" h="358" w="358">
                  <a:moveTo>
                    <a:pt x="179" y="0"/>
                  </a:moveTo>
                  <a:cubicBezTo>
                    <a:pt x="72" y="0"/>
                    <a:pt x="0" y="83"/>
                    <a:pt x="0" y="179"/>
                  </a:cubicBezTo>
                  <a:cubicBezTo>
                    <a:pt x="0" y="286"/>
                    <a:pt x="72" y="357"/>
                    <a:pt x="179" y="357"/>
                  </a:cubicBezTo>
                  <a:cubicBezTo>
                    <a:pt x="286" y="357"/>
                    <a:pt x="357" y="286"/>
                    <a:pt x="357" y="179"/>
                  </a:cubicBezTo>
                  <a:cubicBezTo>
                    <a:pt x="357" y="83"/>
                    <a:pt x="262"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4"/>
            <p:cNvSpPr/>
            <p:nvPr/>
          </p:nvSpPr>
          <p:spPr>
            <a:xfrm>
              <a:off x="4643630" y="2147829"/>
              <a:ext cx="38137" cy="38030"/>
            </a:xfrm>
            <a:custGeom>
              <a:rect b="b" l="l" r="r" t="t"/>
              <a:pathLst>
                <a:path extrusionOk="0" h="358" w="359">
                  <a:moveTo>
                    <a:pt x="180" y="0"/>
                  </a:moveTo>
                  <a:cubicBezTo>
                    <a:pt x="72" y="0"/>
                    <a:pt x="1" y="83"/>
                    <a:pt x="1" y="179"/>
                  </a:cubicBezTo>
                  <a:cubicBezTo>
                    <a:pt x="1" y="286"/>
                    <a:pt x="72" y="357"/>
                    <a:pt x="180" y="357"/>
                  </a:cubicBezTo>
                  <a:cubicBezTo>
                    <a:pt x="287" y="357"/>
                    <a:pt x="358" y="286"/>
                    <a:pt x="358" y="179"/>
                  </a:cubicBezTo>
                  <a:cubicBezTo>
                    <a:pt x="358" y="83"/>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4"/>
            <p:cNvSpPr/>
            <p:nvPr/>
          </p:nvSpPr>
          <p:spPr>
            <a:xfrm>
              <a:off x="4742318" y="2147829"/>
              <a:ext cx="38030" cy="38030"/>
            </a:xfrm>
            <a:custGeom>
              <a:rect b="b" l="l" r="r" t="t"/>
              <a:pathLst>
                <a:path extrusionOk="0" h="358" w="358">
                  <a:moveTo>
                    <a:pt x="179" y="0"/>
                  </a:moveTo>
                  <a:cubicBezTo>
                    <a:pt x="72" y="0"/>
                    <a:pt x="1" y="83"/>
                    <a:pt x="1" y="179"/>
                  </a:cubicBezTo>
                  <a:cubicBezTo>
                    <a:pt x="1" y="286"/>
                    <a:pt x="72" y="357"/>
                    <a:pt x="179" y="357"/>
                  </a:cubicBezTo>
                  <a:cubicBezTo>
                    <a:pt x="275" y="357"/>
                    <a:pt x="358" y="286"/>
                    <a:pt x="358" y="179"/>
                  </a:cubicBezTo>
                  <a:cubicBezTo>
                    <a:pt x="358" y="83"/>
                    <a:pt x="275"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4"/>
            <p:cNvSpPr/>
            <p:nvPr/>
          </p:nvSpPr>
          <p:spPr>
            <a:xfrm>
              <a:off x="4839731" y="2147829"/>
              <a:ext cx="38030" cy="38030"/>
            </a:xfrm>
            <a:custGeom>
              <a:rect b="b" l="l" r="r" t="t"/>
              <a:pathLst>
                <a:path extrusionOk="0" h="358" w="358">
                  <a:moveTo>
                    <a:pt x="179" y="0"/>
                  </a:moveTo>
                  <a:cubicBezTo>
                    <a:pt x="72" y="0"/>
                    <a:pt x="0" y="83"/>
                    <a:pt x="0" y="179"/>
                  </a:cubicBezTo>
                  <a:cubicBezTo>
                    <a:pt x="0" y="286"/>
                    <a:pt x="72" y="357"/>
                    <a:pt x="179" y="357"/>
                  </a:cubicBezTo>
                  <a:cubicBezTo>
                    <a:pt x="286" y="357"/>
                    <a:pt x="358" y="286"/>
                    <a:pt x="358" y="179"/>
                  </a:cubicBezTo>
                  <a:cubicBezTo>
                    <a:pt x="358" y="83"/>
                    <a:pt x="274"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4"/>
            <p:cNvSpPr/>
            <p:nvPr/>
          </p:nvSpPr>
          <p:spPr>
            <a:xfrm>
              <a:off x="4252810" y="2260327"/>
              <a:ext cx="38137" cy="38030"/>
            </a:xfrm>
            <a:custGeom>
              <a:rect b="b" l="l" r="r" t="t"/>
              <a:pathLst>
                <a:path extrusionOk="0" h="358" w="359">
                  <a:moveTo>
                    <a:pt x="180" y="1"/>
                  </a:moveTo>
                  <a:cubicBezTo>
                    <a:pt x="84" y="1"/>
                    <a:pt x="1" y="72"/>
                    <a:pt x="1" y="179"/>
                  </a:cubicBezTo>
                  <a:cubicBezTo>
                    <a:pt x="1" y="286"/>
                    <a:pt x="84" y="358"/>
                    <a:pt x="180" y="358"/>
                  </a:cubicBezTo>
                  <a:cubicBezTo>
                    <a:pt x="287" y="358"/>
                    <a:pt x="358" y="286"/>
                    <a:pt x="358" y="179"/>
                  </a:cubicBezTo>
                  <a:cubicBezTo>
                    <a:pt x="358" y="72"/>
                    <a:pt x="287" y="1"/>
                    <a:pt x="1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4"/>
            <p:cNvSpPr/>
            <p:nvPr/>
          </p:nvSpPr>
          <p:spPr>
            <a:xfrm>
              <a:off x="4351498" y="2260327"/>
              <a:ext cx="38030" cy="38030"/>
            </a:xfrm>
            <a:custGeom>
              <a:rect b="b" l="l" r="r" t="t"/>
              <a:pathLst>
                <a:path extrusionOk="0" h="358" w="358">
                  <a:moveTo>
                    <a:pt x="179" y="1"/>
                  </a:moveTo>
                  <a:cubicBezTo>
                    <a:pt x="72" y="1"/>
                    <a:pt x="1" y="72"/>
                    <a:pt x="1" y="179"/>
                  </a:cubicBezTo>
                  <a:cubicBezTo>
                    <a:pt x="1" y="286"/>
                    <a:pt x="72" y="358"/>
                    <a:pt x="179" y="358"/>
                  </a:cubicBezTo>
                  <a:cubicBezTo>
                    <a:pt x="286" y="358"/>
                    <a:pt x="358" y="286"/>
                    <a:pt x="358" y="179"/>
                  </a:cubicBezTo>
                  <a:cubicBezTo>
                    <a:pt x="358" y="72"/>
                    <a:pt x="286"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4"/>
            <p:cNvSpPr/>
            <p:nvPr/>
          </p:nvSpPr>
          <p:spPr>
            <a:xfrm>
              <a:off x="4448911" y="2260327"/>
              <a:ext cx="38030" cy="38030"/>
            </a:xfrm>
            <a:custGeom>
              <a:rect b="b" l="l" r="r" t="t"/>
              <a:pathLst>
                <a:path extrusionOk="0" h="358" w="358">
                  <a:moveTo>
                    <a:pt x="179" y="1"/>
                  </a:moveTo>
                  <a:cubicBezTo>
                    <a:pt x="84" y="1"/>
                    <a:pt x="0" y="72"/>
                    <a:pt x="0" y="179"/>
                  </a:cubicBezTo>
                  <a:cubicBezTo>
                    <a:pt x="0" y="286"/>
                    <a:pt x="84" y="358"/>
                    <a:pt x="179" y="358"/>
                  </a:cubicBezTo>
                  <a:cubicBezTo>
                    <a:pt x="286" y="358"/>
                    <a:pt x="358" y="286"/>
                    <a:pt x="358" y="179"/>
                  </a:cubicBezTo>
                  <a:cubicBezTo>
                    <a:pt x="358" y="72"/>
                    <a:pt x="286"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4"/>
            <p:cNvSpPr/>
            <p:nvPr/>
          </p:nvSpPr>
          <p:spPr>
            <a:xfrm>
              <a:off x="4547599" y="2260327"/>
              <a:ext cx="38030" cy="38030"/>
            </a:xfrm>
            <a:custGeom>
              <a:rect b="b" l="l" r="r" t="t"/>
              <a:pathLst>
                <a:path extrusionOk="0" h="358" w="358">
                  <a:moveTo>
                    <a:pt x="179" y="1"/>
                  </a:moveTo>
                  <a:cubicBezTo>
                    <a:pt x="72" y="1"/>
                    <a:pt x="0" y="72"/>
                    <a:pt x="0" y="179"/>
                  </a:cubicBezTo>
                  <a:cubicBezTo>
                    <a:pt x="0" y="286"/>
                    <a:pt x="72" y="358"/>
                    <a:pt x="179" y="358"/>
                  </a:cubicBezTo>
                  <a:cubicBezTo>
                    <a:pt x="286" y="358"/>
                    <a:pt x="357" y="286"/>
                    <a:pt x="357" y="179"/>
                  </a:cubicBezTo>
                  <a:cubicBezTo>
                    <a:pt x="357" y="72"/>
                    <a:pt x="262"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4"/>
            <p:cNvSpPr/>
            <p:nvPr/>
          </p:nvSpPr>
          <p:spPr>
            <a:xfrm>
              <a:off x="4643630" y="2260327"/>
              <a:ext cx="38137" cy="38030"/>
            </a:xfrm>
            <a:custGeom>
              <a:rect b="b" l="l" r="r" t="t"/>
              <a:pathLst>
                <a:path extrusionOk="0" h="358" w="359">
                  <a:moveTo>
                    <a:pt x="180" y="1"/>
                  </a:moveTo>
                  <a:cubicBezTo>
                    <a:pt x="72" y="1"/>
                    <a:pt x="1" y="72"/>
                    <a:pt x="1" y="179"/>
                  </a:cubicBezTo>
                  <a:cubicBezTo>
                    <a:pt x="1" y="286"/>
                    <a:pt x="72" y="358"/>
                    <a:pt x="180" y="358"/>
                  </a:cubicBezTo>
                  <a:cubicBezTo>
                    <a:pt x="287" y="358"/>
                    <a:pt x="358" y="286"/>
                    <a:pt x="358" y="179"/>
                  </a:cubicBezTo>
                  <a:cubicBezTo>
                    <a:pt x="358" y="72"/>
                    <a:pt x="287" y="1"/>
                    <a:pt x="1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4"/>
            <p:cNvSpPr/>
            <p:nvPr/>
          </p:nvSpPr>
          <p:spPr>
            <a:xfrm>
              <a:off x="4742318" y="2260327"/>
              <a:ext cx="38030" cy="38030"/>
            </a:xfrm>
            <a:custGeom>
              <a:rect b="b" l="l" r="r" t="t"/>
              <a:pathLst>
                <a:path extrusionOk="0" h="358" w="358">
                  <a:moveTo>
                    <a:pt x="179" y="1"/>
                  </a:moveTo>
                  <a:cubicBezTo>
                    <a:pt x="72" y="1"/>
                    <a:pt x="1" y="72"/>
                    <a:pt x="1" y="179"/>
                  </a:cubicBezTo>
                  <a:cubicBezTo>
                    <a:pt x="1" y="286"/>
                    <a:pt x="72" y="358"/>
                    <a:pt x="179" y="358"/>
                  </a:cubicBezTo>
                  <a:cubicBezTo>
                    <a:pt x="275" y="358"/>
                    <a:pt x="358" y="286"/>
                    <a:pt x="358" y="179"/>
                  </a:cubicBezTo>
                  <a:cubicBezTo>
                    <a:pt x="358" y="72"/>
                    <a:pt x="275"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4"/>
            <p:cNvSpPr/>
            <p:nvPr/>
          </p:nvSpPr>
          <p:spPr>
            <a:xfrm>
              <a:off x="4839731" y="2260327"/>
              <a:ext cx="38030" cy="38030"/>
            </a:xfrm>
            <a:custGeom>
              <a:rect b="b" l="l" r="r" t="t"/>
              <a:pathLst>
                <a:path extrusionOk="0" h="358" w="358">
                  <a:moveTo>
                    <a:pt x="179" y="1"/>
                  </a:moveTo>
                  <a:cubicBezTo>
                    <a:pt x="72" y="1"/>
                    <a:pt x="0" y="72"/>
                    <a:pt x="0" y="179"/>
                  </a:cubicBezTo>
                  <a:cubicBezTo>
                    <a:pt x="0" y="286"/>
                    <a:pt x="72" y="358"/>
                    <a:pt x="179" y="358"/>
                  </a:cubicBezTo>
                  <a:cubicBezTo>
                    <a:pt x="286" y="358"/>
                    <a:pt x="358" y="286"/>
                    <a:pt x="358" y="179"/>
                  </a:cubicBezTo>
                  <a:cubicBezTo>
                    <a:pt x="358" y="72"/>
                    <a:pt x="274"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4"/>
            <p:cNvSpPr/>
            <p:nvPr/>
          </p:nvSpPr>
          <p:spPr>
            <a:xfrm>
              <a:off x="4252810" y="2371656"/>
              <a:ext cx="38137" cy="38030"/>
            </a:xfrm>
            <a:custGeom>
              <a:rect b="b" l="l" r="r" t="t"/>
              <a:pathLst>
                <a:path extrusionOk="0" h="358" w="359">
                  <a:moveTo>
                    <a:pt x="180" y="0"/>
                  </a:moveTo>
                  <a:cubicBezTo>
                    <a:pt x="84" y="0"/>
                    <a:pt x="1" y="72"/>
                    <a:pt x="1" y="179"/>
                  </a:cubicBezTo>
                  <a:cubicBezTo>
                    <a:pt x="1" y="274"/>
                    <a:pt x="84" y="358"/>
                    <a:pt x="180" y="358"/>
                  </a:cubicBezTo>
                  <a:cubicBezTo>
                    <a:pt x="287" y="358"/>
                    <a:pt x="358" y="274"/>
                    <a:pt x="358" y="179"/>
                  </a:cubicBezTo>
                  <a:cubicBezTo>
                    <a:pt x="358" y="84"/>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4"/>
            <p:cNvSpPr/>
            <p:nvPr/>
          </p:nvSpPr>
          <p:spPr>
            <a:xfrm>
              <a:off x="4351498" y="2371656"/>
              <a:ext cx="38030" cy="38030"/>
            </a:xfrm>
            <a:custGeom>
              <a:rect b="b" l="l" r="r" t="t"/>
              <a:pathLst>
                <a:path extrusionOk="0" h="358" w="358">
                  <a:moveTo>
                    <a:pt x="179" y="0"/>
                  </a:moveTo>
                  <a:cubicBezTo>
                    <a:pt x="72" y="0"/>
                    <a:pt x="1" y="72"/>
                    <a:pt x="1" y="179"/>
                  </a:cubicBezTo>
                  <a:cubicBezTo>
                    <a:pt x="1" y="274"/>
                    <a:pt x="72" y="358"/>
                    <a:pt x="179" y="358"/>
                  </a:cubicBezTo>
                  <a:cubicBezTo>
                    <a:pt x="286" y="358"/>
                    <a:pt x="358" y="274"/>
                    <a:pt x="358" y="179"/>
                  </a:cubicBezTo>
                  <a:cubicBezTo>
                    <a:pt x="358" y="84"/>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4"/>
            <p:cNvSpPr/>
            <p:nvPr/>
          </p:nvSpPr>
          <p:spPr>
            <a:xfrm>
              <a:off x="4448911" y="2371656"/>
              <a:ext cx="38030" cy="38030"/>
            </a:xfrm>
            <a:custGeom>
              <a:rect b="b" l="l" r="r" t="t"/>
              <a:pathLst>
                <a:path extrusionOk="0" h="358" w="358">
                  <a:moveTo>
                    <a:pt x="179" y="0"/>
                  </a:moveTo>
                  <a:cubicBezTo>
                    <a:pt x="84" y="0"/>
                    <a:pt x="0" y="72"/>
                    <a:pt x="0" y="179"/>
                  </a:cubicBezTo>
                  <a:cubicBezTo>
                    <a:pt x="0" y="274"/>
                    <a:pt x="84" y="358"/>
                    <a:pt x="179" y="358"/>
                  </a:cubicBezTo>
                  <a:cubicBezTo>
                    <a:pt x="286" y="358"/>
                    <a:pt x="358" y="274"/>
                    <a:pt x="358" y="179"/>
                  </a:cubicBezTo>
                  <a:cubicBezTo>
                    <a:pt x="358" y="84"/>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4"/>
            <p:cNvSpPr/>
            <p:nvPr/>
          </p:nvSpPr>
          <p:spPr>
            <a:xfrm>
              <a:off x="4547599" y="2371656"/>
              <a:ext cx="38030" cy="38030"/>
            </a:xfrm>
            <a:custGeom>
              <a:rect b="b" l="l" r="r" t="t"/>
              <a:pathLst>
                <a:path extrusionOk="0" h="358" w="358">
                  <a:moveTo>
                    <a:pt x="179" y="0"/>
                  </a:moveTo>
                  <a:cubicBezTo>
                    <a:pt x="72" y="0"/>
                    <a:pt x="0" y="72"/>
                    <a:pt x="0" y="179"/>
                  </a:cubicBezTo>
                  <a:cubicBezTo>
                    <a:pt x="0" y="274"/>
                    <a:pt x="72" y="358"/>
                    <a:pt x="179" y="358"/>
                  </a:cubicBezTo>
                  <a:cubicBezTo>
                    <a:pt x="286" y="358"/>
                    <a:pt x="357" y="274"/>
                    <a:pt x="357" y="179"/>
                  </a:cubicBezTo>
                  <a:cubicBezTo>
                    <a:pt x="357" y="84"/>
                    <a:pt x="262"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4"/>
            <p:cNvSpPr/>
            <p:nvPr/>
          </p:nvSpPr>
          <p:spPr>
            <a:xfrm>
              <a:off x="4643630" y="2371656"/>
              <a:ext cx="38137" cy="38030"/>
            </a:xfrm>
            <a:custGeom>
              <a:rect b="b" l="l" r="r" t="t"/>
              <a:pathLst>
                <a:path extrusionOk="0" h="358" w="359">
                  <a:moveTo>
                    <a:pt x="180" y="0"/>
                  </a:moveTo>
                  <a:cubicBezTo>
                    <a:pt x="72" y="0"/>
                    <a:pt x="1" y="72"/>
                    <a:pt x="1" y="179"/>
                  </a:cubicBezTo>
                  <a:cubicBezTo>
                    <a:pt x="1" y="274"/>
                    <a:pt x="72" y="358"/>
                    <a:pt x="180" y="358"/>
                  </a:cubicBezTo>
                  <a:cubicBezTo>
                    <a:pt x="287" y="358"/>
                    <a:pt x="358" y="274"/>
                    <a:pt x="358" y="179"/>
                  </a:cubicBezTo>
                  <a:cubicBezTo>
                    <a:pt x="358" y="84"/>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4"/>
            <p:cNvSpPr/>
            <p:nvPr/>
          </p:nvSpPr>
          <p:spPr>
            <a:xfrm>
              <a:off x="4742318" y="2371656"/>
              <a:ext cx="38030" cy="38030"/>
            </a:xfrm>
            <a:custGeom>
              <a:rect b="b" l="l" r="r" t="t"/>
              <a:pathLst>
                <a:path extrusionOk="0" h="358" w="358">
                  <a:moveTo>
                    <a:pt x="179" y="0"/>
                  </a:moveTo>
                  <a:cubicBezTo>
                    <a:pt x="72" y="0"/>
                    <a:pt x="1" y="72"/>
                    <a:pt x="1" y="179"/>
                  </a:cubicBezTo>
                  <a:cubicBezTo>
                    <a:pt x="1" y="274"/>
                    <a:pt x="72" y="358"/>
                    <a:pt x="179" y="358"/>
                  </a:cubicBezTo>
                  <a:cubicBezTo>
                    <a:pt x="275" y="358"/>
                    <a:pt x="358" y="274"/>
                    <a:pt x="358" y="179"/>
                  </a:cubicBezTo>
                  <a:cubicBezTo>
                    <a:pt x="358" y="84"/>
                    <a:pt x="275"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4"/>
            <p:cNvSpPr/>
            <p:nvPr/>
          </p:nvSpPr>
          <p:spPr>
            <a:xfrm>
              <a:off x="4839731" y="2371656"/>
              <a:ext cx="38030" cy="38030"/>
            </a:xfrm>
            <a:custGeom>
              <a:rect b="b" l="l" r="r" t="t"/>
              <a:pathLst>
                <a:path extrusionOk="0" h="358" w="358">
                  <a:moveTo>
                    <a:pt x="179" y="0"/>
                  </a:moveTo>
                  <a:cubicBezTo>
                    <a:pt x="72" y="0"/>
                    <a:pt x="0" y="72"/>
                    <a:pt x="0" y="179"/>
                  </a:cubicBezTo>
                  <a:cubicBezTo>
                    <a:pt x="0" y="274"/>
                    <a:pt x="72" y="358"/>
                    <a:pt x="179" y="358"/>
                  </a:cubicBezTo>
                  <a:cubicBezTo>
                    <a:pt x="286" y="358"/>
                    <a:pt x="358" y="274"/>
                    <a:pt x="358" y="179"/>
                  </a:cubicBezTo>
                  <a:cubicBezTo>
                    <a:pt x="358" y="84"/>
                    <a:pt x="274"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4"/>
            <p:cNvSpPr/>
            <p:nvPr/>
          </p:nvSpPr>
          <p:spPr>
            <a:xfrm>
              <a:off x="4252810" y="2482985"/>
              <a:ext cx="38137" cy="38030"/>
            </a:xfrm>
            <a:custGeom>
              <a:rect b="b" l="l" r="r" t="t"/>
              <a:pathLst>
                <a:path extrusionOk="0" h="358" w="359">
                  <a:moveTo>
                    <a:pt x="180" y="0"/>
                  </a:moveTo>
                  <a:cubicBezTo>
                    <a:pt x="84" y="0"/>
                    <a:pt x="1" y="72"/>
                    <a:pt x="1" y="179"/>
                  </a:cubicBezTo>
                  <a:cubicBezTo>
                    <a:pt x="1" y="286"/>
                    <a:pt x="84" y="357"/>
                    <a:pt x="180" y="357"/>
                  </a:cubicBezTo>
                  <a:cubicBezTo>
                    <a:pt x="287" y="357"/>
                    <a:pt x="358" y="286"/>
                    <a:pt x="358" y="179"/>
                  </a:cubicBezTo>
                  <a:cubicBezTo>
                    <a:pt x="358" y="84"/>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4"/>
            <p:cNvSpPr/>
            <p:nvPr/>
          </p:nvSpPr>
          <p:spPr>
            <a:xfrm>
              <a:off x="4351498" y="2482985"/>
              <a:ext cx="38030" cy="38030"/>
            </a:xfrm>
            <a:custGeom>
              <a:rect b="b" l="l" r="r" t="t"/>
              <a:pathLst>
                <a:path extrusionOk="0" h="358" w="358">
                  <a:moveTo>
                    <a:pt x="179" y="0"/>
                  </a:moveTo>
                  <a:cubicBezTo>
                    <a:pt x="72" y="0"/>
                    <a:pt x="1" y="72"/>
                    <a:pt x="1" y="179"/>
                  </a:cubicBezTo>
                  <a:cubicBezTo>
                    <a:pt x="1" y="286"/>
                    <a:pt x="72" y="357"/>
                    <a:pt x="179" y="357"/>
                  </a:cubicBezTo>
                  <a:cubicBezTo>
                    <a:pt x="286" y="357"/>
                    <a:pt x="358" y="286"/>
                    <a:pt x="358" y="179"/>
                  </a:cubicBezTo>
                  <a:cubicBezTo>
                    <a:pt x="358" y="84"/>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4"/>
            <p:cNvSpPr/>
            <p:nvPr/>
          </p:nvSpPr>
          <p:spPr>
            <a:xfrm>
              <a:off x="4448911" y="2482985"/>
              <a:ext cx="38030" cy="38030"/>
            </a:xfrm>
            <a:custGeom>
              <a:rect b="b" l="l" r="r" t="t"/>
              <a:pathLst>
                <a:path extrusionOk="0" h="358" w="358">
                  <a:moveTo>
                    <a:pt x="179" y="0"/>
                  </a:moveTo>
                  <a:cubicBezTo>
                    <a:pt x="84" y="0"/>
                    <a:pt x="0" y="72"/>
                    <a:pt x="0" y="179"/>
                  </a:cubicBezTo>
                  <a:cubicBezTo>
                    <a:pt x="0" y="286"/>
                    <a:pt x="84" y="357"/>
                    <a:pt x="179" y="357"/>
                  </a:cubicBezTo>
                  <a:cubicBezTo>
                    <a:pt x="286" y="357"/>
                    <a:pt x="358" y="286"/>
                    <a:pt x="358" y="179"/>
                  </a:cubicBezTo>
                  <a:cubicBezTo>
                    <a:pt x="358" y="84"/>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4"/>
            <p:cNvSpPr/>
            <p:nvPr/>
          </p:nvSpPr>
          <p:spPr>
            <a:xfrm>
              <a:off x="4547599" y="2482985"/>
              <a:ext cx="38030" cy="38030"/>
            </a:xfrm>
            <a:custGeom>
              <a:rect b="b" l="l" r="r" t="t"/>
              <a:pathLst>
                <a:path extrusionOk="0" h="358" w="358">
                  <a:moveTo>
                    <a:pt x="179" y="0"/>
                  </a:moveTo>
                  <a:cubicBezTo>
                    <a:pt x="72" y="0"/>
                    <a:pt x="0" y="72"/>
                    <a:pt x="0" y="179"/>
                  </a:cubicBezTo>
                  <a:cubicBezTo>
                    <a:pt x="0" y="286"/>
                    <a:pt x="72" y="357"/>
                    <a:pt x="179" y="357"/>
                  </a:cubicBezTo>
                  <a:cubicBezTo>
                    <a:pt x="286" y="357"/>
                    <a:pt x="357" y="286"/>
                    <a:pt x="357" y="179"/>
                  </a:cubicBezTo>
                  <a:cubicBezTo>
                    <a:pt x="357" y="84"/>
                    <a:pt x="262"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4"/>
            <p:cNvSpPr/>
            <p:nvPr/>
          </p:nvSpPr>
          <p:spPr>
            <a:xfrm>
              <a:off x="4643630" y="2482985"/>
              <a:ext cx="38137" cy="38030"/>
            </a:xfrm>
            <a:custGeom>
              <a:rect b="b" l="l" r="r" t="t"/>
              <a:pathLst>
                <a:path extrusionOk="0" h="358" w="359">
                  <a:moveTo>
                    <a:pt x="180" y="0"/>
                  </a:moveTo>
                  <a:cubicBezTo>
                    <a:pt x="72" y="0"/>
                    <a:pt x="1" y="72"/>
                    <a:pt x="1" y="179"/>
                  </a:cubicBezTo>
                  <a:cubicBezTo>
                    <a:pt x="1" y="286"/>
                    <a:pt x="72" y="357"/>
                    <a:pt x="180" y="357"/>
                  </a:cubicBezTo>
                  <a:cubicBezTo>
                    <a:pt x="287" y="357"/>
                    <a:pt x="358" y="286"/>
                    <a:pt x="358" y="179"/>
                  </a:cubicBezTo>
                  <a:cubicBezTo>
                    <a:pt x="358" y="84"/>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4"/>
            <p:cNvSpPr/>
            <p:nvPr/>
          </p:nvSpPr>
          <p:spPr>
            <a:xfrm>
              <a:off x="4742318" y="2482985"/>
              <a:ext cx="38030" cy="38030"/>
            </a:xfrm>
            <a:custGeom>
              <a:rect b="b" l="l" r="r" t="t"/>
              <a:pathLst>
                <a:path extrusionOk="0" h="358" w="358">
                  <a:moveTo>
                    <a:pt x="179" y="0"/>
                  </a:moveTo>
                  <a:cubicBezTo>
                    <a:pt x="72" y="0"/>
                    <a:pt x="1" y="72"/>
                    <a:pt x="1" y="179"/>
                  </a:cubicBezTo>
                  <a:cubicBezTo>
                    <a:pt x="1" y="286"/>
                    <a:pt x="72" y="357"/>
                    <a:pt x="179" y="357"/>
                  </a:cubicBezTo>
                  <a:cubicBezTo>
                    <a:pt x="275" y="357"/>
                    <a:pt x="358" y="286"/>
                    <a:pt x="358" y="179"/>
                  </a:cubicBezTo>
                  <a:cubicBezTo>
                    <a:pt x="358" y="84"/>
                    <a:pt x="275"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4"/>
            <p:cNvSpPr/>
            <p:nvPr/>
          </p:nvSpPr>
          <p:spPr>
            <a:xfrm>
              <a:off x="4839731" y="2482985"/>
              <a:ext cx="38030" cy="38030"/>
            </a:xfrm>
            <a:custGeom>
              <a:rect b="b" l="l" r="r" t="t"/>
              <a:pathLst>
                <a:path extrusionOk="0" h="358" w="358">
                  <a:moveTo>
                    <a:pt x="179" y="0"/>
                  </a:moveTo>
                  <a:cubicBezTo>
                    <a:pt x="72" y="0"/>
                    <a:pt x="0" y="72"/>
                    <a:pt x="0" y="179"/>
                  </a:cubicBezTo>
                  <a:cubicBezTo>
                    <a:pt x="0" y="286"/>
                    <a:pt x="72" y="357"/>
                    <a:pt x="179" y="357"/>
                  </a:cubicBezTo>
                  <a:cubicBezTo>
                    <a:pt x="286" y="357"/>
                    <a:pt x="358" y="286"/>
                    <a:pt x="358" y="179"/>
                  </a:cubicBezTo>
                  <a:cubicBezTo>
                    <a:pt x="358" y="84"/>
                    <a:pt x="274"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4"/>
            <p:cNvSpPr/>
            <p:nvPr/>
          </p:nvSpPr>
          <p:spPr>
            <a:xfrm>
              <a:off x="4252810" y="2595483"/>
              <a:ext cx="38137" cy="38137"/>
            </a:xfrm>
            <a:custGeom>
              <a:rect b="b" l="l" r="r" t="t"/>
              <a:pathLst>
                <a:path extrusionOk="0" h="359" w="359">
                  <a:moveTo>
                    <a:pt x="180" y="1"/>
                  </a:moveTo>
                  <a:cubicBezTo>
                    <a:pt x="84" y="1"/>
                    <a:pt x="1" y="72"/>
                    <a:pt x="1" y="179"/>
                  </a:cubicBezTo>
                  <a:cubicBezTo>
                    <a:pt x="1" y="287"/>
                    <a:pt x="84" y="358"/>
                    <a:pt x="180" y="358"/>
                  </a:cubicBezTo>
                  <a:cubicBezTo>
                    <a:pt x="287" y="358"/>
                    <a:pt x="358" y="287"/>
                    <a:pt x="358" y="179"/>
                  </a:cubicBezTo>
                  <a:cubicBezTo>
                    <a:pt x="358" y="72"/>
                    <a:pt x="287" y="1"/>
                    <a:pt x="1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4"/>
            <p:cNvSpPr/>
            <p:nvPr/>
          </p:nvSpPr>
          <p:spPr>
            <a:xfrm>
              <a:off x="4351498" y="2595483"/>
              <a:ext cx="38030" cy="38137"/>
            </a:xfrm>
            <a:custGeom>
              <a:rect b="b" l="l" r="r" t="t"/>
              <a:pathLst>
                <a:path extrusionOk="0" h="359" w="358">
                  <a:moveTo>
                    <a:pt x="179" y="1"/>
                  </a:moveTo>
                  <a:cubicBezTo>
                    <a:pt x="72" y="1"/>
                    <a:pt x="1" y="72"/>
                    <a:pt x="1" y="179"/>
                  </a:cubicBezTo>
                  <a:cubicBezTo>
                    <a:pt x="1" y="287"/>
                    <a:pt x="72" y="358"/>
                    <a:pt x="179" y="358"/>
                  </a:cubicBezTo>
                  <a:cubicBezTo>
                    <a:pt x="286" y="358"/>
                    <a:pt x="358" y="287"/>
                    <a:pt x="358" y="179"/>
                  </a:cubicBezTo>
                  <a:cubicBezTo>
                    <a:pt x="358" y="72"/>
                    <a:pt x="286"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4"/>
            <p:cNvSpPr/>
            <p:nvPr/>
          </p:nvSpPr>
          <p:spPr>
            <a:xfrm>
              <a:off x="4448911" y="2595483"/>
              <a:ext cx="38030" cy="38137"/>
            </a:xfrm>
            <a:custGeom>
              <a:rect b="b" l="l" r="r" t="t"/>
              <a:pathLst>
                <a:path extrusionOk="0" h="359" w="358">
                  <a:moveTo>
                    <a:pt x="179" y="1"/>
                  </a:moveTo>
                  <a:cubicBezTo>
                    <a:pt x="84" y="1"/>
                    <a:pt x="0" y="72"/>
                    <a:pt x="0" y="179"/>
                  </a:cubicBezTo>
                  <a:cubicBezTo>
                    <a:pt x="0" y="287"/>
                    <a:pt x="84" y="358"/>
                    <a:pt x="179" y="358"/>
                  </a:cubicBezTo>
                  <a:cubicBezTo>
                    <a:pt x="286" y="358"/>
                    <a:pt x="358" y="287"/>
                    <a:pt x="358" y="179"/>
                  </a:cubicBezTo>
                  <a:cubicBezTo>
                    <a:pt x="358" y="72"/>
                    <a:pt x="286"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4"/>
            <p:cNvSpPr/>
            <p:nvPr/>
          </p:nvSpPr>
          <p:spPr>
            <a:xfrm>
              <a:off x="4547599" y="2595483"/>
              <a:ext cx="38030" cy="38137"/>
            </a:xfrm>
            <a:custGeom>
              <a:rect b="b" l="l" r="r" t="t"/>
              <a:pathLst>
                <a:path extrusionOk="0" h="359" w="358">
                  <a:moveTo>
                    <a:pt x="179" y="1"/>
                  </a:moveTo>
                  <a:cubicBezTo>
                    <a:pt x="72" y="1"/>
                    <a:pt x="0" y="72"/>
                    <a:pt x="0" y="179"/>
                  </a:cubicBezTo>
                  <a:cubicBezTo>
                    <a:pt x="0" y="287"/>
                    <a:pt x="72" y="358"/>
                    <a:pt x="179" y="358"/>
                  </a:cubicBezTo>
                  <a:cubicBezTo>
                    <a:pt x="286" y="358"/>
                    <a:pt x="357" y="287"/>
                    <a:pt x="357" y="179"/>
                  </a:cubicBezTo>
                  <a:cubicBezTo>
                    <a:pt x="357" y="72"/>
                    <a:pt x="262"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4"/>
            <p:cNvSpPr/>
            <p:nvPr/>
          </p:nvSpPr>
          <p:spPr>
            <a:xfrm>
              <a:off x="4643630" y="2595483"/>
              <a:ext cx="38137" cy="38137"/>
            </a:xfrm>
            <a:custGeom>
              <a:rect b="b" l="l" r="r" t="t"/>
              <a:pathLst>
                <a:path extrusionOk="0" h="359" w="359">
                  <a:moveTo>
                    <a:pt x="180" y="1"/>
                  </a:moveTo>
                  <a:cubicBezTo>
                    <a:pt x="72" y="1"/>
                    <a:pt x="1" y="72"/>
                    <a:pt x="1" y="179"/>
                  </a:cubicBezTo>
                  <a:cubicBezTo>
                    <a:pt x="1" y="287"/>
                    <a:pt x="72" y="358"/>
                    <a:pt x="180" y="358"/>
                  </a:cubicBezTo>
                  <a:cubicBezTo>
                    <a:pt x="287" y="358"/>
                    <a:pt x="358" y="287"/>
                    <a:pt x="358" y="179"/>
                  </a:cubicBezTo>
                  <a:cubicBezTo>
                    <a:pt x="358" y="72"/>
                    <a:pt x="287" y="1"/>
                    <a:pt x="1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4"/>
            <p:cNvSpPr/>
            <p:nvPr/>
          </p:nvSpPr>
          <p:spPr>
            <a:xfrm>
              <a:off x="4742318" y="2595483"/>
              <a:ext cx="38030" cy="38137"/>
            </a:xfrm>
            <a:custGeom>
              <a:rect b="b" l="l" r="r" t="t"/>
              <a:pathLst>
                <a:path extrusionOk="0" h="359" w="358">
                  <a:moveTo>
                    <a:pt x="179" y="1"/>
                  </a:moveTo>
                  <a:cubicBezTo>
                    <a:pt x="72" y="1"/>
                    <a:pt x="1" y="72"/>
                    <a:pt x="1" y="179"/>
                  </a:cubicBezTo>
                  <a:cubicBezTo>
                    <a:pt x="1" y="287"/>
                    <a:pt x="72" y="358"/>
                    <a:pt x="179" y="358"/>
                  </a:cubicBezTo>
                  <a:cubicBezTo>
                    <a:pt x="275" y="358"/>
                    <a:pt x="358" y="287"/>
                    <a:pt x="358" y="179"/>
                  </a:cubicBezTo>
                  <a:cubicBezTo>
                    <a:pt x="358" y="72"/>
                    <a:pt x="275"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4"/>
            <p:cNvSpPr/>
            <p:nvPr/>
          </p:nvSpPr>
          <p:spPr>
            <a:xfrm>
              <a:off x="4839731" y="2595483"/>
              <a:ext cx="38030" cy="38137"/>
            </a:xfrm>
            <a:custGeom>
              <a:rect b="b" l="l" r="r" t="t"/>
              <a:pathLst>
                <a:path extrusionOk="0" h="359" w="358">
                  <a:moveTo>
                    <a:pt x="179" y="1"/>
                  </a:moveTo>
                  <a:cubicBezTo>
                    <a:pt x="72" y="1"/>
                    <a:pt x="0" y="72"/>
                    <a:pt x="0" y="179"/>
                  </a:cubicBezTo>
                  <a:cubicBezTo>
                    <a:pt x="0" y="287"/>
                    <a:pt x="72" y="358"/>
                    <a:pt x="179" y="358"/>
                  </a:cubicBezTo>
                  <a:cubicBezTo>
                    <a:pt x="286" y="358"/>
                    <a:pt x="358" y="287"/>
                    <a:pt x="358" y="179"/>
                  </a:cubicBezTo>
                  <a:cubicBezTo>
                    <a:pt x="358" y="72"/>
                    <a:pt x="274"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1" name="Google Shape;161;p4"/>
          <p:cNvSpPr/>
          <p:nvPr/>
        </p:nvSpPr>
        <p:spPr>
          <a:xfrm rot="10800000">
            <a:off x="7416900" y="-2003350"/>
            <a:ext cx="1727100" cy="2745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62" name="Shape 162"/>
        <p:cNvGrpSpPr/>
        <p:nvPr/>
      </p:nvGrpSpPr>
      <p:grpSpPr>
        <a:xfrm>
          <a:off x="0" y="0"/>
          <a:ext cx="0" cy="0"/>
          <a:chOff x="0" y="0"/>
          <a:chExt cx="0" cy="0"/>
        </a:xfrm>
      </p:grpSpPr>
      <p:grpSp>
        <p:nvGrpSpPr>
          <p:cNvPr id="163" name="Google Shape;163;p5"/>
          <p:cNvGrpSpPr/>
          <p:nvPr/>
        </p:nvGrpSpPr>
        <p:grpSpPr>
          <a:xfrm>
            <a:off x="6061922" y="4608489"/>
            <a:ext cx="2337963" cy="1058857"/>
            <a:chOff x="867497" y="4760889"/>
            <a:chExt cx="2337963" cy="1058857"/>
          </a:xfrm>
        </p:grpSpPr>
        <p:grpSp>
          <p:nvGrpSpPr>
            <p:cNvPr id="164" name="Google Shape;164;p5"/>
            <p:cNvGrpSpPr/>
            <p:nvPr/>
          </p:nvGrpSpPr>
          <p:grpSpPr>
            <a:xfrm>
              <a:off x="2099672" y="4760889"/>
              <a:ext cx="1105788" cy="1058857"/>
              <a:chOff x="4252810" y="2035226"/>
              <a:chExt cx="624951" cy="598394"/>
            </a:xfrm>
          </p:grpSpPr>
          <p:sp>
            <p:nvSpPr>
              <p:cNvPr id="165" name="Google Shape;165;p5"/>
              <p:cNvSpPr/>
              <p:nvPr/>
            </p:nvSpPr>
            <p:spPr>
              <a:xfrm>
                <a:off x="4252810" y="2035226"/>
                <a:ext cx="38137" cy="39305"/>
              </a:xfrm>
              <a:custGeom>
                <a:rect b="b" l="l" r="r" t="t"/>
                <a:pathLst>
                  <a:path extrusionOk="0" h="370" w="359">
                    <a:moveTo>
                      <a:pt x="180" y="0"/>
                    </a:moveTo>
                    <a:cubicBezTo>
                      <a:pt x="84" y="0"/>
                      <a:pt x="1" y="84"/>
                      <a:pt x="1" y="191"/>
                    </a:cubicBezTo>
                    <a:cubicBezTo>
                      <a:pt x="1" y="286"/>
                      <a:pt x="84" y="369"/>
                      <a:pt x="180" y="369"/>
                    </a:cubicBezTo>
                    <a:cubicBezTo>
                      <a:pt x="287" y="369"/>
                      <a:pt x="358" y="286"/>
                      <a:pt x="358" y="191"/>
                    </a:cubicBezTo>
                    <a:cubicBezTo>
                      <a:pt x="358" y="96"/>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5"/>
              <p:cNvSpPr/>
              <p:nvPr/>
            </p:nvSpPr>
            <p:spPr>
              <a:xfrm>
                <a:off x="4351498" y="2035226"/>
                <a:ext cx="38030" cy="39305"/>
              </a:xfrm>
              <a:custGeom>
                <a:rect b="b" l="l" r="r" t="t"/>
                <a:pathLst>
                  <a:path extrusionOk="0" h="370" w="358">
                    <a:moveTo>
                      <a:pt x="179" y="0"/>
                    </a:moveTo>
                    <a:cubicBezTo>
                      <a:pt x="72" y="0"/>
                      <a:pt x="1" y="84"/>
                      <a:pt x="1" y="191"/>
                    </a:cubicBezTo>
                    <a:cubicBezTo>
                      <a:pt x="1" y="286"/>
                      <a:pt x="72" y="369"/>
                      <a:pt x="179" y="369"/>
                    </a:cubicBezTo>
                    <a:cubicBezTo>
                      <a:pt x="286" y="369"/>
                      <a:pt x="358" y="286"/>
                      <a:pt x="358" y="191"/>
                    </a:cubicBezTo>
                    <a:cubicBezTo>
                      <a:pt x="358" y="96"/>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5"/>
              <p:cNvSpPr/>
              <p:nvPr/>
            </p:nvSpPr>
            <p:spPr>
              <a:xfrm>
                <a:off x="4448911" y="2035226"/>
                <a:ext cx="38030" cy="39305"/>
              </a:xfrm>
              <a:custGeom>
                <a:rect b="b" l="l" r="r" t="t"/>
                <a:pathLst>
                  <a:path extrusionOk="0" h="370" w="358">
                    <a:moveTo>
                      <a:pt x="179" y="0"/>
                    </a:moveTo>
                    <a:cubicBezTo>
                      <a:pt x="84" y="0"/>
                      <a:pt x="0" y="84"/>
                      <a:pt x="0" y="191"/>
                    </a:cubicBezTo>
                    <a:cubicBezTo>
                      <a:pt x="0" y="286"/>
                      <a:pt x="84" y="369"/>
                      <a:pt x="179" y="369"/>
                    </a:cubicBezTo>
                    <a:cubicBezTo>
                      <a:pt x="286" y="369"/>
                      <a:pt x="358" y="286"/>
                      <a:pt x="358" y="191"/>
                    </a:cubicBezTo>
                    <a:cubicBezTo>
                      <a:pt x="358" y="96"/>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5"/>
              <p:cNvSpPr/>
              <p:nvPr/>
            </p:nvSpPr>
            <p:spPr>
              <a:xfrm>
                <a:off x="4547599" y="2035226"/>
                <a:ext cx="38030" cy="39305"/>
              </a:xfrm>
              <a:custGeom>
                <a:rect b="b" l="l" r="r" t="t"/>
                <a:pathLst>
                  <a:path extrusionOk="0" h="370" w="358">
                    <a:moveTo>
                      <a:pt x="179" y="0"/>
                    </a:moveTo>
                    <a:cubicBezTo>
                      <a:pt x="72" y="0"/>
                      <a:pt x="0" y="84"/>
                      <a:pt x="0" y="191"/>
                    </a:cubicBezTo>
                    <a:cubicBezTo>
                      <a:pt x="0" y="286"/>
                      <a:pt x="72" y="369"/>
                      <a:pt x="179" y="369"/>
                    </a:cubicBezTo>
                    <a:cubicBezTo>
                      <a:pt x="286" y="369"/>
                      <a:pt x="357" y="286"/>
                      <a:pt x="357" y="191"/>
                    </a:cubicBezTo>
                    <a:cubicBezTo>
                      <a:pt x="357" y="96"/>
                      <a:pt x="262"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5"/>
              <p:cNvSpPr/>
              <p:nvPr/>
            </p:nvSpPr>
            <p:spPr>
              <a:xfrm>
                <a:off x="4643630" y="2035226"/>
                <a:ext cx="38137" cy="39305"/>
              </a:xfrm>
              <a:custGeom>
                <a:rect b="b" l="l" r="r" t="t"/>
                <a:pathLst>
                  <a:path extrusionOk="0" h="370" w="359">
                    <a:moveTo>
                      <a:pt x="180" y="0"/>
                    </a:moveTo>
                    <a:cubicBezTo>
                      <a:pt x="72" y="0"/>
                      <a:pt x="1" y="84"/>
                      <a:pt x="1" y="191"/>
                    </a:cubicBezTo>
                    <a:cubicBezTo>
                      <a:pt x="1" y="286"/>
                      <a:pt x="72" y="369"/>
                      <a:pt x="180" y="369"/>
                    </a:cubicBezTo>
                    <a:cubicBezTo>
                      <a:pt x="287" y="369"/>
                      <a:pt x="358" y="286"/>
                      <a:pt x="358" y="191"/>
                    </a:cubicBezTo>
                    <a:cubicBezTo>
                      <a:pt x="358" y="96"/>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5"/>
              <p:cNvSpPr/>
              <p:nvPr/>
            </p:nvSpPr>
            <p:spPr>
              <a:xfrm>
                <a:off x="4742318" y="2035226"/>
                <a:ext cx="38030" cy="39305"/>
              </a:xfrm>
              <a:custGeom>
                <a:rect b="b" l="l" r="r" t="t"/>
                <a:pathLst>
                  <a:path extrusionOk="0" h="370" w="358">
                    <a:moveTo>
                      <a:pt x="179" y="0"/>
                    </a:moveTo>
                    <a:cubicBezTo>
                      <a:pt x="72" y="0"/>
                      <a:pt x="1" y="84"/>
                      <a:pt x="1" y="191"/>
                    </a:cubicBezTo>
                    <a:cubicBezTo>
                      <a:pt x="1" y="286"/>
                      <a:pt x="72" y="369"/>
                      <a:pt x="179" y="369"/>
                    </a:cubicBezTo>
                    <a:cubicBezTo>
                      <a:pt x="275" y="369"/>
                      <a:pt x="358" y="286"/>
                      <a:pt x="358" y="191"/>
                    </a:cubicBezTo>
                    <a:cubicBezTo>
                      <a:pt x="358" y="96"/>
                      <a:pt x="275"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5"/>
              <p:cNvSpPr/>
              <p:nvPr/>
            </p:nvSpPr>
            <p:spPr>
              <a:xfrm>
                <a:off x="4839731" y="2035226"/>
                <a:ext cx="38030" cy="39305"/>
              </a:xfrm>
              <a:custGeom>
                <a:rect b="b" l="l" r="r" t="t"/>
                <a:pathLst>
                  <a:path extrusionOk="0" h="370" w="358">
                    <a:moveTo>
                      <a:pt x="179" y="0"/>
                    </a:moveTo>
                    <a:cubicBezTo>
                      <a:pt x="72" y="0"/>
                      <a:pt x="0" y="84"/>
                      <a:pt x="0" y="191"/>
                    </a:cubicBezTo>
                    <a:cubicBezTo>
                      <a:pt x="0" y="286"/>
                      <a:pt x="72" y="369"/>
                      <a:pt x="179" y="369"/>
                    </a:cubicBezTo>
                    <a:cubicBezTo>
                      <a:pt x="286" y="369"/>
                      <a:pt x="358" y="286"/>
                      <a:pt x="358" y="191"/>
                    </a:cubicBezTo>
                    <a:cubicBezTo>
                      <a:pt x="358" y="96"/>
                      <a:pt x="274"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5"/>
              <p:cNvSpPr/>
              <p:nvPr/>
            </p:nvSpPr>
            <p:spPr>
              <a:xfrm>
                <a:off x="4252810" y="2147829"/>
                <a:ext cx="38137" cy="38030"/>
              </a:xfrm>
              <a:custGeom>
                <a:rect b="b" l="l" r="r" t="t"/>
                <a:pathLst>
                  <a:path extrusionOk="0" h="358" w="359">
                    <a:moveTo>
                      <a:pt x="180" y="0"/>
                    </a:moveTo>
                    <a:cubicBezTo>
                      <a:pt x="84" y="0"/>
                      <a:pt x="1" y="83"/>
                      <a:pt x="1" y="179"/>
                    </a:cubicBezTo>
                    <a:cubicBezTo>
                      <a:pt x="1" y="286"/>
                      <a:pt x="84" y="357"/>
                      <a:pt x="180" y="357"/>
                    </a:cubicBezTo>
                    <a:cubicBezTo>
                      <a:pt x="287" y="357"/>
                      <a:pt x="358" y="286"/>
                      <a:pt x="358" y="179"/>
                    </a:cubicBezTo>
                    <a:cubicBezTo>
                      <a:pt x="358" y="83"/>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5"/>
              <p:cNvSpPr/>
              <p:nvPr/>
            </p:nvSpPr>
            <p:spPr>
              <a:xfrm>
                <a:off x="4351498" y="2147829"/>
                <a:ext cx="38030" cy="38030"/>
              </a:xfrm>
              <a:custGeom>
                <a:rect b="b" l="l" r="r" t="t"/>
                <a:pathLst>
                  <a:path extrusionOk="0" h="358" w="358">
                    <a:moveTo>
                      <a:pt x="179" y="0"/>
                    </a:moveTo>
                    <a:cubicBezTo>
                      <a:pt x="72" y="0"/>
                      <a:pt x="1" y="83"/>
                      <a:pt x="1" y="179"/>
                    </a:cubicBezTo>
                    <a:cubicBezTo>
                      <a:pt x="1" y="286"/>
                      <a:pt x="72" y="357"/>
                      <a:pt x="179" y="357"/>
                    </a:cubicBezTo>
                    <a:cubicBezTo>
                      <a:pt x="286" y="357"/>
                      <a:pt x="358" y="286"/>
                      <a:pt x="358" y="179"/>
                    </a:cubicBezTo>
                    <a:cubicBezTo>
                      <a:pt x="358" y="83"/>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5"/>
              <p:cNvSpPr/>
              <p:nvPr/>
            </p:nvSpPr>
            <p:spPr>
              <a:xfrm>
                <a:off x="4448911" y="2147829"/>
                <a:ext cx="38030" cy="38030"/>
              </a:xfrm>
              <a:custGeom>
                <a:rect b="b" l="l" r="r" t="t"/>
                <a:pathLst>
                  <a:path extrusionOk="0" h="358" w="358">
                    <a:moveTo>
                      <a:pt x="179" y="0"/>
                    </a:moveTo>
                    <a:cubicBezTo>
                      <a:pt x="84" y="0"/>
                      <a:pt x="0" y="83"/>
                      <a:pt x="0" y="179"/>
                    </a:cubicBezTo>
                    <a:cubicBezTo>
                      <a:pt x="0" y="286"/>
                      <a:pt x="84" y="357"/>
                      <a:pt x="179" y="357"/>
                    </a:cubicBezTo>
                    <a:cubicBezTo>
                      <a:pt x="286" y="357"/>
                      <a:pt x="358" y="286"/>
                      <a:pt x="358" y="179"/>
                    </a:cubicBezTo>
                    <a:cubicBezTo>
                      <a:pt x="358" y="83"/>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5"/>
              <p:cNvSpPr/>
              <p:nvPr/>
            </p:nvSpPr>
            <p:spPr>
              <a:xfrm>
                <a:off x="4547599" y="2147829"/>
                <a:ext cx="38030" cy="38030"/>
              </a:xfrm>
              <a:custGeom>
                <a:rect b="b" l="l" r="r" t="t"/>
                <a:pathLst>
                  <a:path extrusionOk="0" h="358" w="358">
                    <a:moveTo>
                      <a:pt x="179" y="0"/>
                    </a:moveTo>
                    <a:cubicBezTo>
                      <a:pt x="72" y="0"/>
                      <a:pt x="0" y="83"/>
                      <a:pt x="0" y="179"/>
                    </a:cubicBezTo>
                    <a:cubicBezTo>
                      <a:pt x="0" y="286"/>
                      <a:pt x="72" y="357"/>
                      <a:pt x="179" y="357"/>
                    </a:cubicBezTo>
                    <a:cubicBezTo>
                      <a:pt x="286" y="357"/>
                      <a:pt x="357" y="286"/>
                      <a:pt x="357" y="179"/>
                    </a:cubicBezTo>
                    <a:cubicBezTo>
                      <a:pt x="357" y="83"/>
                      <a:pt x="262"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5"/>
              <p:cNvSpPr/>
              <p:nvPr/>
            </p:nvSpPr>
            <p:spPr>
              <a:xfrm>
                <a:off x="4643630" y="2147829"/>
                <a:ext cx="38137" cy="38030"/>
              </a:xfrm>
              <a:custGeom>
                <a:rect b="b" l="l" r="r" t="t"/>
                <a:pathLst>
                  <a:path extrusionOk="0" h="358" w="359">
                    <a:moveTo>
                      <a:pt x="180" y="0"/>
                    </a:moveTo>
                    <a:cubicBezTo>
                      <a:pt x="72" y="0"/>
                      <a:pt x="1" y="83"/>
                      <a:pt x="1" y="179"/>
                    </a:cubicBezTo>
                    <a:cubicBezTo>
                      <a:pt x="1" y="286"/>
                      <a:pt x="72" y="357"/>
                      <a:pt x="180" y="357"/>
                    </a:cubicBezTo>
                    <a:cubicBezTo>
                      <a:pt x="287" y="357"/>
                      <a:pt x="358" y="286"/>
                      <a:pt x="358" y="179"/>
                    </a:cubicBezTo>
                    <a:cubicBezTo>
                      <a:pt x="358" y="83"/>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5"/>
              <p:cNvSpPr/>
              <p:nvPr/>
            </p:nvSpPr>
            <p:spPr>
              <a:xfrm>
                <a:off x="4742318" y="2147829"/>
                <a:ext cx="38030" cy="38030"/>
              </a:xfrm>
              <a:custGeom>
                <a:rect b="b" l="l" r="r" t="t"/>
                <a:pathLst>
                  <a:path extrusionOk="0" h="358" w="358">
                    <a:moveTo>
                      <a:pt x="179" y="0"/>
                    </a:moveTo>
                    <a:cubicBezTo>
                      <a:pt x="72" y="0"/>
                      <a:pt x="1" y="83"/>
                      <a:pt x="1" y="179"/>
                    </a:cubicBezTo>
                    <a:cubicBezTo>
                      <a:pt x="1" y="286"/>
                      <a:pt x="72" y="357"/>
                      <a:pt x="179" y="357"/>
                    </a:cubicBezTo>
                    <a:cubicBezTo>
                      <a:pt x="275" y="357"/>
                      <a:pt x="358" y="286"/>
                      <a:pt x="358" y="179"/>
                    </a:cubicBezTo>
                    <a:cubicBezTo>
                      <a:pt x="358" y="83"/>
                      <a:pt x="275"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5"/>
              <p:cNvSpPr/>
              <p:nvPr/>
            </p:nvSpPr>
            <p:spPr>
              <a:xfrm>
                <a:off x="4839731" y="2147829"/>
                <a:ext cx="38030" cy="38030"/>
              </a:xfrm>
              <a:custGeom>
                <a:rect b="b" l="l" r="r" t="t"/>
                <a:pathLst>
                  <a:path extrusionOk="0" h="358" w="358">
                    <a:moveTo>
                      <a:pt x="179" y="0"/>
                    </a:moveTo>
                    <a:cubicBezTo>
                      <a:pt x="72" y="0"/>
                      <a:pt x="0" y="83"/>
                      <a:pt x="0" y="179"/>
                    </a:cubicBezTo>
                    <a:cubicBezTo>
                      <a:pt x="0" y="286"/>
                      <a:pt x="72" y="357"/>
                      <a:pt x="179" y="357"/>
                    </a:cubicBezTo>
                    <a:cubicBezTo>
                      <a:pt x="286" y="357"/>
                      <a:pt x="358" y="286"/>
                      <a:pt x="358" y="179"/>
                    </a:cubicBezTo>
                    <a:cubicBezTo>
                      <a:pt x="358" y="83"/>
                      <a:pt x="274"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5"/>
              <p:cNvSpPr/>
              <p:nvPr/>
            </p:nvSpPr>
            <p:spPr>
              <a:xfrm>
                <a:off x="4252810" y="2260327"/>
                <a:ext cx="38137" cy="38030"/>
              </a:xfrm>
              <a:custGeom>
                <a:rect b="b" l="l" r="r" t="t"/>
                <a:pathLst>
                  <a:path extrusionOk="0" h="358" w="359">
                    <a:moveTo>
                      <a:pt x="180" y="1"/>
                    </a:moveTo>
                    <a:cubicBezTo>
                      <a:pt x="84" y="1"/>
                      <a:pt x="1" y="72"/>
                      <a:pt x="1" y="179"/>
                    </a:cubicBezTo>
                    <a:cubicBezTo>
                      <a:pt x="1" y="286"/>
                      <a:pt x="84" y="358"/>
                      <a:pt x="180" y="358"/>
                    </a:cubicBezTo>
                    <a:cubicBezTo>
                      <a:pt x="287" y="358"/>
                      <a:pt x="358" y="286"/>
                      <a:pt x="358" y="179"/>
                    </a:cubicBezTo>
                    <a:cubicBezTo>
                      <a:pt x="358" y="72"/>
                      <a:pt x="287" y="1"/>
                      <a:pt x="1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5"/>
              <p:cNvSpPr/>
              <p:nvPr/>
            </p:nvSpPr>
            <p:spPr>
              <a:xfrm>
                <a:off x="4351498" y="2260327"/>
                <a:ext cx="38030" cy="38030"/>
              </a:xfrm>
              <a:custGeom>
                <a:rect b="b" l="l" r="r" t="t"/>
                <a:pathLst>
                  <a:path extrusionOk="0" h="358" w="358">
                    <a:moveTo>
                      <a:pt x="179" y="1"/>
                    </a:moveTo>
                    <a:cubicBezTo>
                      <a:pt x="72" y="1"/>
                      <a:pt x="1" y="72"/>
                      <a:pt x="1" y="179"/>
                    </a:cubicBezTo>
                    <a:cubicBezTo>
                      <a:pt x="1" y="286"/>
                      <a:pt x="72" y="358"/>
                      <a:pt x="179" y="358"/>
                    </a:cubicBezTo>
                    <a:cubicBezTo>
                      <a:pt x="286" y="358"/>
                      <a:pt x="358" y="286"/>
                      <a:pt x="358" y="179"/>
                    </a:cubicBezTo>
                    <a:cubicBezTo>
                      <a:pt x="358" y="72"/>
                      <a:pt x="286"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5"/>
              <p:cNvSpPr/>
              <p:nvPr/>
            </p:nvSpPr>
            <p:spPr>
              <a:xfrm>
                <a:off x="4448911" y="2260327"/>
                <a:ext cx="38030" cy="38030"/>
              </a:xfrm>
              <a:custGeom>
                <a:rect b="b" l="l" r="r" t="t"/>
                <a:pathLst>
                  <a:path extrusionOk="0" h="358" w="358">
                    <a:moveTo>
                      <a:pt x="179" y="1"/>
                    </a:moveTo>
                    <a:cubicBezTo>
                      <a:pt x="84" y="1"/>
                      <a:pt x="0" y="72"/>
                      <a:pt x="0" y="179"/>
                    </a:cubicBezTo>
                    <a:cubicBezTo>
                      <a:pt x="0" y="286"/>
                      <a:pt x="84" y="358"/>
                      <a:pt x="179" y="358"/>
                    </a:cubicBezTo>
                    <a:cubicBezTo>
                      <a:pt x="286" y="358"/>
                      <a:pt x="358" y="286"/>
                      <a:pt x="358" y="179"/>
                    </a:cubicBezTo>
                    <a:cubicBezTo>
                      <a:pt x="358" y="72"/>
                      <a:pt x="286"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5"/>
              <p:cNvSpPr/>
              <p:nvPr/>
            </p:nvSpPr>
            <p:spPr>
              <a:xfrm>
                <a:off x="4547599" y="2260327"/>
                <a:ext cx="38030" cy="38030"/>
              </a:xfrm>
              <a:custGeom>
                <a:rect b="b" l="l" r="r" t="t"/>
                <a:pathLst>
                  <a:path extrusionOk="0" h="358" w="358">
                    <a:moveTo>
                      <a:pt x="179" y="1"/>
                    </a:moveTo>
                    <a:cubicBezTo>
                      <a:pt x="72" y="1"/>
                      <a:pt x="0" y="72"/>
                      <a:pt x="0" y="179"/>
                    </a:cubicBezTo>
                    <a:cubicBezTo>
                      <a:pt x="0" y="286"/>
                      <a:pt x="72" y="358"/>
                      <a:pt x="179" y="358"/>
                    </a:cubicBezTo>
                    <a:cubicBezTo>
                      <a:pt x="286" y="358"/>
                      <a:pt x="357" y="286"/>
                      <a:pt x="357" y="179"/>
                    </a:cubicBezTo>
                    <a:cubicBezTo>
                      <a:pt x="357" y="72"/>
                      <a:pt x="262"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5"/>
              <p:cNvSpPr/>
              <p:nvPr/>
            </p:nvSpPr>
            <p:spPr>
              <a:xfrm>
                <a:off x="4643630" y="2260327"/>
                <a:ext cx="38137" cy="38030"/>
              </a:xfrm>
              <a:custGeom>
                <a:rect b="b" l="l" r="r" t="t"/>
                <a:pathLst>
                  <a:path extrusionOk="0" h="358" w="359">
                    <a:moveTo>
                      <a:pt x="180" y="1"/>
                    </a:moveTo>
                    <a:cubicBezTo>
                      <a:pt x="72" y="1"/>
                      <a:pt x="1" y="72"/>
                      <a:pt x="1" y="179"/>
                    </a:cubicBezTo>
                    <a:cubicBezTo>
                      <a:pt x="1" y="286"/>
                      <a:pt x="72" y="358"/>
                      <a:pt x="180" y="358"/>
                    </a:cubicBezTo>
                    <a:cubicBezTo>
                      <a:pt x="287" y="358"/>
                      <a:pt x="358" y="286"/>
                      <a:pt x="358" y="179"/>
                    </a:cubicBezTo>
                    <a:cubicBezTo>
                      <a:pt x="358" y="72"/>
                      <a:pt x="287" y="1"/>
                      <a:pt x="1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5"/>
              <p:cNvSpPr/>
              <p:nvPr/>
            </p:nvSpPr>
            <p:spPr>
              <a:xfrm>
                <a:off x="4742318" y="2260327"/>
                <a:ext cx="38030" cy="38030"/>
              </a:xfrm>
              <a:custGeom>
                <a:rect b="b" l="l" r="r" t="t"/>
                <a:pathLst>
                  <a:path extrusionOk="0" h="358" w="358">
                    <a:moveTo>
                      <a:pt x="179" y="1"/>
                    </a:moveTo>
                    <a:cubicBezTo>
                      <a:pt x="72" y="1"/>
                      <a:pt x="1" y="72"/>
                      <a:pt x="1" y="179"/>
                    </a:cubicBezTo>
                    <a:cubicBezTo>
                      <a:pt x="1" y="286"/>
                      <a:pt x="72" y="358"/>
                      <a:pt x="179" y="358"/>
                    </a:cubicBezTo>
                    <a:cubicBezTo>
                      <a:pt x="275" y="358"/>
                      <a:pt x="358" y="286"/>
                      <a:pt x="358" y="179"/>
                    </a:cubicBezTo>
                    <a:cubicBezTo>
                      <a:pt x="358" y="72"/>
                      <a:pt x="275"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5"/>
              <p:cNvSpPr/>
              <p:nvPr/>
            </p:nvSpPr>
            <p:spPr>
              <a:xfrm>
                <a:off x="4839731" y="2260327"/>
                <a:ext cx="38030" cy="38030"/>
              </a:xfrm>
              <a:custGeom>
                <a:rect b="b" l="l" r="r" t="t"/>
                <a:pathLst>
                  <a:path extrusionOk="0" h="358" w="358">
                    <a:moveTo>
                      <a:pt x="179" y="1"/>
                    </a:moveTo>
                    <a:cubicBezTo>
                      <a:pt x="72" y="1"/>
                      <a:pt x="0" y="72"/>
                      <a:pt x="0" y="179"/>
                    </a:cubicBezTo>
                    <a:cubicBezTo>
                      <a:pt x="0" y="286"/>
                      <a:pt x="72" y="358"/>
                      <a:pt x="179" y="358"/>
                    </a:cubicBezTo>
                    <a:cubicBezTo>
                      <a:pt x="286" y="358"/>
                      <a:pt x="358" y="286"/>
                      <a:pt x="358" y="179"/>
                    </a:cubicBezTo>
                    <a:cubicBezTo>
                      <a:pt x="358" y="72"/>
                      <a:pt x="274"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5"/>
              <p:cNvSpPr/>
              <p:nvPr/>
            </p:nvSpPr>
            <p:spPr>
              <a:xfrm>
                <a:off x="4252810" y="2371656"/>
                <a:ext cx="38137" cy="38030"/>
              </a:xfrm>
              <a:custGeom>
                <a:rect b="b" l="l" r="r" t="t"/>
                <a:pathLst>
                  <a:path extrusionOk="0" h="358" w="359">
                    <a:moveTo>
                      <a:pt x="180" y="0"/>
                    </a:moveTo>
                    <a:cubicBezTo>
                      <a:pt x="84" y="0"/>
                      <a:pt x="1" y="72"/>
                      <a:pt x="1" y="179"/>
                    </a:cubicBezTo>
                    <a:cubicBezTo>
                      <a:pt x="1" y="274"/>
                      <a:pt x="84" y="358"/>
                      <a:pt x="180" y="358"/>
                    </a:cubicBezTo>
                    <a:cubicBezTo>
                      <a:pt x="287" y="358"/>
                      <a:pt x="358" y="274"/>
                      <a:pt x="358" y="179"/>
                    </a:cubicBezTo>
                    <a:cubicBezTo>
                      <a:pt x="358" y="84"/>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5"/>
              <p:cNvSpPr/>
              <p:nvPr/>
            </p:nvSpPr>
            <p:spPr>
              <a:xfrm>
                <a:off x="4351498" y="2371656"/>
                <a:ext cx="38030" cy="38030"/>
              </a:xfrm>
              <a:custGeom>
                <a:rect b="b" l="l" r="r" t="t"/>
                <a:pathLst>
                  <a:path extrusionOk="0" h="358" w="358">
                    <a:moveTo>
                      <a:pt x="179" y="0"/>
                    </a:moveTo>
                    <a:cubicBezTo>
                      <a:pt x="72" y="0"/>
                      <a:pt x="1" y="72"/>
                      <a:pt x="1" y="179"/>
                    </a:cubicBezTo>
                    <a:cubicBezTo>
                      <a:pt x="1" y="274"/>
                      <a:pt x="72" y="358"/>
                      <a:pt x="179" y="358"/>
                    </a:cubicBezTo>
                    <a:cubicBezTo>
                      <a:pt x="286" y="358"/>
                      <a:pt x="358" y="274"/>
                      <a:pt x="358" y="179"/>
                    </a:cubicBezTo>
                    <a:cubicBezTo>
                      <a:pt x="358" y="84"/>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5"/>
              <p:cNvSpPr/>
              <p:nvPr/>
            </p:nvSpPr>
            <p:spPr>
              <a:xfrm>
                <a:off x="4448911" y="2371656"/>
                <a:ext cx="38030" cy="38030"/>
              </a:xfrm>
              <a:custGeom>
                <a:rect b="b" l="l" r="r" t="t"/>
                <a:pathLst>
                  <a:path extrusionOk="0" h="358" w="358">
                    <a:moveTo>
                      <a:pt x="179" y="0"/>
                    </a:moveTo>
                    <a:cubicBezTo>
                      <a:pt x="84" y="0"/>
                      <a:pt x="0" y="72"/>
                      <a:pt x="0" y="179"/>
                    </a:cubicBezTo>
                    <a:cubicBezTo>
                      <a:pt x="0" y="274"/>
                      <a:pt x="84" y="358"/>
                      <a:pt x="179" y="358"/>
                    </a:cubicBezTo>
                    <a:cubicBezTo>
                      <a:pt x="286" y="358"/>
                      <a:pt x="358" y="274"/>
                      <a:pt x="358" y="179"/>
                    </a:cubicBezTo>
                    <a:cubicBezTo>
                      <a:pt x="358" y="84"/>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5"/>
              <p:cNvSpPr/>
              <p:nvPr/>
            </p:nvSpPr>
            <p:spPr>
              <a:xfrm>
                <a:off x="4547599" y="2371656"/>
                <a:ext cx="38030" cy="38030"/>
              </a:xfrm>
              <a:custGeom>
                <a:rect b="b" l="l" r="r" t="t"/>
                <a:pathLst>
                  <a:path extrusionOk="0" h="358" w="358">
                    <a:moveTo>
                      <a:pt x="179" y="0"/>
                    </a:moveTo>
                    <a:cubicBezTo>
                      <a:pt x="72" y="0"/>
                      <a:pt x="0" y="72"/>
                      <a:pt x="0" y="179"/>
                    </a:cubicBezTo>
                    <a:cubicBezTo>
                      <a:pt x="0" y="274"/>
                      <a:pt x="72" y="358"/>
                      <a:pt x="179" y="358"/>
                    </a:cubicBezTo>
                    <a:cubicBezTo>
                      <a:pt x="286" y="358"/>
                      <a:pt x="357" y="274"/>
                      <a:pt x="357" y="179"/>
                    </a:cubicBezTo>
                    <a:cubicBezTo>
                      <a:pt x="357" y="84"/>
                      <a:pt x="262"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5"/>
              <p:cNvSpPr/>
              <p:nvPr/>
            </p:nvSpPr>
            <p:spPr>
              <a:xfrm>
                <a:off x="4643630" y="2371656"/>
                <a:ext cx="38137" cy="38030"/>
              </a:xfrm>
              <a:custGeom>
                <a:rect b="b" l="l" r="r" t="t"/>
                <a:pathLst>
                  <a:path extrusionOk="0" h="358" w="359">
                    <a:moveTo>
                      <a:pt x="180" y="0"/>
                    </a:moveTo>
                    <a:cubicBezTo>
                      <a:pt x="72" y="0"/>
                      <a:pt x="1" y="72"/>
                      <a:pt x="1" y="179"/>
                    </a:cubicBezTo>
                    <a:cubicBezTo>
                      <a:pt x="1" y="274"/>
                      <a:pt x="72" y="358"/>
                      <a:pt x="180" y="358"/>
                    </a:cubicBezTo>
                    <a:cubicBezTo>
                      <a:pt x="287" y="358"/>
                      <a:pt x="358" y="274"/>
                      <a:pt x="358" y="179"/>
                    </a:cubicBezTo>
                    <a:cubicBezTo>
                      <a:pt x="358" y="84"/>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5"/>
              <p:cNvSpPr/>
              <p:nvPr/>
            </p:nvSpPr>
            <p:spPr>
              <a:xfrm>
                <a:off x="4742318" y="2371656"/>
                <a:ext cx="38030" cy="38030"/>
              </a:xfrm>
              <a:custGeom>
                <a:rect b="b" l="l" r="r" t="t"/>
                <a:pathLst>
                  <a:path extrusionOk="0" h="358" w="358">
                    <a:moveTo>
                      <a:pt x="179" y="0"/>
                    </a:moveTo>
                    <a:cubicBezTo>
                      <a:pt x="72" y="0"/>
                      <a:pt x="1" y="72"/>
                      <a:pt x="1" y="179"/>
                    </a:cubicBezTo>
                    <a:cubicBezTo>
                      <a:pt x="1" y="274"/>
                      <a:pt x="72" y="358"/>
                      <a:pt x="179" y="358"/>
                    </a:cubicBezTo>
                    <a:cubicBezTo>
                      <a:pt x="275" y="358"/>
                      <a:pt x="358" y="274"/>
                      <a:pt x="358" y="179"/>
                    </a:cubicBezTo>
                    <a:cubicBezTo>
                      <a:pt x="358" y="84"/>
                      <a:pt x="275"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5"/>
              <p:cNvSpPr/>
              <p:nvPr/>
            </p:nvSpPr>
            <p:spPr>
              <a:xfrm>
                <a:off x="4839731" y="2371656"/>
                <a:ext cx="38030" cy="38030"/>
              </a:xfrm>
              <a:custGeom>
                <a:rect b="b" l="l" r="r" t="t"/>
                <a:pathLst>
                  <a:path extrusionOk="0" h="358" w="358">
                    <a:moveTo>
                      <a:pt x="179" y="0"/>
                    </a:moveTo>
                    <a:cubicBezTo>
                      <a:pt x="72" y="0"/>
                      <a:pt x="0" y="72"/>
                      <a:pt x="0" y="179"/>
                    </a:cubicBezTo>
                    <a:cubicBezTo>
                      <a:pt x="0" y="274"/>
                      <a:pt x="72" y="358"/>
                      <a:pt x="179" y="358"/>
                    </a:cubicBezTo>
                    <a:cubicBezTo>
                      <a:pt x="286" y="358"/>
                      <a:pt x="358" y="274"/>
                      <a:pt x="358" y="179"/>
                    </a:cubicBezTo>
                    <a:cubicBezTo>
                      <a:pt x="358" y="84"/>
                      <a:pt x="274"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5"/>
              <p:cNvSpPr/>
              <p:nvPr/>
            </p:nvSpPr>
            <p:spPr>
              <a:xfrm>
                <a:off x="4252810" y="2482985"/>
                <a:ext cx="38137" cy="38030"/>
              </a:xfrm>
              <a:custGeom>
                <a:rect b="b" l="l" r="r" t="t"/>
                <a:pathLst>
                  <a:path extrusionOk="0" h="358" w="359">
                    <a:moveTo>
                      <a:pt x="180" y="0"/>
                    </a:moveTo>
                    <a:cubicBezTo>
                      <a:pt x="84" y="0"/>
                      <a:pt x="1" y="72"/>
                      <a:pt x="1" y="179"/>
                    </a:cubicBezTo>
                    <a:cubicBezTo>
                      <a:pt x="1" y="286"/>
                      <a:pt x="84" y="357"/>
                      <a:pt x="180" y="357"/>
                    </a:cubicBezTo>
                    <a:cubicBezTo>
                      <a:pt x="287" y="357"/>
                      <a:pt x="358" y="286"/>
                      <a:pt x="358" y="179"/>
                    </a:cubicBezTo>
                    <a:cubicBezTo>
                      <a:pt x="358" y="84"/>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5"/>
              <p:cNvSpPr/>
              <p:nvPr/>
            </p:nvSpPr>
            <p:spPr>
              <a:xfrm>
                <a:off x="4351498" y="2482985"/>
                <a:ext cx="38030" cy="38030"/>
              </a:xfrm>
              <a:custGeom>
                <a:rect b="b" l="l" r="r" t="t"/>
                <a:pathLst>
                  <a:path extrusionOk="0" h="358" w="358">
                    <a:moveTo>
                      <a:pt x="179" y="0"/>
                    </a:moveTo>
                    <a:cubicBezTo>
                      <a:pt x="72" y="0"/>
                      <a:pt x="1" y="72"/>
                      <a:pt x="1" y="179"/>
                    </a:cubicBezTo>
                    <a:cubicBezTo>
                      <a:pt x="1" y="286"/>
                      <a:pt x="72" y="357"/>
                      <a:pt x="179" y="357"/>
                    </a:cubicBezTo>
                    <a:cubicBezTo>
                      <a:pt x="286" y="357"/>
                      <a:pt x="358" y="286"/>
                      <a:pt x="358" y="179"/>
                    </a:cubicBezTo>
                    <a:cubicBezTo>
                      <a:pt x="358" y="84"/>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5"/>
              <p:cNvSpPr/>
              <p:nvPr/>
            </p:nvSpPr>
            <p:spPr>
              <a:xfrm>
                <a:off x="4448911" y="2482985"/>
                <a:ext cx="38030" cy="38030"/>
              </a:xfrm>
              <a:custGeom>
                <a:rect b="b" l="l" r="r" t="t"/>
                <a:pathLst>
                  <a:path extrusionOk="0" h="358" w="358">
                    <a:moveTo>
                      <a:pt x="179" y="0"/>
                    </a:moveTo>
                    <a:cubicBezTo>
                      <a:pt x="84" y="0"/>
                      <a:pt x="0" y="72"/>
                      <a:pt x="0" y="179"/>
                    </a:cubicBezTo>
                    <a:cubicBezTo>
                      <a:pt x="0" y="286"/>
                      <a:pt x="84" y="357"/>
                      <a:pt x="179" y="357"/>
                    </a:cubicBezTo>
                    <a:cubicBezTo>
                      <a:pt x="286" y="357"/>
                      <a:pt x="358" y="286"/>
                      <a:pt x="358" y="179"/>
                    </a:cubicBezTo>
                    <a:cubicBezTo>
                      <a:pt x="358" y="84"/>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5"/>
              <p:cNvSpPr/>
              <p:nvPr/>
            </p:nvSpPr>
            <p:spPr>
              <a:xfrm>
                <a:off x="4547599" y="2482985"/>
                <a:ext cx="38030" cy="38030"/>
              </a:xfrm>
              <a:custGeom>
                <a:rect b="b" l="l" r="r" t="t"/>
                <a:pathLst>
                  <a:path extrusionOk="0" h="358" w="358">
                    <a:moveTo>
                      <a:pt x="179" y="0"/>
                    </a:moveTo>
                    <a:cubicBezTo>
                      <a:pt x="72" y="0"/>
                      <a:pt x="0" y="72"/>
                      <a:pt x="0" y="179"/>
                    </a:cubicBezTo>
                    <a:cubicBezTo>
                      <a:pt x="0" y="286"/>
                      <a:pt x="72" y="357"/>
                      <a:pt x="179" y="357"/>
                    </a:cubicBezTo>
                    <a:cubicBezTo>
                      <a:pt x="286" y="357"/>
                      <a:pt x="357" y="286"/>
                      <a:pt x="357" y="179"/>
                    </a:cubicBezTo>
                    <a:cubicBezTo>
                      <a:pt x="357" y="84"/>
                      <a:pt x="262"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5"/>
              <p:cNvSpPr/>
              <p:nvPr/>
            </p:nvSpPr>
            <p:spPr>
              <a:xfrm>
                <a:off x="4643630" y="2482985"/>
                <a:ext cx="38137" cy="38030"/>
              </a:xfrm>
              <a:custGeom>
                <a:rect b="b" l="l" r="r" t="t"/>
                <a:pathLst>
                  <a:path extrusionOk="0" h="358" w="359">
                    <a:moveTo>
                      <a:pt x="180" y="0"/>
                    </a:moveTo>
                    <a:cubicBezTo>
                      <a:pt x="72" y="0"/>
                      <a:pt x="1" y="72"/>
                      <a:pt x="1" y="179"/>
                    </a:cubicBezTo>
                    <a:cubicBezTo>
                      <a:pt x="1" y="286"/>
                      <a:pt x="72" y="357"/>
                      <a:pt x="180" y="357"/>
                    </a:cubicBezTo>
                    <a:cubicBezTo>
                      <a:pt x="287" y="357"/>
                      <a:pt x="358" y="286"/>
                      <a:pt x="358" y="179"/>
                    </a:cubicBezTo>
                    <a:cubicBezTo>
                      <a:pt x="358" y="84"/>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5"/>
              <p:cNvSpPr/>
              <p:nvPr/>
            </p:nvSpPr>
            <p:spPr>
              <a:xfrm>
                <a:off x="4742318" y="2482985"/>
                <a:ext cx="38030" cy="38030"/>
              </a:xfrm>
              <a:custGeom>
                <a:rect b="b" l="l" r="r" t="t"/>
                <a:pathLst>
                  <a:path extrusionOk="0" h="358" w="358">
                    <a:moveTo>
                      <a:pt x="179" y="0"/>
                    </a:moveTo>
                    <a:cubicBezTo>
                      <a:pt x="72" y="0"/>
                      <a:pt x="1" y="72"/>
                      <a:pt x="1" y="179"/>
                    </a:cubicBezTo>
                    <a:cubicBezTo>
                      <a:pt x="1" y="286"/>
                      <a:pt x="72" y="357"/>
                      <a:pt x="179" y="357"/>
                    </a:cubicBezTo>
                    <a:cubicBezTo>
                      <a:pt x="275" y="357"/>
                      <a:pt x="358" y="286"/>
                      <a:pt x="358" y="179"/>
                    </a:cubicBezTo>
                    <a:cubicBezTo>
                      <a:pt x="358" y="84"/>
                      <a:pt x="275"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5"/>
              <p:cNvSpPr/>
              <p:nvPr/>
            </p:nvSpPr>
            <p:spPr>
              <a:xfrm>
                <a:off x="4839731" y="2482985"/>
                <a:ext cx="38030" cy="38030"/>
              </a:xfrm>
              <a:custGeom>
                <a:rect b="b" l="l" r="r" t="t"/>
                <a:pathLst>
                  <a:path extrusionOk="0" h="358" w="358">
                    <a:moveTo>
                      <a:pt x="179" y="0"/>
                    </a:moveTo>
                    <a:cubicBezTo>
                      <a:pt x="72" y="0"/>
                      <a:pt x="0" y="72"/>
                      <a:pt x="0" y="179"/>
                    </a:cubicBezTo>
                    <a:cubicBezTo>
                      <a:pt x="0" y="286"/>
                      <a:pt x="72" y="357"/>
                      <a:pt x="179" y="357"/>
                    </a:cubicBezTo>
                    <a:cubicBezTo>
                      <a:pt x="286" y="357"/>
                      <a:pt x="358" y="286"/>
                      <a:pt x="358" y="179"/>
                    </a:cubicBezTo>
                    <a:cubicBezTo>
                      <a:pt x="358" y="84"/>
                      <a:pt x="274"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5"/>
              <p:cNvSpPr/>
              <p:nvPr/>
            </p:nvSpPr>
            <p:spPr>
              <a:xfrm>
                <a:off x="4252810" y="2595483"/>
                <a:ext cx="38137" cy="38137"/>
              </a:xfrm>
              <a:custGeom>
                <a:rect b="b" l="l" r="r" t="t"/>
                <a:pathLst>
                  <a:path extrusionOk="0" h="359" w="359">
                    <a:moveTo>
                      <a:pt x="180" y="1"/>
                    </a:moveTo>
                    <a:cubicBezTo>
                      <a:pt x="84" y="1"/>
                      <a:pt x="1" y="72"/>
                      <a:pt x="1" y="179"/>
                    </a:cubicBezTo>
                    <a:cubicBezTo>
                      <a:pt x="1" y="287"/>
                      <a:pt x="84" y="358"/>
                      <a:pt x="180" y="358"/>
                    </a:cubicBezTo>
                    <a:cubicBezTo>
                      <a:pt x="287" y="358"/>
                      <a:pt x="358" y="287"/>
                      <a:pt x="358" y="179"/>
                    </a:cubicBezTo>
                    <a:cubicBezTo>
                      <a:pt x="358" y="72"/>
                      <a:pt x="287" y="1"/>
                      <a:pt x="1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5"/>
              <p:cNvSpPr/>
              <p:nvPr/>
            </p:nvSpPr>
            <p:spPr>
              <a:xfrm>
                <a:off x="4351498" y="2595483"/>
                <a:ext cx="38030" cy="38137"/>
              </a:xfrm>
              <a:custGeom>
                <a:rect b="b" l="l" r="r" t="t"/>
                <a:pathLst>
                  <a:path extrusionOk="0" h="359" w="358">
                    <a:moveTo>
                      <a:pt x="179" y="1"/>
                    </a:moveTo>
                    <a:cubicBezTo>
                      <a:pt x="72" y="1"/>
                      <a:pt x="1" y="72"/>
                      <a:pt x="1" y="179"/>
                    </a:cubicBezTo>
                    <a:cubicBezTo>
                      <a:pt x="1" y="287"/>
                      <a:pt x="72" y="358"/>
                      <a:pt x="179" y="358"/>
                    </a:cubicBezTo>
                    <a:cubicBezTo>
                      <a:pt x="286" y="358"/>
                      <a:pt x="358" y="287"/>
                      <a:pt x="358" y="179"/>
                    </a:cubicBezTo>
                    <a:cubicBezTo>
                      <a:pt x="358" y="72"/>
                      <a:pt x="286"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5"/>
              <p:cNvSpPr/>
              <p:nvPr/>
            </p:nvSpPr>
            <p:spPr>
              <a:xfrm>
                <a:off x="4448911" y="2595483"/>
                <a:ext cx="38030" cy="38137"/>
              </a:xfrm>
              <a:custGeom>
                <a:rect b="b" l="l" r="r" t="t"/>
                <a:pathLst>
                  <a:path extrusionOk="0" h="359" w="358">
                    <a:moveTo>
                      <a:pt x="179" y="1"/>
                    </a:moveTo>
                    <a:cubicBezTo>
                      <a:pt x="84" y="1"/>
                      <a:pt x="0" y="72"/>
                      <a:pt x="0" y="179"/>
                    </a:cubicBezTo>
                    <a:cubicBezTo>
                      <a:pt x="0" y="287"/>
                      <a:pt x="84" y="358"/>
                      <a:pt x="179" y="358"/>
                    </a:cubicBezTo>
                    <a:cubicBezTo>
                      <a:pt x="286" y="358"/>
                      <a:pt x="358" y="287"/>
                      <a:pt x="358" y="179"/>
                    </a:cubicBezTo>
                    <a:cubicBezTo>
                      <a:pt x="358" y="72"/>
                      <a:pt x="286"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5"/>
              <p:cNvSpPr/>
              <p:nvPr/>
            </p:nvSpPr>
            <p:spPr>
              <a:xfrm>
                <a:off x="4547599" y="2595483"/>
                <a:ext cx="38030" cy="38137"/>
              </a:xfrm>
              <a:custGeom>
                <a:rect b="b" l="l" r="r" t="t"/>
                <a:pathLst>
                  <a:path extrusionOk="0" h="359" w="358">
                    <a:moveTo>
                      <a:pt x="179" y="1"/>
                    </a:moveTo>
                    <a:cubicBezTo>
                      <a:pt x="72" y="1"/>
                      <a:pt x="0" y="72"/>
                      <a:pt x="0" y="179"/>
                    </a:cubicBezTo>
                    <a:cubicBezTo>
                      <a:pt x="0" y="287"/>
                      <a:pt x="72" y="358"/>
                      <a:pt x="179" y="358"/>
                    </a:cubicBezTo>
                    <a:cubicBezTo>
                      <a:pt x="286" y="358"/>
                      <a:pt x="357" y="287"/>
                      <a:pt x="357" y="179"/>
                    </a:cubicBezTo>
                    <a:cubicBezTo>
                      <a:pt x="357" y="72"/>
                      <a:pt x="262"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5"/>
              <p:cNvSpPr/>
              <p:nvPr/>
            </p:nvSpPr>
            <p:spPr>
              <a:xfrm>
                <a:off x="4643630" y="2595483"/>
                <a:ext cx="38137" cy="38137"/>
              </a:xfrm>
              <a:custGeom>
                <a:rect b="b" l="l" r="r" t="t"/>
                <a:pathLst>
                  <a:path extrusionOk="0" h="359" w="359">
                    <a:moveTo>
                      <a:pt x="180" y="1"/>
                    </a:moveTo>
                    <a:cubicBezTo>
                      <a:pt x="72" y="1"/>
                      <a:pt x="1" y="72"/>
                      <a:pt x="1" y="179"/>
                    </a:cubicBezTo>
                    <a:cubicBezTo>
                      <a:pt x="1" y="287"/>
                      <a:pt x="72" y="358"/>
                      <a:pt x="180" y="358"/>
                    </a:cubicBezTo>
                    <a:cubicBezTo>
                      <a:pt x="287" y="358"/>
                      <a:pt x="358" y="287"/>
                      <a:pt x="358" y="179"/>
                    </a:cubicBezTo>
                    <a:cubicBezTo>
                      <a:pt x="358" y="72"/>
                      <a:pt x="287" y="1"/>
                      <a:pt x="1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5"/>
              <p:cNvSpPr/>
              <p:nvPr/>
            </p:nvSpPr>
            <p:spPr>
              <a:xfrm>
                <a:off x="4742318" y="2595483"/>
                <a:ext cx="38030" cy="38137"/>
              </a:xfrm>
              <a:custGeom>
                <a:rect b="b" l="l" r="r" t="t"/>
                <a:pathLst>
                  <a:path extrusionOk="0" h="359" w="358">
                    <a:moveTo>
                      <a:pt x="179" y="1"/>
                    </a:moveTo>
                    <a:cubicBezTo>
                      <a:pt x="72" y="1"/>
                      <a:pt x="1" y="72"/>
                      <a:pt x="1" y="179"/>
                    </a:cubicBezTo>
                    <a:cubicBezTo>
                      <a:pt x="1" y="287"/>
                      <a:pt x="72" y="358"/>
                      <a:pt x="179" y="358"/>
                    </a:cubicBezTo>
                    <a:cubicBezTo>
                      <a:pt x="275" y="358"/>
                      <a:pt x="358" y="287"/>
                      <a:pt x="358" y="179"/>
                    </a:cubicBezTo>
                    <a:cubicBezTo>
                      <a:pt x="358" y="72"/>
                      <a:pt x="275"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5"/>
              <p:cNvSpPr/>
              <p:nvPr/>
            </p:nvSpPr>
            <p:spPr>
              <a:xfrm>
                <a:off x="4839731" y="2595483"/>
                <a:ext cx="38030" cy="38137"/>
              </a:xfrm>
              <a:custGeom>
                <a:rect b="b" l="l" r="r" t="t"/>
                <a:pathLst>
                  <a:path extrusionOk="0" h="359" w="358">
                    <a:moveTo>
                      <a:pt x="179" y="1"/>
                    </a:moveTo>
                    <a:cubicBezTo>
                      <a:pt x="72" y="1"/>
                      <a:pt x="0" y="72"/>
                      <a:pt x="0" y="179"/>
                    </a:cubicBezTo>
                    <a:cubicBezTo>
                      <a:pt x="0" y="287"/>
                      <a:pt x="72" y="358"/>
                      <a:pt x="179" y="358"/>
                    </a:cubicBezTo>
                    <a:cubicBezTo>
                      <a:pt x="286" y="358"/>
                      <a:pt x="358" y="287"/>
                      <a:pt x="358" y="179"/>
                    </a:cubicBezTo>
                    <a:cubicBezTo>
                      <a:pt x="358" y="72"/>
                      <a:pt x="274"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7" name="Google Shape;207;p5"/>
            <p:cNvGrpSpPr/>
            <p:nvPr/>
          </p:nvGrpSpPr>
          <p:grpSpPr>
            <a:xfrm>
              <a:off x="867497" y="4760889"/>
              <a:ext cx="1105788" cy="1058857"/>
              <a:chOff x="4252810" y="2035226"/>
              <a:chExt cx="624951" cy="598394"/>
            </a:xfrm>
          </p:grpSpPr>
          <p:sp>
            <p:nvSpPr>
              <p:cNvPr id="208" name="Google Shape;208;p5"/>
              <p:cNvSpPr/>
              <p:nvPr/>
            </p:nvSpPr>
            <p:spPr>
              <a:xfrm>
                <a:off x="4252810" y="2035226"/>
                <a:ext cx="38137" cy="39305"/>
              </a:xfrm>
              <a:custGeom>
                <a:rect b="b" l="l" r="r" t="t"/>
                <a:pathLst>
                  <a:path extrusionOk="0" h="370" w="359">
                    <a:moveTo>
                      <a:pt x="180" y="0"/>
                    </a:moveTo>
                    <a:cubicBezTo>
                      <a:pt x="84" y="0"/>
                      <a:pt x="1" y="84"/>
                      <a:pt x="1" y="191"/>
                    </a:cubicBezTo>
                    <a:cubicBezTo>
                      <a:pt x="1" y="286"/>
                      <a:pt x="84" y="369"/>
                      <a:pt x="180" y="369"/>
                    </a:cubicBezTo>
                    <a:cubicBezTo>
                      <a:pt x="287" y="369"/>
                      <a:pt x="358" y="286"/>
                      <a:pt x="358" y="191"/>
                    </a:cubicBezTo>
                    <a:cubicBezTo>
                      <a:pt x="358" y="96"/>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5"/>
              <p:cNvSpPr/>
              <p:nvPr/>
            </p:nvSpPr>
            <p:spPr>
              <a:xfrm>
                <a:off x="4351498" y="2035226"/>
                <a:ext cx="38030" cy="39305"/>
              </a:xfrm>
              <a:custGeom>
                <a:rect b="b" l="l" r="r" t="t"/>
                <a:pathLst>
                  <a:path extrusionOk="0" h="370" w="358">
                    <a:moveTo>
                      <a:pt x="179" y="0"/>
                    </a:moveTo>
                    <a:cubicBezTo>
                      <a:pt x="72" y="0"/>
                      <a:pt x="1" y="84"/>
                      <a:pt x="1" y="191"/>
                    </a:cubicBezTo>
                    <a:cubicBezTo>
                      <a:pt x="1" y="286"/>
                      <a:pt x="72" y="369"/>
                      <a:pt x="179" y="369"/>
                    </a:cubicBezTo>
                    <a:cubicBezTo>
                      <a:pt x="286" y="369"/>
                      <a:pt x="358" y="286"/>
                      <a:pt x="358" y="191"/>
                    </a:cubicBezTo>
                    <a:cubicBezTo>
                      <a:pt x="358" y="96"/>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5"/>
              <p:cNvSpPr/>
              <p:nvPr/>
            </p:nvSpPr>
            <p:spPr>
              <a:xfrm>
                <a:off x="4448911" y="2035226"/>
                <a:ext cx="38030" cy="39305"/>
              </a:xfrm>
              <a:custGeom>
                <a:rect b="b" l="l" r="r" t="t"/>
                <a:pathLst>
                  <a:path extrusionOk="0" h="370" w="358">
                    <a:moveTo>
                      <a:pt x="179" y="0"/>
                    </a:moveTo>
                    <a:cubicBezTo>
                      <a:pt x="84" y="0"/>
                      <a:pt x="0" y="84"/>
                      <a:pt x="0" y="191"/>
                    </a:cubicBezTo>
                    <a:cubicBezTo>
                      <a:pt x="0" y="286"/>
                      <a:pt x="84" y="369"/>
                      <a:pt x="179" y="369"/>
                    </a:cubicBezTo>
                    <a:cubicBezTo>
                      <a:pt x="286" y="369"/>
                      <a:pt x="358" y="286"/>
                      <a:pt x="358" y="191"/>
                    </a:cubicBezTo>
                    <a:cubicBezTo>
                      <a:pt x="358" y="96"/>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5"/>
              <p:cNvSpPr/>
              <p:nvPr/>
            </p:nvSpPr>
            <p:spPr>
              <a:xfrm>
                <a:off x="4547599" y="2035226"/>
                <a:ext cx="38030" cy="39305"/>
              </a:xfrm>
              <a:custGeom>
                <a:rect b="b" l="l" r="r" t="t"/>
                <a:pathLst>
                  <a:path extrusionOk="0" h="370" w="358">
                    <a:moveTo>
                      <a:pt x="179" y="0"/>
                    </a:moveTo>
                    <a:cubicBezTo>
                      <a:pt x="72" y="0"/>
                      <a:pt x="0" y="84"/>
                      <a:pt x="0" y="191"/>
                    </a:cubicBezTo>
                    <a:cubicBezTo>
                      <a:pt x="0" y="286"/>
                      <a:pt x="72" y="369"/>
                      <a:pt x="179" y="369"/>
                    </a:cubicBezTo>
                    <a:cubicBezTo>
                      <a:pt x="286" y="369"/>
                      <a:pt x="357" y="286"/>
                      <a:pt x="357" y="191"/>
                    </a:cubicBezTo>
                    <a:cubicBezTo>
                      <a:pt x="357" y="96"/>
                      <a:pt x="262"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5"/>
              <p:cNvSpPr/>
              <p:nvPr/>
            </p:nvSpPr>
            <p:spPr>
              <a:xfrm>
                <a:off x="4643630" y="2035226"/>
                <a:ext cx="38137" cy="39305"/>
              </a:xfrm>
              <a:custGeom>
                <a:rect b="b" l="l" r="r" t="t"/>
                <a:pathLst>
                  <a:path extrusionOk="0" h="370" w="359">
                    <a:moveTo>
                      <a:pt x="180" y="0"/>
                    </a:moveTo>
                    <a:cubicBezTo>
                      <a:pt x="72" y="0"/>
                      <a:pt x="1" y="84"/>
                      <a:pt x="1" y="191"/>
                    </a:cubicBezTo>
                    <a:cubicBezTo>
                      <a:pt x="1" y="286"/>
                      <a:pt x="72" y="369"/>
                      <a:pt x="180" y="369"/>
                    </a:cubicBezTo>
                    <a:cubicBezTo>
                      <a:pt x="287" y="369"/>
                      <a:pt x="358" y="286"/>
                      <a:pt x="358" y="191"/>
                    </a:cubicBezTo>
                    <a:cubicBezTo>
                      <a:pt x="358" y="96"/>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5"/>
              <p:cNvSpPr/>
              <p:nvPr/>
            </p:nvSpPr>
            <p:spPr>
              <a:xfrm>
                <a:off x="4742318" y="2035226"/>
                <a:ext cx="38030" cy="39305"/>
              </a:xfrm>
              <a:custGeom>
                <a:rect b="b" l="l" r="r" t="t"/>
                <a:pathLst>
                  <a:path extrusionOk="0" h="370" w="358">
                    <a:moveTo>
                      <a:pt x="179" y="0"/>
                    </a:moveTo>
                    <a:cubicBezTo>
                      <a:pt x="72" y="0"/>
                      <a:pt x="1" y="84"/>
                      <a:pt x="1" y="191"/>
                    </a:cubicBezTo>
                    <a:cubicBezTo>
                      <a:pt x="1" y="286"/>
                      <a:pt x="72" y="369"/>
                      <a:pt x="179" y="369"/>
                    </a:cubicBezTo>
                    <a:cubicBezTo>
                      <a:pt x="275" y="369"/>
                      <a:pt x="358" y="286"/>
                      <a:pt x="358" y="191"/>
                    </a:cubicBezTo>
                    <a:cubicBezTo>
                      <a:pt x="358" y="96"/>
                      <a:pt x="275"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5"/>
              <p:cNvSpPr/>
              <p:nvPr/>
            </p:nvSpPr>
            <p:spPr>
              <a:xfrm>
                <a:off x="4839731" y="2035226"/>
                <a:ext cx="38030" cy="39305"/>
              </a:xfrm>
              <a:custGeom>
                <a:rect b="b" l="l" r="r" t="t"/>
                <a:pathLst>
                  <a:path extrusionOk="0" h="370" w="358">
                    <a:moveTo>
                      <a:pt x="179" y="0"/>
                    </a:moveTo>
                    <a:cubicBezTo>
                      <a:pt x="72" y="0"/>
                      <a:pt x="0" y="84"/>
                      <a:pt x="0" y="191"/>
                    </a:cubicBezTo>
                    <a:cubicBezTo>
                      <a:pt x="0" y="286"/>
                      <a:pt x="72" y="369"/>
                      <a:pt x="179" y="369"/>
                    </a:cubicBezTo>
                    <a:cubicBezTo>
                      <a:pt x="286" y="369"/>
                      <a:pt x="358" y="286"/>
                      <a:pt x="358" y="191"/>
                    </a:cubicBezTo>
                    <a:cubicBezTo>
                      <a:pt x="358" y="96"/>
                      <a:pt x="274"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5"/>
              <p:cNvSpPr/>
              <p:nvPr/>
            </p:nvSpPr>
            <p:spPr>
              <a:xfrm>
                <a:off x="4252810" y="2147829"/>
                <a:ext cx="38137" cy="38030"/>
              </a:xfrm>
              <a:custGeom>
                <a:rect b="b" l="l" r="r" t="t"/>
                <a:pathLst>
                  <a:path extrusionOk="0" h="358" w="359">
                    <a:moveTo>
                      <a:pt x="180" y="0"/>
                    </a:moveTo>
                    <a:cubicBezTo>
                      <a:pt x="84" y="0"/>
                      <a:pt x="1" y="83"/>
                      <a:pt x="1" y="179"/>
                    </a:cubicBezTo>
                    <a:cubicBezTo>
                      <a:pt x="1" y="286"/>
                      <a:pt x="84" y="357"/>
                      <a:pt x="180" y="357"/>
                    </a:cubicBezTo>
                    <a:cubicBezTo>
                      <a:pt x="287" y="357"/>
                      <a:pt x="358" y="286"/>
                      <a:pt x="358" y="179"/>
                    </a:cubicBezTo>
                    <a:cubicBezTo>
                      <a:pt x="358" y="83"/>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5"/>
              <p:cNvSpPr/>
              <p:nvPr/>
            </p:nvSpPr>
            <p:spPr>
              <a:xfrm>
                <a:off x="4351498" y="2147829"/>
                <a:ext cx="38030" cy="38030"/>
              </a:xfrm>
              <a:custGeom>
                <a:rect b="b" l="l" r="r" t="t"/>
                <a:pathLst>
                  <a:path extrusionOk="0" h="358" w="358">
                    <a:moveTo>
                      <a:pt x="179" y="0"/>
                    </a:moveTo>
                    <a:cubicBezTo>
                      <a:pt x="72" y="0"/>
                      <a:pt x="1" y="83"/>
                      <a:pt x="1" y="179"/>
                    </a:cubicBezTo>
                    <a:cubicBezTo>
                      <a:pt x="1" y="286"/>
                      <a:pt x="72" y="357"/>
                      <a:pt x="179" y="357"/>
                    </a:cubicBezTo>
                    <a:cubicBezTo>
                      <a:pt x="286" y="357"/>
                      <a:pt x="358" y="286"/>
                      <a:pt x="358" y="179"/>
                    </a:cubicBezTo>
                    <a:cubicBezTo>
                      <a:pt x="358" y="83"/>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5"/>
              <p:cNvSpPr/>
              <p:nvPr/>
            </p:nvSpPr>
            <p:spPr>
              <a:xfrm>
                <a:off x="4448911" y="2147829"/>
                <a:ext cx="38030" cy="38030"/>
              </a:xfrm>
              <a:custGeom>
                <a:rect b="b" l="l" r="r" t="t"/>
                <a:pathLst>
                  <a:path extrusionOk="0" h="358" w="358">
                    <a:moveTo>
                      <a:pt x="179" y="0"/>
                    </a:moveTo>
                    <a:cubicBezTo>
                      <a:pt x="84" y="0"/>
                      <a:pt x="0" y="83"/>
                      <a:pt x="0" y="179"/>
                    </a:cubicBezTo>
                    <a:cubicBezTo>
                      <a:pt x="0" y="286"/>
                      <a:pt x="84" y="357"/>
                      <a:pt x="179" y="357"/>
                    </a:cubicBezTo>
                    <a:cubicBezTo>
                      <a:pt x="286" y="357"/>
                      <a:pt x="358" y="286"/>
                      <a:pt x="358" y="179"/>
                    </a:cubicBezTo>
                    <a:cubicBezTo>
                      <a:pt x="358" y="83"/>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5"/>
              <p:cNvSpPr/>
              <p:nvPr/>
            </p:nvSpPr>
            <p:spPr>
              <a:xfrm>
                <a:off x="4547599" y="2147829"/>
                <a:ext cx="38030" cy="38030"/>
              </a:xfrm>
              <a:custGeom>
                <a:rect b="b" l="l" r="r" t="t"/>
                <a:pathLst>
                  <a:path extrusionOk="0" h="358" w="358">
                    <a:moveTo>
                      <a:pt x="179" y="0"/>
                    </a:moveTo>
                    <a:cubicBezTo>
                      <a:pt x="72" y="0"/>
                      <a:pt x="0" y="83"/>
                      <a:pt x="0" y="179"/>
                    </a:cubicBezTo>
                    <a:cubicBezTo>
                      <a:pt x="0" y="286"/>
                      <a:pt x="72" y="357"/>
                      <a:pt x="179" y="357"/>
                    </a:cubicBezTo>
                    <a:cubicBezTo>
                      <a:pt x="286" y="357"/>
                      <a:pt x="357" y="286"/>
                      <a:pt x="357" y="179"/>
                    </a:cubicBezTo>
                    <a:cubicBezTo>
                      <a:pt x="357" y="83"/>
                      <a:pt x="262"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5"/>
              <p:cNvSpPr/>
              <p:nvPr/>
            </p:nvSpPr>
            <p:spPr>
              <a:xfrm>
                <a:off x="4643630" y="2147829"/>
                <a:ext cx="38137" cy="38030"/>
              </a:xfrm>
              <a:custGeom>
                <a:rect b="b" l="l" r="r" t="t"/>
                <a:pathLst>
                  <a:path extrusionOk="0" h="358" w="359">
                    <a:moveTo>
                      <a:pt x="180" y="0"/>
                    </a:moveTo>
                    <a:cubicBezTo>
                      <a:pt x="72" y="0"/>
                      <a:pt x="1" y="83"/>
                      <a:pt x="1" y="179"/>
                    </a:cubicBezTo>
                    <a:cubicBezTo>
                      <a:pt x="1" y="286"/>
                      <a:pt x="72" y="357"/>
                      <a:pt x="180" y="357"/>
                    </a:cubicBezTo>
                    <a:cubicBezTo>
                      <a:pt x="287" y="357"/>
                      <a:pt x="358" y="286"/>
                      <a:pt x="358" y="179"/>
                    </a:cubicBezTo>
                    <a:cubicBezTo>
                      <a:pt x="358" y="83"/>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5"/>
              <p:cNvSpPr/>
              <p:nvPr/>
            </p:nvSpPr>
            <p:spPr>
              <a:xfrm>
                <a:off x="4742318" y="2147829"/>
                <a:ext cx="38030" cy="38030"/>
              </a:xfrm>
              <a:custGeom>
                <a:rect b="b" l="l" r="r" t="t"/>
                <a:pathLst>
                  <a:path extrusionOk="0" h="358" w="358">
                    <a:moveTo>
                      <a:pt x="179" y="0"/>
                    </a:moveTo>
                    <a:cubicBezTo>
                      <a:pt x="72" y="0"/>
                      <a:pt x="1" y="83"/>
                      <a:pt x="1" y="179"/>
                    </a:cubicBezTo>
                    <a:cubicBezTo>
                      <a:pt x="1" y="286"/>
                      <a:pt x="72" y="357"/>
                      <a:pt x="179" y="357"/>
                    </a:cubicBezTo>
                    <a:cubicBezTo>
                      <a:pt x="275" y="357"/>
                      <a:pt x="358" y="286"/>
                      <a:pt x="358" y="179"/>
                    </a:cubicBezTo>
                    <a:cubicBezTo>
                      <a:pt x="358" y="83"/>
                      <a:pt x="275"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5"/>
              <p:cNvSpPr/>
              <p:nvPr/>
            </p:nvSpPr>
            <p:spPr>
              <a:xfrm>
                <a:off x="4839731" y="2147829"/>
                <a:ext cx="38030" cy="38030"/>
              </a:xfrm>
              <a:custGeom>
                <a:rect b="b" l="l" r="r" t="t"/>
                <a:pathLst>
                  <a:path extrusionOk="0" h="358" w="358">
                    <a:moveTo>
                      <a:pt x="179" y="0"/>
                    </a:moveTo>
                    <a:cubicBezTo>
                      <a:pt x="72" y="0"/>
                      <a:pt x="0" y="83"/>
                      <a:pt x="0" y="179"/>
                    </a:cubicBezTo>
                    <a:cubicBezTo>
                      <a:pt x="0" y="286"/>
                      <a:pt x="72" y="357"/>
                      <a:pt x="179" y="357"/>
                    </a:cubicBezTo>
                    <a:cubicBezTo>
                      <a:pt x="286" y="357"/>
                      <a:pt x="358" y="286"/>
                      <a:pt x="358" y="179"/>
                    </a:cubicBezTo>
                    <a:cubicBezTo>
                      <a:pt x="358" y="83"/>
                      <a:pt x="274"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5"/>
              <p:cNvSpPr/>
              <p:nvPr/>
            </p:nvSpPr>
            <p:spPr>
              <a:xfrm>
                <a:off x="4252810" y="2260327"/>
                <a:ext cx="38137" cy="38030"/>
              </a:xfrm>
              <a:custGeom>
                <a:rect b="b" l="l" r="r" t="t"/>
                <a:pathLst>
                  <a:path extrusionOk="0" h="358" w="359">
                    <a:moveTo>
                      <a:pt x="180" y="1"/>
                    </a:moveTo>
                    <a:cubicBezTo>
                      <a:pt x="84" y="1"/>
                      <a:pt x="1" y="72"/>
                      <a:pt x="1" y="179"/>
                    </a:cubicBezTo>
                    <a:cubicBezTo>
                      <a:pt x="1" y="286"/>
                      <a:pt x="84" y="358"/>
                      <a:pt x="180" y="358"/>
                    </a:cubicBezTo>
                    <a:cubicBezTo>
                      <a:pt x="287" y="358"/>
                      <a:pt x="358" y="286"/>
                      <a:pt x="358" y="179"/>
                    </a:cubicBezTo>
                    <a:cubicBezTo>
                      <a:pt x="358" y="72"/>
                      <a:pt x="287" y="1"/>
                      <a:pt x="1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5"/>
              <p:cNvSpPr/>
              <p:nvPr/>
            </p:nvSpPr>
            <p:spPr>
              <a:xfrm>
                <a:off x="4351498" y="2260327"/>
                <a:ext cx="38030" cy="38030"/>
              </a:xfrm>
              <a:custGeom>
                <a:rect b="b" l="l" r="r" t="t"/>
                <a:pathLst>
                  <a:path extrusionOk="0" h="358" w="358">
                    <a:moveTo>
                      <a:pt x="179" y="1"/>
                    </a:moveTo>
                    <a:cubicBezTo>
                      <a:pt x="72" y="1"/>
                      <a:pt x="1" y="72"/>
                      <a:pt x="1" y="179"/>
                    </a:cubicBezTo>
                    <a:cubicBezTo>
                      <a:pt x="1" y="286"/>
                      <a:pt x="72" y="358"/>
                      <a:pt x="179" y="358"/>
                    </a:cubicBezTo>
                    <a:cubicBezTo>
                      <a:pt x="286" y="358"/>
                      <a:pt x="358" y="286"/>
                      <a:pt x="358" y="179"/>
                    </a:cubicBezTo>
                    <a:cubicBezTo>
                      <a:pt x="358" y="72"/>
                      <a:pt x="286"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5"/>
              <p:cNvSpPr/>
              <p:nvPr/>
            </p:nvSpPr>
            <p:spPr>
              <a:xfrm>
                <a:off x="4448911" y="2260327"/>
                <a:ext cx="38030" cy="38030"/>
              </a:xfrm>
              <a:custGeom>
                <a:rect b="b" l="l" r="r" t="t"/>
                <a:pathLst>
                  <a:path extrusionOk="0" h="358" w="358">
                    <a:moveTo>
                      <a:pt x="179" y="1"/>
                    </a:moveTo>
                    <a:cubicBezTo>
                      <a:pt x="84" y="1"/>
                      <a:pt x="0" y="72"/>
                      <a:pt x="0" y="179"/>
                    </a:cubicBezTo>
                    <a:cubicBezTo>
                      <a:pt x="0" y="286"/>
                      <a:pt x="84" y="358"/>
                      <a:pt x="179" y="358"/>
                    </a:cubicBezTo>
                    <a:cubicBezTo>
                      <a:pt x="286" y="358"/>
                      <a:pt x="358" y="286"/>
                      <a:pt x="358" y="179"/>
                    </a:cubicBezTo>
                    <a:cubicBezTo>
                      <a:pt x="358" y="72"/>
                      <a:pt x="286"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5"/>
              <p:cNvSpPr/>
              <p:nvPr/>
            </p:nvSpPr>
            <p:spPr>
              <a:xfrm>
                <a:off x="4547599" y="2260327"/>
                <a:ext cx="38030" cy="38030"/>
              </a:xfrm>
              <a:custGeom>
                <a:rect b="b" l="l" r="r" t="t"/>
                <a:pathLst>
                  <a:path extrusionOk="0" h="358" w="358">
                    <a:moveTo>
                      <a:pt x="179" y="1"/>
                    </a:moveTo>
                    <a:cubicBezTo>
                      <a:pt x="72" y="1"/>
                      <a:pt x="0" y="72"/>
                      <a:pt x="0" y="179"/>
                    </a:cubicBezTo>
                    <a:cubicBezTo>
                      <a:pt x="0" y="286"/>
                      <a:pt x="72" y="358"/>
                      <a:pt x="179" y="358"/>
                    </a:cubicBezTo>
                    <a:cubicBezTo>
                      <a:pt x="286" y="358"/>
                      <a:pt x="357" y="286"/>
                      <a:pt x="357" y="179"/>
                    </a:cubicBezTo>
                    <a:cubicBezTo>
                      <a:pt x="357" y="72"/>
                      <a:pt x="262"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5"/>
              <p:cNvSpPr/>
              <p:nvPr/>
            </p:nvSpPr>
            <p:spPr>
              <a:xfrm>
                <a:off x="4643630" y="2260327"/>
                <a:ext cx="38137" cy="38030"/>
              </a:xfrm>
              <a:custGeom>
                <a:rect b="b" l="l" r="r" t="t"/>
                <a:pathLst>
                  <a:path extrusionOk="0" h="358" w="359">
                    <a:moveTo>
                      <a:pt x="180" y="1"/>
                    </a:moveTo>
                    <a:cubicBezTo>
                      <a:pt x="72" y="1"/>
                      <a:pt x="1" y="72"/>
                      <a:pt x="1" y="179"/>
                    </a:cubicBezTo>
                    <a:cubicBezTo>
                      <a:pt x="1" y="286"/>
                      <a:pt x="72" y="358"/>
                      <a:pt x="180" y="358"/>
                    </a:cubicBezTo>
                    <a:cubicBezTo>
                      <a:pt x="287" y="358"/>
                      <a:pt x="358" y="286"/>
                      <a:pt x="358" y="179"/>
                    </a:cubicBezTo>
                    <a:cubicBezTo>
                      <a:pt x="358" y="72"/>
                      <a:pt x="287" y="1"/>
                      <a:pt x="1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5"/>
              <p:cNvSpPr/>
              <p:nvPr/>
            </p:nvSpPr>
            <p:spPr>
              <a:xfrm>
                <a:off x="4742318" y="2260327"/>
                <a:ext cx="38030" cy="38030"/>
              </a:xfrm>
              <a:custGeom>
                <a:rect b="b" l="l" r="r" t="t"/>
                <a:pathLst>
                  <a:path extrusionOk="0" h="358" w="358">
                    <a:moveTo>
                      <a:pt x="179" y="1"/>
                    </a:moveTo>
                    <a:cubicBezTo>
                      <a:pt x="72" y="1"/>
                      <a:pt x="1" y="72"/>
                      <a:pt x="1" y="179"/>
                    </a:cubicBezTo>
                    <a:cubicBezTo>
                      <a:pt x="1" y="286"/>
                      <a:pt x="72" y="358"/>
                      <a:pt x="179" y="358"/>
                    </a:cubicBezTo>
                    <a:cubicBezTo>
                      <a:pt x="275" y="358"/>
                      <a:pt x="358" y="286"/>
                      <a:pt x="358" y="179"/>
                    </a:cubicBezTo>
                    <a:cubicBezTo>
                      <a:pt x="358" y="72"/>
                      <a:pt x="275"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5"/>
              <p:cNvSpPr/>
              <p:nvPr/>
            </p:nvSpPr>
            <p:spPr>
              <a:xfrm>
                <a:off x="4839731" y="2260327"/>
                <a:ext cx="38030" cy="38030"/>
              </a:xfrm>
              <a:custGeom>
                <a:rect b="b" l="l" r="r" t="t"/>
                <a:pathLst>
                  <a:path extrusionOk="0" h="358" w="358">
                    <a:moveTo>
                      <a:pt x="179" y="1"/>
                    </a:moveTo>
                    <a:cubicBezTo>
                      <a:pt x="72" y="1"/>
                      <a:pt x="0" y="72"/>
                      <a:pt x="0" y="179"/>
                    </a:cubicBezTo>
                    <a:cubicBezTo>
                      <a:pt x="0" y="286"/>
                      <a:pt x="72" y="358"/>
                      <a:pt x="179" y="358"/>
                    </a:cubicBezTo>
                    <a:cubicBezTo>
                      <a:pt x="286" y="358"/>
                      <a:pt x="358" y="286"/>
                      <a:pt x="358" y="179"/>
                    </a:cubicBezTo>
                    <a:cubicBezTo>
                      <a:pt x="358" y="72"/>
                      <a:pt x="274"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5"/>
              <p:cNvSpPr/>
              <p:nvPr/>
            </p:nvSpPr>
            <p:spPr>
              <a:xfrm>
                <a:off x="4252810" y="2371656"/>
                <a:ext cx="38137" cy="38030"/>
              </a:xfrm>
              <a:custGeom>
                <a:rect b="b" l="l" r="r" t="t"/>
                <a:pathLst>
                  <a:path extrusionOk="0" h="358" w="359">
                    <a:moveTo>
                      <a:pt x="180" y="0"/>
                    </a:moveTo>
                    <a:cubicBezTo>
                      <a:pt x="84" y="0"/>
                      <a:pt x="1" y="72"/>
                      <a:pt x="1" y="179"/>
                    </a:cubicBezTo>
                    <a:cubicBezTo>
                      <a:pt x="1" y="274"/>
                      <a:pt x="84" y="358"/>
                      <a:pt x="180" y="358"/>
                    </a:cubicBezTo>
                    <a:cubicBezTo>
                      <a:pt x="287" y="358"/>
                      <a:pt x="358" y="274"/>
                      <a:pt x="358" y="179"/>
                    </a:cubicBezTo>
                    <a:cubicBezTo>
                      <a:pt x="358" y="84"/>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5"/>
              <p:cNvSpPr/>
              <p:nvPr/>
            </p:nvSpPr>
            <p:spPr>
              <a:xfrm>
                <a:off x="4351498" y="2371656"/>
                <a:ext cx="38030" cy="38030"/>
              </a:xfrm>
              <a:custGeom>
                <a:rect b="b" l="l" r="r" t="t"/>
                <a:pathLst>
                  <a:path extrusionOk="0" h="358" w="358">
                    <a:moveTo>
                      <a:pt x="179" y="0"/>
                    </a:moveTo>
                    <a:cubicBezTo>
                      <a:pt x="72" y="0"/>
                      <a:pt x="1" y="72"/>
                      <a:pt x="1" y="179"/>
                    </a:cubicBezTo>
                    <a:cubicBezTo>
                      <a:pt x="1" y="274"/>
                      <a:pt x="72" y="358"/>
                      <a:pt x="179" y="358"/>
                    </a:cubicBezTo>
                    <a:cubicBezTo>
                      <a:pt x="286" y="358"/>
                      <a:pt x="358" y="274"/>
                      <a:pt x="358" y="179"/>
                    </a:cubicBezTo>
                    <a:cubicBezTo>
                      <a:pt x="358" y="84"/>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5"/>
              <p:cNvSpPr/>
              <p:nvPr/>
            </p:nvSpPr>
            <p:spPr>
              <a:xfrm>
                <a:off x="4448911" y="2371656"/>
                <a:ext cx="38030" cy="38030"/>
              </a:xfrm>
              <a:custGeom>
                <a:rect b="b" l="l" r="r" t="t"/>
                <a:pathLst>
                  <a:path extrusionOk="0" h="358" w="358">
                    <a:moveTo>
                      <a:pt x="179" y="0"/>
                    </a:moveTo>
                    <a:cubicBezTo>
                      <a:pt x="84" y="0"/>
                      <a:pt x="0" y="72"/>
                      <a:pt x="0" y="179"/>
                    </a:cubicBezTo>
                    <a:cubicBezTo>
                      <a:pt x="0" y="274"/>
                      <a:pt x="84" y="358"/>
                      <a:pt x="179" y="358"/>
                    </a:cubicBezTo>
                    <a:cubicBezTo>
                      <a:pt x="286" y="358"/>
                      <a:pt x="358" y="274"/>
                      <a:pt x="358" y="179"/>
                    </a:cubicBezTo>
                    <a:cubicBezTo>
                      <a:pt x="358" y="84"/>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5"/>
              <p:cNvSpPr/>
              <p:nvPr/>
            </p:nvSpPr>
            <p:spPr>
              <a:xfrm>
                <a:off x="4547599" y="2371656"/>
                <a:ext cx="38030" cy="38030"/>
              </a:xfrm>
              <a:custGeom>
                <a:rect b="b" l="l" r="r" t="t"/>
                <a:pathLst>
                  <a:path extrusionOk="0" h="358" w="358">
                    <a:moveTo>
                      <a:pt x="179" y="0"/>
                    </a:moveTo>
                    <a:cubicBezTo>
                      <a:pt x="72" y="0"/>
                      <a:pt x="0" y="72"/>
                      <a:pt x="0" y="179"/>
                    </a:cubicBezTo>
                    <a:cubicBezTo>
                      <a:pt x="0" y="274"/>
                      <a:pt x="72" y="358"/>
                      <a:pt x="179" y="358"/>
                    </a:cubicBezTo>
                    <a:cubicBezTo>
                      <a:pt x="286" y="358"/>
                      <a:pt x="357" y="274"/>
                      <a:pt x="357" y="179"/>
                    </a:cubicBezTo>
                    <a:cubicBezTo>
                      <a:pt x="357" y="84"/>
                      <a:pt x="262"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5"/>
              <p:cNvSpPr/>
              <p:nvPr/>
            </p:nvSpPr>
            <p:spPr>
              <a:xfrm>
                <a:off x="4643630" y="2371656"/>
                <a:ext cx="38137" cy="38030"/>
              </a:xfrm>
              <a:custGeom>
                <a:rect b="b" l="l" r="r" t="t"/>
                <a:pathLst>
                  <a:path extrusionOk="0" h="358" w="359">
                    <a:moveTo>
                      <a:pt x="180" y="0"/>
                    </a:moveTo>
                    <a:cubicBezTo>
                      <a:pt x="72" y="0"/>
                      <a:pt x="1" y="72"/>
                      <a:pt x="1" y="179"/>
                    </a:cubicBezTo>
                    <a:cubicBezTo>
                      <a:pt x="1" y="274"/>
                      <a:pt x="72" y="358"/>
                      <a:pt x="180" y="358"/>
                    </a:cubicBezTo>
                    <a:cubicBezTo>
                      <a:pt x="287" y="358"/>
                      <a:pt x="358" y="274"/>
                      <a:pt x="358" y="179"/>
                    </a:cubicBezTo>
                    <a:cubicBezTo>
                      <a:pt x="358" y="84"/>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5"/>
              <p:cNvSpPr/>
              <p:nvPr/>
            </p:nvSpPr>
            <p:spPr>
              <a:xfrm>
                <a:off x="4742318" y="2371656"/>
                <a:ext cx="38030" cy="38030"/>
              </a:xfrm>
              <a:custGeom>
                <a:rect b="b" l="l" r="r" t="t"/>
                <a:pathLst>
                  <a:path extrusionOk="0" h="358" w="358">
                    <a:moveTo>
                      <a:pt x="179" y="0"/>
                    </a:moveTo>
                    <a:cubicBezTo>
                      <a:pt x="72" y="0"/>
                      <a:pt x="1" y="72"/>
                      <a:pt x="1" y="179"/>
                    </a:cubicBezTo>
                    <a:cubicBezTo>
                      <a:pt x="1" y="274"/>
                      <a:pt x="72" y="358"/>
                      <a:pt x="179" y="358"/>
                    </a:cubicBezTo>
                    <a:cubicBezTo>
                      <a:pt x="275" y="358"/>
                      <a:pt x="358" y="274"/>
                      <a:pt x="358" y="179"/>
                    </a:cubicBezTo>
                    <a:cubicBezTo>
                      <a:pt x="358" y="84"/>
                      <a:pt x="275"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5"/>
              <p:cNvSpPr/>
              <p:nvPr/>
            </p:nvSpPr>
            <p:spPr>
              <a:xfrm>
                <a:off x="4839731" y="2371656"/>
                <a:ext cx="38030" cy="38030"/>
              </a:xfrm>
              <a:custGeom>
                <a:rect b="b" l="l" r="r" t="t"/>
                <a:pathLst>
                  <a:path extrusionOk="0" h="358" w="358">
                    <a:moveTo>
                      <a:pt x="179" y="0"/>
                    </a:moveTo>
                    <a:cubicBezTo>
                      <a:pt x="72" y="0"/>
                      <a:pt x="0" y="72"/>
                      <a:pt x="0" y="179"/>
                    </a:cubicBezTo>
                    <a:cubicBezTo>
                      <a:pt x="0" y="274"/>
                      <a:pt x="72" y="358"/>
                      <a:pt x="179" y="358"/>
                    </a:cubicBezTo>
                    <a:cubicBezTo>
                      <a:pt x="286" y="358"/>
                      <a:pt x="358" y="274"/>
                      <a:pt x="358" y="179"/>
                    </a:cubicBezTo>
                    <a:cubicBezTo>
                      <a:pt x="358" y="84"/>
                      <a:pt x="274"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5"/>
              <p:cNvSpPr/>
              <p:nvPr/>
            </p:nvSpPr>
            <p:spPr>
              <a:xfrm>
                <a:off x="4252810" y="2482985"/>
                <a:ext cx="38137" cy="38030"/>
              </a:xfrm>
              <a:custGeom>
                <a:rect b="b" l="l" r="r" t="t"/>
                <a:pathLst>
                  <a:path extrusionOk="0" h="358" w="359">
                    <a:moveTo>
                      <a:pt x="180" y="0"/>
                    </a:moveTo>
                    <a:cubicBezTo>
                      <a:pt x="84" y="0"/>
                      <a:pt x="1" y="72"/>
                      <a:pt x="1" y="179"/>
                    </a:cubicBezTo>
                    <a:cubicBezTo>
                      <a:pt x="1" y="286"/>
                      <a:pt x="84" y="357"/>
                      <a:pt x="180" y="357"/>
                    </a:cubicBezTo>
                    <a:cubicBezTo>
                      <a:pt x="287" y="357"/>
                      <a:pt x="358" y="286"/>
                      <a:pt x="358" y="179"/>
                    </a:cubicBezTo>
                    <a:cubicBezTo>
                      <a:pt x="358" y="84"/>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5"/>
              <p:cNvSpPr/>
              <p:nvPr/>
            </p:nvSpPr>
            <p:spPr>
              <a:xfrm>
                <a:off x="4351498" y="2482985"/>
                <a:ext cx="38030" cy="38030"/>
              </a:xfrm>
              <a:custGeom>
                <a:rect b="b" l="l" r="r" t="t"/>
                <a:pathLst>
                  <a:path extrusionOk="0" h="358" w="358">
                    <a:moveTo>
                      <a:pt x="179" y="0"/>
                    </a:moveTo>
                    <a:cubicBezTo>
                      <a:pt x="72" y="0"/>
                      <a:pt x="1" y="72"/>
                      <a:pt x="1" y="179"/>
                    </a:cubicBezTo>
                    <a:cubicBezTo>
                      <a:pt x="1" y="286"/>
                      <a:pt x="72" y="357"/>
                      <a:pt x="179" y="357"/>
                    </a:cubicBezTo>
                    <a:cubicBezTo>
                      <a:pt x="286" y="357"/>
                      <a:pt x="358" y="286"/>
                      <a:pt x="358" y="179"/>
                    </a:cubicBezTo>
                    <a:cubicBezTo>
                      <a:pt x="358" y="84"/>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5"/>
              <p:cNvSpPr/>
              <p:nvPr/>
            </p:nvSpPr>
            <p:spPr>
              <a:xfrm>
                <a:off x="4448911" y="2482985"/>
                <a:ext cx="38030" cy="38030"/>
              </a:xfrm>
              <a:custGeom>
                <a:rect b="b" l="l" r="r" t="t"/>
                <a:pathLst>
                  <a:path extrusionOk="0" h="358" w="358">
                    <a:moveTo>
                      <a:pt x="179" y="0"/>
                    </a:moveTo>
                    <a:cubicBezTo>
                      <a:pt x="84" y="0"/>
                      <a:pt x="0" y="72"/>
                      <a:pt x="0" y="179"/>
                    </a:cubicBezTo>
                    <a:cubicBezTo>
                      <a:pt x="0" y="286"/>
                      <a:pt x="84" y="357"/>
                      <a:pt x="179" y="357"/>
                    </a:cubicBezTo>
                    <a:cubicBezTo>
                      <a:pt x="286" y="357"/>
                      <a:pt x="358" y="286"/>
                      <a:pt x="358" y="179"/>
                    </a:cubicBezTo>
                    <a:cubicBezTo>
                      <a:pt x="358" y="84"/>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5"/>
              <p:cNvSpPr/>
              <p:nvPr/>
            </p:nvSpPr>
            <p:spPr>
              <a:xfrm>
                <a:off x="4547599" y="2482985"/>
                <a:ext cx="38030" cy="38030"/>
              </a:xfrm>
              <a:custGeom>
                <a:rect b="b" l="l" r="r" t="t"/>
                <a:pathLst>
                  <a:path extrusionOk="0" h="358" w="358">
                    <a:moveTo>
                      <a:pt x="179" y="0"/>
                    </a:moveTo>
                    <a:cubicBezTo>
                      <a:pt x="72" y="0"/>
                      <a:pt x="0" y="72"/>
                      <a:pt x="0" y="179"/>
                    </a:cubicBezTo>
                    <a:cubicBezTo>
                      <a:pt x="0" y="286"/>
                      <a:pt x="72" y="357"/>
                      <a:pt x="179" y="357"/>
                    </a:cubicBezTo>
                    <a:cubicBezTo>
                      <a:pt x="286" y="357"/>
                      <a:pt x="357" y="286"/>
                      <a:pt x="357" y="179"/>
                    </a:cubicBezTo>
                    <a:cubicBezTo>
                      <a:pt x="357" y="84"/>
                      <a:pt x="262"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5"/>
              <p:cNvSpPr/>
              <p:nvPr/>
            </p:nvSpPr>
            <p:spPr>
              <a:xfrm>
                <a:off x="4643630" y="2482985"/>
                <a:ext cx="38137" cy="38030"/>
              </a:xfrm>
              <a:custGeom>
                <a:rect b="b" l="l" r="r" t="t"/>
                <a:pathLst>
                  <a:path extrusionOk="0" h="358" w="359">
                    <a:moveTo>
                      <a:pt x="180" y="0"/>
                    </a:moveTo>
                    <a:cubicBezTo>
                      <a:pt x="72" y="0"/>
                      <a:pt x="1" y="72"/>
                      <a:pt x="1" y="179"/>
                    </a:cubicBezTo>
                    <a:cubicBezTo>
                      <a:pt x="1" y="286"/>
                      <a:pt x="72" y="357"/>
                      <a:pt x="180" y="357"/>
                    </a:cubicBezTo>
                    <a:cubicBezTo>
                      <a:pt x="287" y="357"/>
                      <a:pt x="358" y="286"/>
                      <a:pt x="358" y="179"/>
                    </a:cubicBezTo>
                    <a:cubicBezTo>
                      <a:pt x="358" y="84"/>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5"/>
              <p:cNvSpPr/>
              <p:nvPr/>
            </p:nvSpPr>
            <p:spPr>
              <a:xfrm>
                <a:off x="4742318" y="2482985"/>
                <a:ext cx="38030" cy="38030"/>
              </a:xfrm>
              <a:custGeom>
                <a:rect b="b" l="l" r="r" t="t"/>
                <a:pathLst>
                  <a:path extrusionOk="0" h="358" w="358">
                    <a:moveTo>
                      <a:pt x="179" y="0"/>
                    </a:moveTo>
                    <a:cubicBezTo>
                      <a:pt x="72" y="0"/>
                      <a:pt x="1" y="72"/>
                      <a:pt x="1" y="179"/>
                    </a:cubicBezTo>
                    <a:cubicBezTo>
                      <a:pt x="1" y="286"/>
                      <a:pt x="72" y="357"/>
                      <a:pt x="179" y="357"/>
                    </a:cubicBezTo>
                    <a:cubicBezTo>
                      <a:pt x="275" y="357"/>
                      <a:pt x="358" y="286"/>
                      <a:pt x="358" y="179"/>
                    </a:cubicBezTo>
                    <a:cubicBezTo>
                      <a:pt x="358" y="84"/>
                      <a:pt x="275"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5"/>
              <p:cNvSpPr/>
              <p:nvPr/>
            </p:nvSpPr>
            <p:spPr>
              <a:xfrm>
                <a:off x="4839731" y="2482985"/>
                <a:ext cx="38030" cy="38030"/>
              </a:xfrm>
              <a:custGeom>
                <a:rect b="b" l="l" r="r" t="t"/>
                <a:pathLst>
                  <a:path extrusionOk="0" h="358" w="358">
                    <a:moveTo>
                      <a:pt x="179" y="0"/>
                    </a:moveTo>
                    <a:cubicBezTo>
                      <a:pt x="72" y="0"/>
                      <a:pt x="0" y="72"/>
                      <a:pt x="0" y="179"/>
                    </a:cubicBezTo>
                    <a:cubicBezTo>
                      <a:pt x="0" y="286"/>
                      <a:pt x="72" y="357"/>
                      <a:pt x="179" y="357"/>
                    </a:cubicBezTo>
                    <a:cubicBezTo>
                      <a:pt x="286" y="357"/>
                      <a:pt x="358" y="286"/>
                      <a:pt x="358" y="179"/>
                    </a:cubicBezTo>
                    <a:cubicBezTo>
                      <a:pt x="358" y="84"/>
                      <a:pt x="274"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5"/>
              <p:cNvSpPr/>
              <p:nvPr/>
            </p:nvSpPr>
            <p:spPr>
              <a:xfrm>
                <a:off x="4252810" y="2595483"/>
                <a:ext cx="38137" cy="38137"/>
              </a:xfrm>
              <a:custGeom>
                <a:rect b="b" l="l" r="r" t="t"/>
                <a:pathLst>
                  <a:path extrusionOk="0" h="359" w="359">
                    <a:moveTo>
                      <a:pt x="180" y="1"/>
                    </a:moveTo>
                    <a:cubicBezTo>
                      <a:pt x="84" y="1"/>
                      <a:pt x="1" y="72"/>
                      <a:pt x="1" y="179"/>
                    </a:cubicBezTo>
                    <a:cubicBezTo>
                      <a:pt x="1" y="287"/>
                      <a:pt x="84" y="358"/>
                      <a:pt x="180" y="358"/>
                    </a:cubicBezTo>
                    <a:cubicBezTo>
                      <a:pt x="287" y="358"/>
                      <a:pt x="358" y="287"/>
                      <a:pt x="358" y="179"/>
                    </a:cubicBezTo>
                    <a:cubicBezTo>
                      <a:pt x="358" y="72"/>
                      <a:pt x="287" y="1"/>
                      <a:pt x="1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5"/>
              <p:cNvSpPr/>
              <p:nvPr/>
            </p:nvSpPr>
            <p:spPr>
              <a:xfrm>
                <a:off x="4351498" y="2595483"/>
                <a:ext cx="38030" cy="38137"/>
              </a:xfrm>
              <a:custGeom>
                <a:rect b="b" l="l" r="r" t="t"/>
                <a:pathLst>
                  <a:path extrusionOk="0" h="359" w="358">
                    <a:moveTo>
                      <a:pt x="179" y="1"/>
                    </a:moveTo>
                    <a:cubicBezTo>
                      <a:pt x="72" y="1"/>
                      <a:pt x="1" y="72"/>
                      <a:pt x="1" y="179"/>
                    </a:cubicBezTo>
                    <a:cubicBezTo>
                      <a:pt x="1" y="287"/>
                      <a:pt x="72" y="358"/>
                      <a:pt x="179" y="358"/>
                    </a:cubicBezTo>
                    <a:cubicBezTo>
                      <a:pt x="286" y="358"/>
                      <a:pt x="358" y="287"/>
                      <a:pt x="358" y="179"/>
                    </a:cubicBezTo>
                    <a:cubicBezTo>
                      <a:pt x="358" y="72"/>
                      <a:pt x="286"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5"/>
              <p:cNvSpPr/>
              <p:nvPr/>
            </p:nvSpPr>
            <p:spPr>
              <a:xfrm>
                <a:off x="4448911" y="2595483"/>
                <a:ext cx="38030" cy="38137"/>
              </a:xfrm>
              <a:custGeom>
                <a:rect b="b" l="l" r="r" t="t"/>
                <a:pathLst>
                  <a:path extrusionOk="0" h="359" w="358">
                    <a:moveTo>
                      <a:pt x="179" y="1"/>
                    </a:moveTo>
                    <a:cubicBezTo>
                      <a:pt x="84" y="1"/>
                      <a:pt x="0" y="72"/>
                      <a:pt x="0" y="179"/>
                    </a:cubicBezTo>
                    <a:cubicBezTo>
                      <a:pt x="0" y="287"/>
                      <a:pt x="84" y="358"/>
                      <a:pt x="179" y="358"/>
                    </a:cubicBezTo>
                    <a:cubicBezTo>
                      <a:pt x="286" y="358"/>
                      <a:pt x="358" y="287"/>
                      <a:pt x="358" y="179"/>
                    </a:cubicBezTo>
                    <a:cubicBezTo>
                      <a:pt x="358" y="72"/>
                      <a:pt x="286"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5"/>
              <p:cNvSpPr/>
              <p:nvPr/>
            </p:nvSpPr>
            <p:spPr>
              <a:xfrm>
                <a:off x="4547599" y="2595483"/>
                <a:ext cx="38030" cy="38137"/>
              </a:xfrm>
              <a:custGeom>
                <a:rect b="b" l="l" r="r" t="t"/>
                <a:pathLst>
                  <a:path extrusionOk="0" h="359" w="358">
                    <a:moveTo>
                      <a:pt x="179" y="1"/>
                    </a:moveTo>
                    <a:cubicBezTo>
                      <a:pt x="72" y="1"/>
                      <a:pt x="0" y="72"/>
                      <a:pt x="0" y="179"/>
                    </a:cubicBezTo>
                    <a:cubicBezTo>
                      <a:pt x="0" y="287"/>
                      <a:pt x="72" y="358"/>
                      <a:pt x="179" y="358"/>
                    </a:cubicBezTo>
                    <a:cubicBezTo>
                      <a:pt x="286" y="358"/>
                      <a:pt x="357" y="287"/>
                      <a:pt x="357" y="179"/>
                    </a:cubicBezTo>
                    <a:cubicBezTo>
                      <a:pt x="357" y="72"/>
                      <a:pt x="262"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5"/>
              <p:cNvSpPr/>
              <p:nvPr/>
            </p:nvSpPr>
            <p:spPr>
              <a:xfrm>
                <a:off x="4643630" y="2595483"/>
                <a:ext cx="38137" cy="38137"/>
              </a:xfrm>
              <a:custGeom>
                <a:rect b="b" l="l" r="r" t="t"/>
                <a:pathLst>
                  <a:path extrusionOk="0" h="359" w="359">
                    <a:moveTo>
                      <a:pt x="180" y="1"/>
                    </a:moveTo>
                    <a:cubicBezTo>
                      <a:pt x="72" y="1"/>
                      <a:pt x="1" y="72"/>
                      <a:pt x="1" y="179"/>
                    </a:cubicBezTo>
                    <a:cubicBezTo>
                      <a:pt x="1" y="287"/>
                      <a:pt x="72" y="358"/>
                      <a:pt x="180" y="358"/>
                    </a:cubicBezTo>
                    <a:cubicBezTo>
                      <a:pt x="287" y="358"/>
                      <a:pt x="358" y="287"/>
                      <a:pt x="358" y="179"/>
                    </a:cubicBezTo>
                    <a:cubicBezTo>
                      <a:pt x="358" y="72"/>
                      <a:pt x="287" y="1"/>
                      <a:pt x="1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5"/>
              <p:cNvSpPr/>
              <p:nvPr/>
            </p:nvSpPr>
            <p:spPr>
              <a:xfrm>
                <a:off x="4742318" y="2595483"/>
                <a:ext cx="38030" cy="38137"/>
              </a:xfrm>
              <a:custGeom>
                <a:rect b="b" l="l" r="r" t="t"/>
                <a:pathLst>
                  <a:path extrusionOk="0" h="359" w="358">
                    <a:moveTo>
                      <a:pt x="179" y="1"/>
                    </a:moveTo>
                    <a:cubicBezTo>
                      <a:pt x="72" y="1"/>
                      <a:pt x="1" y="72"/>
                      <a:pt x="1" y="179"/>
                    </a:cubicBezTo>
                    <a:cubicBezTo>
                      <a:pt x="1" y="287"/>
                      <a:pt x="72" y="358"/>
                      <a:pt x="179" y="358"/>
                    </a:cubicBezTo>
                    <a:cubicBezTo>
                      <a:pt x="275" y="358"/>
                      <a:pt x="358" y="287"/>
                      <a:pt x="358" y="179"/>
                    </a:cubicBezTo>
                    <a:cubicBezTo>
                      <a:pt x="358" y="72"/>
                      <a:pt x="275"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5"/>
              <p:cNvSpPr/>
              <p:nvPr/>
            </p:nvSpPr>
            <p:spPr>
              <a:xfrm>
                <a:off x="4839731" y="2595483"/>
                <a:ext cx="38030" cy="38137"/>
              </a:xfrm>
              <a:custGeom>
                <a:rect b="b" l="l" r="r" t="t"/>
                <a:pathLst>
                  <a:path extrusionOk="0" h="359" w="358">
                    <a:moveTo>
                      <a:pt x="179" y="1"/>
                    </a:moveTo>
                    <a:cubicBezTo>
                      <a:pt x="72" y="1"/>
                      <a:pt x="0" y="72"/>
                      <a:pt x="0" y="179"/>
                    </a:cubicBezTo>
                    <a:cubicBezTo>
                      <a:pt x="0" y="287"/>
                      <a:pt x="72" y="358"/>
                      <a:pt x="179" y="358"/>
                    </a:cubicBezTo>
                    <a:cubicBezTo>
                      <a:pt x="286" y="358"/>
                      <a:pt x="358" y="287"/>
                      <a:pt x="358" y="179"/>
                    </a:cubicBezTo>
                    <a:cubicBezTo>
                      <a:pt x="358" y="72"/>
                      <a:pt x="274"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50" name="Google Shape;250;p5"/>
          <p:cNvGrpSpPr/>
          <p:nvPr/>
        </p:nvGrpSpPr>
        <p:grpSpPr>
          <a:xfrm>
            <a:off x="-902289" y="1083363"/>
            <a:ext cx="1617386" cy="1624770"/>
            <a:chOff x="3992334" y="189904"/>
            <a:chExt cx="1116902" cy="1122001"/>
          </a:xfrm>
        </p:grpSpPr>
        <p:sp>
          <p:nvSpPr>
            <p:cNvPr id="251" name="Google Shape;251;p5"/>
            <p:cNvSpPr/>
            <p:nvPr/>
          </p:nvSpPr>
          <p:spPr>
            <a:xfrm>
              <a:off x="3992334" y="804551"/>
              <a:ext cx="232750" cy="403568"/>
            </a:xfrm>
            <a:custGeom>
              <a:rect b="b" l="l" r="r" t="t"/>
              <a:pathLst>
                <a:path extrusionOk="0" h="3799" w="2191">
                  <a:moveTo>
                    <a:pt x="0" y="1"/>
                  </a:moveTo>
                  <a:cubicBezTo>
                    <a:pt x="36" y="227"/>
                    <a:pt x="60" y="441"/>
                    <a:pt x="107" y="667"/>
                  </a:cubicBezTo>
                  <a:lnTo>
                    <a:pt x="1667" y="3382"/>
                  </a:lnTo>
                  <a:cubicBezTo>
                    <a:pt x="1834" y="3525"/>
                    <a:pt x="2012" y="3680"/>
                    <a:pt x="2191" y="3799"/>
                  </a:cubicBezTo>
                  <a:lnTo>
                    <a:pt x="0"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5"/>
            <p:cNvSpPr/>
            <p:nvPr/>
          </p:nvSpPr>
          <p:spPr>
            <a:xfrm>
              <a:off x="3998602" y="619923"/>
              <a:ext cx="396025" cy="671692"/>
            </a:xfrm>
            <a:custGeom>
              <a:rect b="b" l="l" r="r" t="t"/>
              <a:pathLst>
                <a:path extrusionOk="0" h="6323" w="3728">
                  <a:moveTo>
                    <a:pt x="96" y="0"/>
                  </a:moveTo>
                  <a:cubicBezTo>
                    <a:pt x="48" y="96"/>
                    <a:pt x="13" y="215"/>
                    <a:pt x="1" y="334"/>
                  </a:cubicBezTo>
                  <a:lnTo>
                    <a:pt x="3382" y="6203"/>
                  </a:lnTo>
                  <a:cubicBezTo>
                    <a:pt x="3489" y="6251"/>
                    <a:pt x="3608" y="6275"/>
                    <a:pt x="3727" y="6323"/>
                  </a:cubicBezTo>
                  <a:lnTo>
                    <a:pt x="96"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5"/>
            <p:cNvSpPr/>
            <p:nvPr/>
          </p:nvSpPr>
          <p:spPr>
            <a:xfrm>
              <a:off x="4040350" y="490854"/>
              <a:ext cx="484515" cy="821052"/>
            </a:xfrm>
            <a:custGeom>
              <a:rect b="b" l="l" r="r" t="t"/>
              <a:pathLst>
                <a:path extrusionOk="0" h="7729" w="4561">
                  <a:moveTo>
                    <a:pt x="108" y="1"/>
                  </a:moveTo>
                  <a:cubicBezTo>
                    <a:pt x="84" y="84"/>
                    <a:pt x="36" y="168"/>
                    <a:pt x="1" y="263"/>
                  </a:cubicBezTo>
                  <a:lnTo>
                    <a:pt x="4275" y="7716"/>
                  </a:lnTo>
                  <a:cubicBezTo>
                    <a:pt x="4370" y="7728"/>
                    <a:pt x="4477" y="7728"/>
                    <a:pt x="4561" y="7728"/>
                  </a:cubicBezTo>
                  <a:lnTo>
                    <a:pt x="108"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5"/>
            <p:cNvSpPr/>
            <p:nvPr/>
          </p:nvSpPr>
          <p:spPr>
            <a:xfrm>
              <a:off x="4101114" y="393547"/>
              <a:ext cx="542623" cy="915809"/>
            </a:xfrm>
            <a:custGeom>
              <a:rect b="b" l="l" r="r" t="t"/>
              <a:pathLst>
                <a:path extrusionOk="0" h="8621" w="5108">
                  <a:moveTo>
                    <a:pt x="167" y="0"/>
                  </a:moveTo>
                  <a:cubicBezTo>
                    <a:pt x="107" y="60"/>
                    <a:pt x="48" y="131"/>
                    <a:pt x="0" y="191"/>
                  </a:cubicBezTo>
                  <a:lnTo>
                    <a:pt x="4858" y="8620"/>
                  </a:lnTo>
                  <a:cubicBezTo>
                    <a:pt x="4941" y="8596"/>
                    <a:pt x="5025" y="8596"/>
                    <a:pt x="5108" y="8585"/>
                  </a:cubicBezTo>
                  <a:lnTo>
                    <a:pt x="167"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5"/>
            <p:cNvSpPr/>
            <p:nvPr/>
          </p:nvSpPr>
          <p:spPr>
            <a:xfrm>
              <a:off x="4175687" y="316318"/>
              <a:ext cx="573111" cy="969030"/>
            </a:xfrm>
            <a:custGeom>
              <a:rect b="b" l="l" r="r" t="t"/>
              <a:pathLst>
                <a:path extrusionOk="0" h="9122" w="5395">
                  <a:moveTo>
                    <a:pt x="179" y="1"/>
                  </a:moveTo>
                  <a:cubicBezTo>
                    <a:pt x="120" y="60"/>
                    <a:pt x="60" y="96"/>
                    <a:pt x="1" y="156"/>
                  </a:cubicBezTo>
                  <a:lnTo>
                    <a:pt x="5168" y="9121"/>
                  </a:lnTo>
                  <a:cubicBezTo>
                    <a:pt x="5239" y="9085"/>
                    <a:pt x="5311" y="9073"/>
                    <a:pt x="5394" y="9050"/>
                  </a:cubicBezTo>
                  <a:lnTo>
                    <a:pt x="179"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5"/>
            <p:cNvSpPr/>
            <p:nvPr/>
          </p:nvSpPr>
          <p:spPr>
            <a:xfrm>
              <a:off x="4259184" y="256935"/>
              <a:ext cx="581928" cy="986664"/>
            </a:xfrm>
            <a:custGeom>
              <a:rect b="b" l="l" r="r" t="t"/>
              <a:pathLst>
                <a:path extrusionOk="0" h="9288" w="5478">
                  <a:moveTo>
                    <a:pt x="215" y="0"/>
                  </a:moveTo>
                  <a:cubicBezTo>
                    <a:pt x="167" y="24"/>
                    <a:pt x="143" y="48"/>
                    <a:pt x="108" y="60"/>
                  </a:cubicBezTo>
                  <a:cubicBezTo>
                    <a:pt x="84" y="84"/>
                    <a:pt x="36" y="107"/>
                    <a:pt x="0" y="119"/>
                  </a:cubicBezTo>
                  <a:lnTo>
                    <a:pt x="5275" y="9287"/>
                  </a:lnTo>
                  <a:cubicBezTo>
                    <a:pt x="5299" y="9275"/>
                    <a:pt x="5346" y="9251"/>
                    <a:pt x="5382" y="9228"/>
                  </a:cubicBezTo>
                  <a:cubicBezTo>
                    <a:pt x="5406" y="9216"/>
                    <a:pt x="5454" y="9192"/>
                    <a:pt x="5477" y="9168"/>
                  </a:cubicBezTo>
                  <a:lnTo>
                    <a:pt x="215"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5"/>
            <p:cNvSpPr/>
            <p:nvPr/>
          </p:nvSpPr>
          <p:spPr>
            <a:xfrm>
              <a:off x="4354047" y="216462"/>
              <a:ext cx="573005" cy="968924"/>
            </a:xfrm>
            <a:custGeom>
              <a:rect b="b" l="l" r="r" t="t"/>
              <a:pathLst>
                <a:path extrusionOk="0" h="9121" w="5394">
                  <a:moveTo>
                    <a:pt x="227" y="0"/>
                  </a:moveTo>
                  <a:cubicBezTo>
                    <a:pt x="155" y="12"/>
                    <a:pt x="84" y="48"/>
                    <a:pt x="0" y="72"/>
                  </a:cubicBezTo>
                  <a:lnTo>
                    <a:pt x="5215" y="9120"/>
                  </a:lnTo>
                  <a:cubicBezTo>
                    <a:pt x="5275" y="9073"/>
                    <a:pt x="5334" y="9013"/>
                    <a:pt x="5394" y="8954"/>
                  </a:cubicBezTo>
                  <a:lnTo>
                    <a:pt x="227"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5"/>
            <p:cNvSpPr/>
            <p:nvPr/>
          </p:nvSpPr>
          <p:spPr>
            <a:xfrm>
              <a:off x="4459003" y="192454"/>
              <a:ext cx="542729" cy="915809"/>
            </a:xfrm>
            <a:custGeom>
              <a:rect b="b" l="l" r="r" t="t"/>
              <a:pathLst>
                <a:path extrusionOk="0" h="8621" w="5109">
                  <a:moveTo>
                    <a:pt x="251" y="0"/>
                  </a:moveTo>
                  <a:cubicBezTo>
                    <a:pt x="167" y="0"/>
                    <a:pt x="72" y="12"/>
                    <a:pt x="1" y="36"/>
                  </a:cubicBezTo>
                  <a:lnTo>
                    <a:pt x="4942" y="8620"/>
                  </a:lnTo>
                  <a:cubicBezTo>
                    <a:pt x="5001" y="8561"/>
                    <a:pt x="5049" y="8489"/>
                    <a:pt x="5108" y="8406"/>
                  </a:cubicBezTo>
                  <a:lnTo>
                    <a:pt x="251"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5"/>
            <p:cNvSpPr/>
            <p:nvPr/>
          </p:nvSpPr>
          <p:spPr>
            <a:xfrm>
              <a:off x="4575431" y="189904"/>
              <a:ext cx="485790" cy="819671"/>
            </a:xfrm>
            <a:custGeom>
              <a:rect b="b" l="l" r="r" t="t"/>
              <a:pathLst>
                <a:path extrusionOk="0" h="7716" w="4573">
                  <a:moveTo>
                    <a:pt x="0" y="0"/>
                  </a:moveTo>
                  <a:lnTo>
                    <a:pt x="4453" y="7715"/>
                  </a:lnTo>
                  <a:cubicBezTo>
                    <a:pt x="4501" y="7632"/>
                    <a:pt x="4548" y="7549"/>
                    <a:pt x="4572" y="7465"/>
                  </a:cubicBezTo>
                  <a:lnTo>
                    <a:pt x="286" y="12"/>
                  </a:lnTo>
                  <a:cubicBezTo>
                    <a:pt x="179" y="0"/>
                    <a:pt x="95" y="0"/>
                    <a:pt x="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5"/>
            <p:cNvSpPr/>
            <p:nvPr/>
          </p:nvSpPr>
          <p:spPr>
            <a:xfrm>
              <a:off x="4708218" y="211363"/>
              <a:ext cx="394644" cy="671692"/>
            </a:xfrm>
            <a:custGeom>
              <a:rect b="b" l="l" r="r" t="t"/>
              <a:pathLst>
                <a:path extrusionOk="0" h="6323" w="3715">
                  <a:moveTo>
                    <a:pt x="0" y="1"/>
                  </a:moveTo>
                  <a:lnTo>
                    <a:pt x="3632" y="6323"/>
                  </a:lnTo>
                  <a:cubicBezTo>
                    <a:pt x="3667" y="6204"/>
                    <a:pt x="3679" y="6085"/>
                    <a:pt x="3715" y="5989"/>
                  </a:cubicBezTo>
                  <a:lnTo>
                    <a:pt x="334" y="120"/>
                  </a:lnTo>
                  <a:cubicBezTo>
                    <a:pt x="226" y="72"/>
                    <a:pt x="119" y="36"/>
                    <a:pt x="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5"/>
            <p:cNvSpPr/>
            <p:nvPr/>
          </p:nvSpPr>
          <p:spPr>
            <a:xfrm>
              <a:off x="4876380" y="293585"/>
              <a:ext cx="232856" cy="403568"/>
            </a:xfrm>
            <a:custGeom>
              <a:rect b="b" l="l" r="r" t="t"/>
              <a:pathLst>
                <a:path extrusionOk="0" h="3799" w="2192">
                  <a:moveTo>
                    <a:pt x="1" y="1"/>
                  </a:moveTo>
                  <a:lnTo>
                    <a:pt x="2191" y="3799"/>
                  </a:lnTo>
                  <a:cubicBezTo>
                    <a:pt x="2168" y="3572"/>
                    <a:pt x="2132" y="3346"/>
                    <a:pt x="2084" y="3144"/>
                  </a:cubicBezTo>
                  <a:lnTo>
                    <a:pt x="525" y="429"/>
                  </a:lnTo>
                  <a:cubicBezTo>
                    <a:pt x="358" y="274"/>
                    <a:pt x="179" y="120"/>
                    <a:pt x="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2" name="Google Shape;262;p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63" name="Google Shape;263;p5"/>
          <p:cNvSpPr txBox="1"/>
          <p:nvPr>
            <p:ph idx="1" type="subTitle"/>
          </p:nvPr>
        </p:nvSpPr>
        <p:spPr>
          <a:xfrm>
            <a:off x="4923138" y="2574150"/>
            <a:ext cx="2505600" cy="1755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b="1"/>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64" name="Google Shape;264;p5"/>
          <p:cNvSpPr txBox="1"/>
          <p:nvPr>
            <p:ph idx="2" type="subTitle"/>
          </p:nvPr>
        </p:nvSpPr>
        <p:spPr>
          <a:xfrm>
            <a:off x="1715262" y="2574149"/>
            <a:ext cx="2505600" cy="1755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b="1"/>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65" name="Google Shape;265;p5"/>
          <p:cNvSpPr txBox="1"/>
          <p:nvPr>
            <p:ph idx="3" type="subTitle"/>
          </p:nvPr>
        </p:nvSpPr>
        <p:spPr>
          <a:xfrm>
            <a:off x="1715262" y="2000490"/>
            <a:ext cx="2505600" cy="5589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Raleway"/>
              <a:buNone/>
              <a:defRPr b="1" sz="1800">
                <a:solidFill>
                  <a:schemeClr val="dk1"/>
                </a:solidFill>
                <a:latin typeface="Paytone One"/>
                <a:ea typeface="Paytone One"/>
                <a:cs typeface="Paytone One"/>
                <a:sym typeface="Paytone One"/>
              </a:defRPr>
            </a:lvl1pPr>
            <a:lvl2pPr lvl="1" rtl="0" algn="ctr">
              <a:lnSpc>
                <a:spcPct val="100000"/>
              </a:lnSpc>
              <a:spcBef>
                <a:spcPts val="0"/>
              </a:spcBef>
              <a:spcAft>
                <a:spcPts val="0"/>
              </a:spcAft>
              <a:buSzPts val="2400"/>
              <a:buFont typeface="Raleway"/>
              <a:buNone/>
              <a:defRPr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sz="2400">
                <a:latin typeface="Raleway"/>
                <a:ea typeface="Raleway"/>
                <a:cs typeface="Raleway"/>
                <a:sym typeface="Raleway"/>
              </a:defRPr>
            </a:lvl9pPr>
          </a:lstStyle>
          <a:p/>
        </p:txBody>
      </p:sp>
      <p:sp>
        <p:nvSpPr>
          <p:cNvPr id="266" name="Google Shape;266;p5"/>
          <p:cNvSpPr txBox="1"/>
          <p:nvPr>
            <p:ph idx="4" type="subTitle"/>
          </p:nvPr>
        </p:nvSpPr>
        <p:spPr>
          <a:xfrm>
            <a:off x="4923137" y="2000490"/>
            <a:ext cx="2505600" cy="5589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Raleway"/>
              <a:buNone/>
              <a:defRPr b="1" sz="1800">
                <a:solidFill>
                  <a:schemeClr val="dk1"/>
                </a:solidFill>
                <a:latin typeface="Paytone One"/>
                <a:ea typeface="Paytone One"/>
                <a:cs typeface="Paytone One"/>
                <a:sym typeface="Paytone One"/>
              </a:defRPr>
            </a:lvl1pPr>
            <a:lvl2pPr lvl="1" rtl="0" algn="ctr">
              <a:lnSpc>
                <a:spcPct val="100000"/>
              </a:lnSpc>
              <a:spcBef>
                <a:spcPts val="0"/>
              </a:spcBef>
              <a:spcAft>
                <a:spcPts val="0"/>
              </a:spcAft>
              <a:buSzPts val="2400"/>
              <a:buFont typeface="Raleway"/>
              <a:buNone/>
              <a:defRPr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sz="2400">
                <a:latin typeface="Raleway"/>
                <a:ea typeface="Raleway"/>
                <a:cs typeface="Raleway"/>
                <a:sym typeface="Raleway"/>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7" name="Shape 267"/>
        <p:cNvGrpSpPr/>
        <p:nvPr/>
      </p:nvGrpSpPr>
      <p:grpSpPr>
        <a:xfrm>
          <a:off x="0" y="0"/>
          <a:ext cx="0" cy="0"/>
          <a:chOff x="0" y="0"/>
          <a:chExt cx="0" cy="0"/>
        </a:xfrm>
      </p:grpSpPr>
      <p:sp>
        <p:nvSpPr>
          <p:cNvPr id="268" name="Google Shape;268;p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grpSp>
        <p:nvGrpSpPr>
          <p:cNvPr id="269" name="Google Shape;269;p6"/>
          <p:cNvGrpSpPr/>
          <p:nvPr/>
        </p:nvGrpSpPr>
        <p:grpSpPr>
          <a:xfrm>
            <a:off x="-961364" y="3518726"/>
            <a:ext cx="1617386" cy="1624770"/>
            <a:chOff x="3992334" y="189904"/>
            <a:chExt cx="1116902" cy="1122001"/>
          </a:xfrm>
        </p:grpSpPr>
        <p:sp>
          <p:nvSpPr>
            <p:cNvPr id="270" name="Google Shape;270;p6"/>
            <p:cNvSpPr/>
            <p:nvPr/>
          </p:nvSpPr>
          <p:spPr>
            <a:xfrm>
              <a:off x="3992334" y="804551"/>
              <a:ext cx="232750" cy="403568"/>
            </a:xfrm>
            <a:custGeom>
              <a:rect b="b" l="l" r="r" t="t"/>
              <a:pathLst>
                <a:path extrusionOk="0" h="3799" w="2191">
                  <a:moveTo>
                    <a:pt x="0" y="1"/>
                  </a:moveTo>
                  <a:cubicBezTo>
                    <a:pt x="36" y="227"/>
                    <a:pt x="60" y="441"/>
                    <a:pt x="107" y="667"/>
                  </a:cubicBezTo>
                  <a:lnTo>
                    <a:pt x="1667" y="3382"/>
                  </a:lnTo>
                  <a:cubicBezTo>
                    <a:pt x="1834" y="3525"/>
                    <a:pt x="2012" y="3680"/>
                    <a:pt x="2191" y="3799"/>
                  </a:cubicBez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6"/>
            <p:cNvSpPr/>
            <p:nvPr/>
          </p:nvSpPr>
          <p:spPr>
            <a:xfrm>
              <a:off x="3998602" y="619923"/>
              <a:ext cx="396025" cy="671692"/>
            </a:xfrm>
            <a:custGeom>
              <a:rect b="b" l="l" r="r" t="t"/>
              <a:pathLst>
                <a:path extrusionOk="0" h="6323" w="3728">
                  <a:moveTo>
                    <a:pt x="96" y="0"/>
                  </a:moveTo>
                  <a:cubicBezTo>
                    <a:pt x="48" y="96"/>
                    <a:pt x="13" y="215"/>
                    <a:pt x="1" y="334"/>
                  </a:cubicBezTo>
                  <a:lnTo>
                    <a:pt x="3382" y="6203"/>
                  </a:lnTo>
                  <a:cubicBezTo>
                    <a:pt x="3489" y="6251"/>
                    <a:pt x="3608" y="6275"/>
                    <a:pt x="3727" y="6323"/>
                  </a:cubicBezTo>
                  <a:lnTo>
                    <a:pt x="9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6"/>
            <p:cNvSpPr/>
            <p:nvPr/>
          </p:nvSpPr>
          <p:spPr>
            <a:xfrm>
              <a:off x="4040350" y="490854"/>
              <a:ext cx="484515" cy="821052"/>
            </a:xfrm>
            <a:custGeom>
              <a:rect b="b" l="l" r="r" t="t"/>
              <a:pathLst>
                <a:path extrusionOk="0" h="7729" w="4561">
                  <a:moveTo>
                    <a:pt x="108" y="1"/>
                  </a:moveTo>
                  <a:cubicBezTo>
                    <a:pt x="84" y="84"/>
                    <a:pt x="36" y="168"/>
                    <a:pt x="1" y="263"/>
                  </a:cubicBezTo>
                  <a:lnTo>
                    <a:pt x="4275" y="7716"/>
                  </a:lnTo>
                  <a:cubicBezTo>
                    <a:pt x="4370" y="7728"/>
                    <a:pt x="4477" y="7728"/>
                    <a:pt x="4561" y="7728"/>
                  </a:cubicBezTo>
                  <a:lnTo>
                    <a:pt x="1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6"/>
            <p:cNvSpPr/>
            <p:nvPr/>
          </p:nvSpPr>
          <p:spPr>
            <a:xfrm>
              <a:off x="4101114" y="393547"/>
              <a:ext cx="542623" cy="915809"/>
            </a:xfrm>
            <a:custGeom>
              <a:rect b="b" l="l" r="r" t="t"/>
              <a:pathLst>
                <a:path extrusionOk="0" h="8621" w="5108">
                  <a:moveTo>
                    <a:pt x="167" y="0"/>
                  </a:moveTo>
                  <a:cubicBezTo>
                    <a:pt x="107" y="60"/>
                    <a:pt x="48" y="131"/>
                    <a:pt x="0" y="191"/>
                  </a:cubicBezTo>
                  <a:lnTo>
                    <a:pt x="4858" y="8620"/>
                  </a:lnTo>
                  <a:cubicBezTo>
                    <a:pt x="4941" y="8596"/>
                    <a:pt x="5025" y="8596"/>
                    <a:pt x="5108" y="8585"/>
                  </a:cubicBezTo>
                  <a:lnTo>
                    <a:pt x="16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6"/>
            <p:cNvSpPr/>
            <p:nvPr/>
          </p:nvSpPr>
          <p:spPr>
            <a:xfrm>
              <a:off x="4175687" y="316318"/>
              <a:ext cx="573111" cy="969030"/>
            </a:xfrm>
            <a:custGeom>
              <a:rect b="b" l="l" r="r" t="t"/>
              <a:pathLst>
                <a:path extrusionOk="0" h="9122" w="5395">
                  <a:moveTo>
                    <a:pt x="179" y="1"/>
                  </a:moveTo>
                  <a:cubicBezTo>
                    <a:pt x="120" y="60"/>
                    <a:pt x="60" y="96"/>
                    <a:pt x="1" y="156"/>
                  </a:cubicBezTo>
                  <a:lnTo>
                    <a:pt x="5168" y="9121"/>
                  </a:lnTo>
                  <a:cubicBezTo>
                    <a:pt x="5239" y="9085"/>
                    <a:pt x="5311" y="9073"/>
                    <a:pt x="5394" y="9050"/>
                  </a:cubicBezTo>
                  <a:lnTo>
                    <a:pt x="17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6"/>
            <p:cNvSpPr/>
            <p:nvPr/>
          </p:nvSpPr>
          <p:spPr>
            <a:xfrm>
              <a:off x="4259184" y="256935"/>
              <a:ext cx="581928" cy="986664"/>
            </a:xfrm>
            <a:custGeom>
              <a:rect b="b" l="l" r="r" t="t"/>
              <a:pathLst>
                <a:path extrusionOk="0" h="9288" w="5478">
                  <a:moveTo>
                    <a:pt x="215" y="0"/>
                  </a:moveTo>
                  <a:cubicBezTo>
                    <a:pt x="167" y="24"/>
                    <a:pt x="143" y="48"/>
                    <a:pt x="108" y="60"/>
                  </a:cubicBezTo>
                  <a:cubicBezTo>
                    <a:pt x="84" y="84"/>
                    <a:pt x="36" y="107"/>
                    <a:pt x="0" y="119"/>
                  </a:cubicBezTo>
                  <a:lnTo>
                    <a:pt x="5275" y="9287"/>
                  </a:lnTo>
                  <a:cubicBezTo>
                    <a:pt x="5299" y="9275"/>
                    <a:pt x="5346" y="9251"/>
                    <a:pt x="5382" y="9228"/>
                  </a:cubicBezTo>
                  <a:cubicBezTo>
                    <a:pt x="5406" y="9216"/>
                    <a:pt x="5454" y="9192"/>
                    <a:pt x="5477" y="9168"/>
                  </a:cubicBezTo>
                  <a:lnTo>
                    <a:pt x="21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6"/>
            <p:cNvSpPr/>
            <p:nvPr/>
          </p:nvSpPr>
          <p:spPr>
            <a:xfrm>
              <a:off x="4354047" y="216462"/>
              <a:ext cx="573005" cy="968924"/>
            </a:xfrm>
            <a:custGeom>
              <a:rect b="b" l="l" r="r" t="t"/>
              <a:pathLst>
                <a:path extrusionOk="0" h="9121" w="5394">
                  <a:moveTo>
                    <a:pt x="227" y="0"/>
                  </a:moveTo>
                  <a:cubicBezTo>
                    <a:pt x="155" y="12"/>
                    <a:pt x="84" y="48"/>
                    <a:pt x="0" y="72"/>
                  </a:cubicBezTo>
                  <a:lnTo>
                    <a:pt x="5215" y="9120"/>
                  </a:lnTo>
                  <a:cubicBezTo>
                    <a:pt x="5275" y="9073"/>
                    <a:pt x="5334" y="9013"/>
                    <a:pt x="5394" y="8954"/>
                  </a:cubicBezTo>
                  <a:lnTo>
                    <a:pt x="22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6"/>
            <p:cNvSpPr/>
            <p:nvPr/>
          </p:nvSpPr>
          <p:spPr>
            <a:xfrm>
              <a:off x="4459003" y="192454"/>
              <a:ext cx="542729" cy="915809"/>
            </a:xfrm>
            <a:custGeom>
              <a:rect b="b" l="l" r="r" t="t"/>
              <a:pathLst>
                <a:path extrusionOk="0" h="8621" w="5109">
                  <a:moveTo>
                    <a:pt x="251" y="0"/>
                  </a:moveTo>
                  <a:cubicBezTo>
                    <a:pt x="167" y="0"/>
                    <a:pt x="72" y="12"/>
                    <a:pt x="1" y="36"/>
                  </a:cubicBezTo>
                  <a:lnTo>
                    <a:pt x="4942" y="8620"/>
                  </a:lnTo>
                  <a:cubicBezTo>
                    <a:pt x="5001" y="8561"/>
                    <a:pt x="5049" y="8489"/>
                    <a:pt x="5108" y="8406"/>
                  </a:cubicBezTo>
                  <a:lnTo>
                    <a:pt x="25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6"/>
            <p:cNvSpPr/>
            <p:nvPr/>
          </p:nvSpPr>
          <p:spPr>
            <a:xfrm>
              <a:off x="4575431" y="189904"/>
              <a:ext cx="485790" cy="819671"/>
            </a:xfrm>
            <a:custGeom>
              <a:rect b="b" l="l" r="r" t="t"/>
              <a:pathLst>
                <a:path extrusionOk="0" h="7716" w="4573">
                  <a:moveTo>
                    <a:pt x="0" y="0"/>
                  </a:moveTo>
                  <a:lnTo>
                    <a:pt x="4453" y="7715"/>
                  </a:lnTo>
                  <a:cubicBezTo>
                    <a:pt x="4501" y="7632"/>
                    <a:pt x="4548" y="7549"/>
                    <a:pt x="4572" y="7465"/>
                  </a:cubicBezTo>
                  <a:lnTo>
                    <a:pt x="286" y="12"/>
                  </a:lnTo>
                  <a:cubicBezTo>
                    <a:pt x="179" y="0"/>
                    <a:pt x="95" y="0"/>
                    <a:pt x="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6"/>
            <p:cNvSpPr/>
            <p:nvPr/>
          </p:nvSpPr>
          <p:spPr>
            <a:xfrm>
              <a:off x="4708218" y="211363"/>
              <a:ext cx="394644" cy="671692"/>
            </a:xfrm>
            <a:custGeom>
              <a:rect b="b" l="l" r="r" t="t"/>
              <a:pathLst>
                <a:path extrusionOk="0" h="6323" w="3715">
                  <a:moveTo>
                    <a:pt x="0" y="1"/>
                  </a:moveTo>
                  <a:lnTo>
                    <a:pt x="3632" y="6323"/>
                  </a:lnTo>
                  <a:cubicBezTo>
                    <a:pt x="3667" y="6204"/>
                    <a:pt x="3679" y="6085"/>
                    <a:pt x="3715" y="5989"/>
                  </a:cubicBezTo>
                  <a:lnTo>
                    <a:pt x="334" y="120"/>
                  </a:lnTo>
                  <a:cubicBezTo>
                    <a:pt x="226" y="72"/>
                    <a:pt x="119" y="36"/>
                    <a:pt x="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6"/>
            <p:cNvSpPr/>
            <p:nvPr/>
          </p:nvSpPr>
          <p:spPr>
            <a:xfrm>
              <a:off x="4876380" y="293585"/>
              <a:ext cx="232856" cy="403568"/>
            </a:xfrm>
            <a:custGeom>
              <a:rect b="b" l="l" r="r" t="t"/>
              <a:pathLst>
                <a:path extrusionOk="0" h="3799" w="2192">
                  <a:moveTo>
                    <a:pt x="1" y="1"/>
                  </a:moveTo>
                  <a:lnTo>
                    <a:pt x="2191" y="3799"/>
                  </a:lnTo>
                  <a:cubicBezTo>
                    <a:pt x="2168" y="3572"/>
                    <a:pt x="2132" y="3346"/>
                    <a:pt x="2084" y="3144"/>
                  </a:cubicBezTo>
                  <a:lnTo>
                    <a:pt x="525" y="429"/>
                  </a:lnTo>
                  <a:cubicBezTo>
                    <a:pt x="358" y="274"/>
                    <a:pt x="179" y="120"/>
                    <a:pt x="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1" name="Google Shape;281;p6"/>
          <p:cNvGrpSpPr/>
          <p:nvPr/>
        </p:nvGrpSpPr>
        <p:grpSpPr>
          <a:xfrm>
            <a:off x="8428897" y="5564"/>
            <a:ext cx="1105788" cy="1058857"/>
            <a:chOff x="4252810" y="2035226"/>
            <a:chExt cx="624951" cy="598394"/>
          </a:xfrm>
        </p:grpSpPr>
        <p:sp>
          <p:nvSpPr>
            <p:cNvPr id="282" name="Google Shape;282;p6"/>
            <p:cNvSpPr/>
            <p:nvPr/>
          </p:nvSpPr>
          <p:spPr>
            <a:xfrm>
              <a:off x="4252810" y="2035226"/>
              <a:ext cx="38137" cy="39305"/>
            </a:xfrm>
            <a:custGeom>
              <a:rect b="b" l="l" r="r" t="t"/>
              <a:pathLst>
                <a:path extrusionOk="0" h="370" w="359">
                  <a:moveTo>
                    <a:pt x="180" y="0"/>
                  </a:moveTo>
                  <a:cubicBezTo>
                    <a:pt x="84" y="0"/>
                    <a:pt x="1" y="84"/>
                    <a:pt x="1" y="191"/>
                  </a:cubicBezTo>
                  <a:cubicBezTo>
                    <a:pt x="1" y="286"/>
                    <a:pt x="84" y="369"/>
                    <a:pt x="180" y="369"/>
                  </a:cubicBezTo>
                  <a:cubicBezTo>
                    <a:pt x="287" y="369"/>
                    <a:pt x="358" y="286"/>
                    <a:pt x="358" y="191"/>
                  </a:cubicBezTo>
                  <a:cubicBezTo>
                    <a:pt x="358" y="96"/>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6"/>
            <p:cNvSpPr/>
            <p:nvPr/>
          </p:nvSpPr>
          <p:spPr>
            <a:xfrm>
              <a:off x="4351498" y="2035226"/>
              <a:ext cx="38030" cy="39305"/>
            </a:xfrm>
            <a:custGeom>
              <a:rect b="b" l="l" r="r" t="t"/>
              <a:pathLst>
                <a:path extrusionOk="0" h="370" w="358">
                  <a:moveTo>
                    <a:pt x="179" y="0"/>
                  </a:moveTo>
                  <a:cubicBezTo>
                    <a:pt x="72" y="0"/>
                    <a:pt x="1" y="84"/>
                    <a:pt x="1" y="191"/>
                  </a:cubicBezTo>
                  <a:cubicBezTo>
                    <a:pt x="1" y="286"/>
                    <a:pt x="72" y="369"/>
                    <a:pt x="179" y="369"/>
                  </a:cubicBezTo>
                  <a:cubicBezTo>
                    <a:pt x="286" y="369"/>
                    <a:pt x="358" y="286"/>
                    <a:pt x="358" y="191"/>
                  </a:cubicBezTo>
                  <a:cubicBezTo>
                    <a:pt x="358" y="96"/>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6"/>
            <p:cNvSpPr/>
            <p:nvPr/>
          </p:nvSpPr>
          <p:spPr>
            <a:xfrm>
              <a:off x="4448911" y="2035226"/>
              <a:ext cx="38030" cy="39305"/>
            </a:xfrm>
            <a:custGeom>
              <a:rect b="b" l="l" r="r" t="t"/>
              <a:pathLst>
                <a:path extrusionOk="0" h="370" w="358">
                  <a:moveTo>
                    <a:pt x="179" y="0"/>
                  </a:moveTo>
                  <a:cubicBezTo>
                    <a:pt x="84" y="0"/>
                    <a:pt x="0" y="84"/>
                    <a:pt x="0" y="191"/>
                  </a:cubicBezTo>
                  <a:cubicBezTo>
                    <a:pt x="0" y="286"/>
                    <a:pt x="84" y="369"/>
                    <a:pt x="179" y="369"/>
                  </a:cubicBezTo>
                  <a:cubicBezTo>
                    <a:pt x="286" y="369"/>
                    <a:pt x="358" y="286"/>
                    <a:pt x="358" y="191"/>
                  </a:cubicBezTo>
                  <a:cubicBezTo>
                    <a:pt x="358" y="96"/>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6"/>
            <p:cNvSpPr/>
            <p:nvPr/>
          </p:nvSpPr>
          <p:spPr>
            <a:xfrm>
              <a:off x="4547599" y="2035226"/>
              <a:ext cx="38030" cy="39305"/>
            </a:xfrm>
            <a:custGeom>
              <a:rect b="b" l="l" r="r" t="t"/>
              <a:pathLst>
                <a:path extrusionOk="0" h="370" w="358">
                  <a:moveTo>
                    <a:pt x="179" y="0"/>
                  </a:moveTo>
                  <a:cubicBezTo>
                    <a:pt x="72" y="0"/>
                    <a:pt x="0" y="84"/>
                    <a:pt x="0" y="191"/>
                  </a:cubicBezTo>
                  <a:cubicBezTo>
                    <a:pt x="0" y="286"/>
                    <a:pt x="72" y="369"/>
                    <a:pt x="179" y="369"/>
                  </a:cubicBezTo>
                  <a:cubicBezTo>
                    <a:pt x="286" y="369"/>
                    <a:pt x="357" y="286"/>
                    <a:pt x="357" y="191"/>
                  </a:cubicBezTo>
                  <a:cubicBezTo>
                    <a:pt x="357" y="96"/>
                    <a:pt x="262"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6"/>
            <p:cNvSpPr/>
            <p:nvPr/>
          </p:nvSpPr>
          <p:spPr>
            <a:xfrm>
              <a:off x="4643630" y="2035226"/>
              <a:ext cx="38137" cy="39305"/>
            </a:xfrm>
            <a:custGeom>
              <a:rect b="b" l="l" r="r" t="t"/>
              <a:pathLst>
                <a:path extrusionOk="0" h="370" w="359">
                  <a:moveTo>
                    <a:pt x="180" y="0"/>
                  </a:moveTo>
                  <a:cubicBezTo>
                    <a:pt x="72" y="0"/>
                    <a:pt x="1" y="84"/>
                    <a:pt x="1" y="191"/>
                  </a:cubicBezTo>
                  <a:cubicBezTo>
                    <a:pt x="1" y="286"/>
                    <a:pt x="72" y="369"/>
                    <a:pt x="180" y="369"/>
                  </a:cubicBezTo>
                  <a:cubicBezTo>
                    <a:pt x="287" y="369"/>
                    <a:pt x="358" y="286"/>
                    <a:pt x="358" y="191"/>
                  </a:cubicBezTo>
                  <a:cubicBezTo>
                    <a:pt x="358" y="96"/>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6"/>
            <p:cNvSpPr/>
            <p:nvPr/>
          </p:nvSpPr>
          <p:spPr>
            <a:xfrm>
              <a:off x="4742318" y="2035226"/>
              <a:ext cx="38030" cy="39305"/>
            </a:xfrm>
            <a:custGeom>
              <a:rect b="b" l="l" r="r" t="t"/>
              <a:pathLst>
                <a:path extrusionOk="0" h="370" w="358">
                  <a:moveTo>
                    <a:pt x="179" y="0"/>
                  </a:moveTo>
                  <a:cubicBezTo>
                    <a:pt x="72" y="0"/>
                    <a:pt x="1" y="84"/>
                    <a:pt x="1" y="191"/>
                  </a:cubicBezTo>
                  <a:cubicBezTo>
                    <a:pt x="1" y="286"/>
                    <a:pt x="72" y="369"/>
                    <a:pt x="179" y="369"/>
                  </a:cubicBezTo>
                  <a:cubicBezTo>
                    <a:pt x="275" y="369"/>
                    <a:pt x="358" y="286"/>
                    <a:pt x="358" y="191"/>
                  </a:cubicBezTo>
                  <a:cubicBezTo>
                    <a:pt x="358" y="96"/>
                    <a:pt x="275"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6"/>
            <p:cNvSpPr/>
            <p:nvPr/>
          </p:nvSpPr>
          <p:spPr>
            <a:xfrm>
              <a:off x="4839731" y="2035226"/>
              <a:ext cx="38030" cy="39305"/>
            </a:xfrm>
            <a:custGeom>
              <a:rect b="b" l="l" r="r" t="t"/>
              <a:pathLst>
                <a:path extrusionOk="0" h="370" w="358">
                  <a:moveTo>
                    <a:pt x="179" y="0"/>
                  </a:moveTo>
                  <a:cubicBezTo>
                    <a:pt x="72" y="0"/>
                    <a:pt x="0" y="84"/>
                    <a:pt x="0" y="191"/>
                  </a:cubicBezTo>
                  <a:cubicBezTo>
                    <a:pt x="0" y="286"/>
                    <a:pt x="72" y="369"/>
                    <a:pt x="179" y="369"/>
                  </a:cubicBezTo>
                  <a:cubicBezTo>
                    <a:pt x="286" y="369"/>
                    <a:pt x="358" y="286"/>
                    <a:pt x="358" y="191"/>
                  </a:cubicBezTo>
                  <a:cubicBezTo>
                    <a:pt x="358" y="96"/>
                    <a:pt x="274"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6"/>
            <p:cNvSpPr/>
            <p:nvPr/>
          </p:nvSpPr>
          <p:spPr>
            <a:xfrm>
              <a:off x="4252810" y="2147829"/>
              <a:ext cx="38137" cy="38030"/>
            </a:xfrm>
            <a:custGeom>
              <a:rect b="b" l="l" r="r" t="t"/>
              <a:pathLst>
                <a:path extrusionOk="0" h="358" w="359">
                  <a:moveTo>
                    <a:pt x="180" y="0"/>
                  </a:moveTo>
                  <a:cubicBezTo>
                    <a:pt x="84" y="0"/>
                    <a:pt x="1" y="83"/>
                    <a:pt x="1" y="179"/>
                  </a:cubicBezTo>
                  <a:cubicBezTo>
                    <a:pt x="1" y="286"/>
                    <a:pt x="84" y="357"/>
                    <a:pt x="180" y="357"/>
                  </a:cubicBezTo>
                  <a:cubicBezTo>
                    <a:pt x="287" y="357"/>
                    <a:pt x="358" y="286"/>
                    <a:pt x="358" y="179"/>
                  </a:cubicBezTo>
                  <a:cubicBezTo>
                    <a:pt x="358" y="83"/>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6"/>
            <p:cNvSpPr/>
            <p:nvPr/>
          </p:nvSpPr>
          <p:spPr>
            <a:xfrm>
              <a:off x="4351498" y="2147829"/>
              <a:ext cx="38030" cy="38030"/>
            </a:xfrm>
            <a:custGeom>
              <a:rect b="b" l="l" r="r" t="t"/>
              <a:pathLst>
                <a:path extrusionOk="0" h="358" w="358">
                  <a:moveTo>
                    <a:pt x="179" y="0"/>
                  </a:moveTo>
                  <a:cubicBezTo>
                    <a:pt x="72" y="0"/>
                    <a:pt x="1" y="83"/>
                    <a:pt x="1" y="179"/>
                  </a:cubicBezTo>
                  <a:cubicBezTo>
                    <a:pt x="1" y="286"/>
                    <a:pt x="72" y="357"/>
                    <a:pt x="179" y="357"/>
                  </a:cubicBezTo>
                  <a:cubicBezTo>
                    <a:pt x="286" y="357"/>
                    <a:pt x="358" y="286"/>
                    <a:pt x="358" y="179"/>
                  </a:cubicBezTo>
                  <a:cubicBezTo>
                    <a:pt x="358" y="83"/>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6"/>
            <p:cNvSpPr/>
            <p:nvPr/>
          </p:nvSpPr>
          <p:spPr>
            <a:xfrm>
              <a:off x="4448911" y="2147829"/>
              <a:ext cx="38030" cy="38030"/>
            </a:xfrm>
            <a:custGeom>
              <a:rect b="b" l="l" r="r" t="t"/>
              <a:pathLst>
                <a:path extrusionOk="0" h="358" w="358">
                  <a:moveTo>
                    <a:pt x="179" y="0"/>
                  </a:moveTo>
                  <a:cubicBezTo>
                    <a:pt x="84" y="0"/>
                    <a:pt x="0" y="83"/>
                    <a:pt x="0" y="179"/>
                  </a:cubicBezTo>
                  <a:cubicBezTo>
                    <a:pt x="0" y="286"/>
                    <a:pt x="84" y="357"/>
                    <a:pt x="179" y="357"/>
                  </a:cubicBezTo>
                  <a:cubicBezTo>
                    <a:pt x="286" y="357"/>
                    <a:pt x="358" y="286"/>
                    <a:pt x="358" y="179"/>
                  </a:cubicBezTo>
                  <a:cubicBezTo>
                    <a:pt x="358" y="83"/>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6"/>
            <p:cNvSpPr/>
            <p:nvPr/>
          </p:nvSpPr>
          <p:spPr>
            <a:xfrm>
              <a:off x="4547599" y="2147829"/>
              <a:ext cx="38030" cy="38030"/>
            </a:xfrm>
            <a:custGeom>
              <a:rect b="b" l="l" r="r" t="t"/>
              <a:pathLst>
                <a:path extrusionOk="0" h="358" w="358">
                  <a:moveTo>
                    <a:pt x="179" y="0"/>
                  </a:moveTo>
                  <a:cubicBezTo>
                    <a:pt x="72" y="0"/>
                    <a:pt x="0" y="83"/>
                    <a:pt x="0" y="179"/>
                  </a:cubicBezTo>
                  <a:cubicBezTo>
                    <a:pt x="0" y="286"/>
                    <a:pt x="72" y="357"/>
                    <a:pt x="179" y="357"/>
                  </a:cubicBezTo>
                  <a:cubicBezTo>
                    <a:pt x="286" y="357"/>
                    <a:pt x="357" y="286"/>
                    <a:pt x="357" y="179"/>
                  </a:cubicBezTo>
                  <a:cubicBezTo>
                    <a:pt x="357" y="83"/>
                    <a:pt x="262"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6"/>
            <p:cNvSpPr/>
            <p:nvPr/>
          </p:nvSpPr>
          <p:spPr>
            <a:xfrm>
              <a:off x="4643630" y="2147829"/>
              <a:ext cx="38137" cy="38030"/>
            </a:xfrm>
            <a:custGeom>
              <a:rect b="b" l="l" r="r" t="t"/>
              <a:pathLst>
                <a:path extrusionOk="0" h="358" w="359">
                  <a:moveTo>
                    <a:pt x="180" y="0"/>
                  </a:moveTo>
                  <a:cubicBezTo>
                    <a:pt x="72" y="0"/>
                    <a:pt x="1" y="83"/>
                    <a:pt x="1" y="179"/>
                  </a:cubicBezTo>
                  <a:cubicBezTo>
                    <a:pt x="1" y="286"/>
                    <a:pt x="72" y="357"/>
                    <a:pt x="180" y="357"/>
                  </a:cubicBezTo>
                  <a:cubicBezTo>
                    <a:pt x="287" y="357"/>
                    <a:pt x="358" y="286"/>
                    <a:pt x="358" y="179"/>
                  </a:cubicBezTo>
                  <a:cubicBezTo>
                    <a:pt x="358" y="83"/>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6"/>
            <p:cNvSpPr/>
            <p:nvPr/>
          </p:nvSpPr>
          <p:spPr>
            <a:xfrm>
              <a:off x="4742318" y="2147829"/>
              <a:ext cx="38030" cy="38030"/>
            </a:xfrm>
            <a:custGeom>
              <a:rect b="b" l="l" r="r" t="t"/>
              <a:pathLst>
                <a:path extrusionOk="0" h="358" w="358">
                  <a:moveTo>
                    <a:pt x="179" y="0"/>
                  </a:moveTo>
                  <a:cubicBezTo>
                    <a:pt x="72" y="0"/>
                    <a:pt x="1" y="83"/>
                    <a:pt x="1" y="179"/>
                  </a:cubicBezTo>
                  <a:cubicBezTo>
                    <a:pt x="1" y="286"/>
                    <a:pt x="72" y="357"/>
                    <a:pt x="179" y="357"/>
                  </a:cubicBezTo>
                  <a:cubicBezTo>
                    <a:pt x="275" y="357"/>
                    <a:pt x="358" y="286"/>
                    <a:pt x="358" y="179"/>
                  </a:cubicBezTo>
                  <a:cubicBezTo>
                    <a:pt x="358" y="83"/>
                    <a:pt x="275"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6"/>
            <p:cNvSpPr/>
            <p:nvPr/>
          </p:nvSpPr>
          <p:spPr>
            <a:xfrm>
              <a:off x="4839731" y="2147829"/>
              <a:ext cx="38030" cy="38030"/>
            </a:xfrm>
            <a:custGeom>
              <a:rect b="b" l="l" r="r" t="t"/>
              <a:pathLst>
                <a:path extrusionOk="0" h="358" w="358">
                  <a:moveTo>
                    <a:pt x="179" y="0"/>
                  </a:moveTo>
                  <a:cubicBezTo>
                    <a:pt x="72" y="0"/>
                    <a:pt x="0" y="83"/>
                    <a:pt x="0" y="179"/>
                  </a:cubicBezTo>
                  <a:cubicBezTo>
                    <a:pt x="0" y="286"/>
                    <a:pt x="72" y="357"/>
                    <a:pt x="179" y="357"/>
                  </a:cubicBezTo>
                  <a:cubicBezTo>
                    <a:pt x="286" y="357"/>
                    <a:pt x="358" y="286"/>
                    <a:pt x="358" y="179"/>
                  </a:cubicBezTo>
                  <a:cubicBezTo>
                    <a:pt x="358" y="83"/>
                    <a:pt x="274"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6"/>
            <p:cNvSpPr/>
            <p:nvPr/>
          </p:nvSpPr>
          <p:spPr>
            <a:xfrm>
              <a:off x="4252810" y="2260327"/>
              <a:ext cx="38137" cy="38030"/>
            </a:xfrm>
            <a:custGeom>
              <a:rect b="b" l="l" r="r" t="t"/>
              <a:pathLst>
                <a:path extrusionOk="0" h="358" w="359">
                  <a:moveTo>
                    <a:pt x="180" y="1"/>
                  </a:moveTo>
                  <a:cubicBezTo>
                    <a:pt x="84" y="1"/>
                    <a:pt x="1" y="72"/>
                    <a:pt x="1" y="179"/>
                  </a:cubicBezTo>
                  <a:cubicBezTo>
                    <a:pt x="1" y="286"/>
                    <a:pt x="84" y="358"/>
                    <a:pt x="180" y="358"/>
                  </a:cubicBezTo>
                  <a:cubicBezTo>
                    <a:pt x="287" y="358"/>
                    <a:pt x="358" y="286"/>
                    <a:pt x="358" y="179"/>
                  </a:cubicBezTo>
                  <a:cubicBezTo>
                    <a:pt x="358" y="72"/>
                    <a:pt x="287" y="1"/>
                    <a:pt x="1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6"/>
            <p:cNvSpPr/>
            <p:nvPr/>
          </p:nvSpPr>
          <p:spPr>
            <a:xfrm>
              <a:off x="4351498" y="2260327"/>
              <a:ext cx="38030" cy="38030"/>
            </a:xfrm>
            <a:custGeom>
              <a:rect b="b" l="l" r="r" t="t"/>
              <a:pathLst>
                <a:path extrusionOk="0" h="358" w="358">
                  <a:moveTo>
                    <a:pt x="179" y="1"/>
                  </a:moveTo>
                  <a:cubicBezTo>
                    <a:pt x="72" y="1"/>
                    <a:pt x="1" y="72"/>
                    <a:pt x="1" y="179"/>
                  </a:cubicBezTo>
                  <a:cubicBezTo>
                    <a:pt x="1" y="286"/>
                    <a:pt x="72" y="358"/>
                    <a:pt x="179" y="358"/>
                  </a:cubicBezTo>
                  <a:cubicBezTo>
                    <a:pt x="286" y="358"/>
                    <a:pt x="358" y="286"/>
                    <a:pt x="358" y="179"/>
                  </a:cubicBezTo>
                  <a:cubicBezTo>
                    <a:pt x="358" y="72"/>
                    <a:pt x="286"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6"/>
            <p:cNvSpPr/>
            <p:nvPr/>
          </p:nvSpPr>
          <p:spPr>
            <a:xfrm>
              <a:off x="4448911" y="2260327"/>
              <a:ext cx="38030" cy="38030"/>
            </a:xfrm>
            <a:custGeom>
              <a:rect b="b" l="l" r="r" t="t"/>
              <a:pathLst>
                <a:path extrusionOk="0" h="358" w="358">
                  <a:moveTo>
                    <a:pt x="179" y="1"/>
                  </a:moveTo>
                  <a:cubicBezTo>
                    <a:pt x="84" y="1"/>
                    <a:pt x="0" y="72"/>
                    <a:pt x="0" y="179"/>
                  </a:cubicBezTo>
                  <a:cubicBezTo>
                    <a:pt x="0" y="286"/>
                    <a:pt x="84" y="358"/>
                    <a:pt x="179" y="358"/>
                  </a:cubicBezTo>
                  <a:cubicBezTo>
                    <a:pt x="286" y="358"/>
                    <a:pt x="358" y="286"/>
                    <a:pt x="358" y="179"/>
                  </a:cubicBezTo>
                  <a:cubicBezTo>
                    <a:pt x="358" y="72"/>
                    <a:pt x="286"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6"/>
            <p:cNvSpPr/>
            <p:nvPr/>
          </p:nvSpPr>
          <p:spPr>
            <a:xfrm>
              <a:off x="4547599" y="2260327"/>
              <a:ext cx="38030" cy="38030"/>
            </a:xfrm>
            <a:custGeom>
              <a:rect b="b" l="l" r="r" t="t"/>
              <a:pathLst>
                <a:path extrusionOk="0" h="358" w="358">
                  <a:moveTo>
                    <a:pt x="179" y="1"/>
                  </a:moveTo>
                  <a:cubicBezTo>
                    <a:pt x="72" y="1"/>
                    <a:pt x="0" y="72"/>
                    <a:pt x="0" y="179"/>
                  </a:cubicBezTo>
                  <a:cubicBezTo>
                    <a:pt x="0" y="286"/>
                    <a:pt x="72" y="358"/>
                    <a:pt x="179" y="358"/>
                  </a:cubicBezTo>
                  <a:cubicBezTo>
                    <a:pt x="286" y="358"/>
                    <a:pt x="357" y="286"/>
                    <a:pt x="357" y="179"/>
                  </a:cubicBezTo>
                  <a:cubicBezTo>
                    <a:pt x="357" y="72"/>
                    <a:pt x="262"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6"/>
            <p:cNvSpPr/>
            <p:nvPr/>
          </p:nvSpPr>
          <p:spPr>
            <a:xfrm>
              <a:off x="4643630" y="2260327"/>
              <a:ext cx="38137" cy="38030"/>
            </a:xfrm>
            <a:custGeom>
              <a:rect b="b" l="l" r="r" t="t"/>
              <a:pathLst>
                <a:path extrusionOk="0" h="358" w="359">
                  <a:moveTo>
                    <a:pt x="180" y="1"/>
                  </a:moveTo>
                  <a:cubicBezTo>
                    <a:pt x="72" y="1"/>
                    <a:pt x="1" y="72"/>
                    <a:pt x="1" y="179"/>
                  </a:cubicBezTo>
                  <a:cubicBezTo>
                    <a:pt x="1" y="286"/>
                    <a:pt x="72" y="358"/>
                    <a:pt x="180" y="358"/>
                  </a:cubicBezTo>
                  <a:cubicBezTo>
                    <a:pt x="287" y="358"/>
                    <a:pt x="358" y="286"/>
                    <a:pt x="358" y="179"/>
                  </a:cubicBezTo>
                  <a:cubicBezTo>
                    <a:pt x="358" y="72"/>
                    <a:pt x="287" y="1"/>
                    <a:pt x="1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6"/>
            <p:cNvSpPr/>
            <p:nvPr/>
          </p:nvSpPr>
          <p:spPr>
            <a:xfrm>
              <a:off x="4742318" y="2260327"/>
              <a:ext cx="38030" cy="38030"/>
            </a:xfrm>
            <a:custGeom>
              <a:rect b="b" l="l" r="r" t="t"/>
              <a:pathLst>
                <a:path extrusionOk="0" h="358" w="358">
                  <a:moveTo>
                    <a:pt x="179" y="1"/>
                  </a:moveTo>
                  <a:cubicBezTo>
                    <a:pt x="72" y="1"/>
                    <a:pt x="1" y="72"/>
                    <a:pt x="1" y="179"/>
                  </a:cubicBezTo>
                  <a:cubicBezTo>
                    <a:pt x="1" y="286"/>
                    <a:pt x="72" y="358"/>
                    <a:pt x="179" y="358"/>
                  </a:cubicBezTo>
                  <a:cubicBezTo>
                    <a:pt x="275" y="358"/>
                    <a:pt x="358" y="286"/>
                    <a:pt x="358" y="179"/>
                  </a:cubicBezTo>
                  <a:cubicBezTo>
                    <a:pt x="358" y="72"/>
                    <a:pt x="275"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6"/>
            <p:cNvSpPr/>
            <p:nvPr/>
          </p:nvSpPr>
          <p:spPr>
            <a:xfrm>
              <a:off x="4839731" y="2260327"/>
              <a:ext cx="38030" cy="38030"/>
            </a:xfrm>
            <a:custGeom>
              <a:rect b="b" l="l" r="r" t="t"/>
              <a:pathLst>
                <a:path extrusionOk="0" h="358" w="358">
                  <a:moveTo>
                    <a:pt x="179" y="1"/>
                  </a:moveTo>
                  <a:cubicBezTo>
                    <a:pt x="72" y="1"/>
                    <a:pt x="0" y="72"/>
                    <a:pt x="0" y="179"/>
                  </a:cubicBezTo>
                  <a:cubicBezTo>
                    <a:pt x="0" y="286"/>
                    <a:pt x="72" y="358"/>
                    <a:pt x="179" y="358"/>
                  </a:cubicBezTo>
                  <a:cubicBezTo>
                    <a:pt x="286" y="358"/>
                    <a:pt x="358" y="286"/>
                    <a:pt x="358" y="179"/>
                  </a:cubicBezTo>
                  <a:cubicBezTo>
                    <a:pt x="358" y="72"/>
                    <a:pt x="274"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6"/>
            <p:cNvSpPr/>
            <p:nvPr/>
          </p:nvSpPr>
          <p:spPr>
            <a:xfrm>
              <a:off x="4252810" y="2371656"/>
              <a:ext cx="38137" cy="38030"/>
            </a:xfrm>
            <a:custGeom>
              <a:rect b="b" l="l" r="r" t="t"/>
              <a:pathLst>
                <a:path extrusionOk="0" h="358" w="359">
                  <a:moveTo>
                    <a:pt x="180" y="0"/>
                  </a:moveTo>
                  <a:cubicBezTo>
                    <a:pt x="84" y="0"/>
                    <a:pt x="1" y="72"/>
                    <a:pt x="1" y="179"/>
                  </a:cubicBezTo>
                  <a:cubicBezTo>
                    <a:pt x="1" y="274"/>
                    <a:pt x="84" y="358"/>
                    <a:pt x="180" y="358"/>
                  </a:cubicBezTo>
                  <a:cubicBezTo>
                    <a:pt x="287" y="358"/>
                    <a:pt x="358" y="274"/>
                    <a:pt x="358" y="179"/>
                  </a:cubicBezTo>
                  <a:cubicBezTo>
                    <a:pt x="358" y="84"/>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6"/>
            <p:cNvSpPr/>
            <p:nvPr/>
          </p:nvSpPr>
          <p:spPr>
            <a:xfrm>
              <a:off x="4351498" y="2371656"/>
              <a:ext cx="38030" cy="38030"/>
            </a:xfrm>
            <a:custGeom>
              <a:rect b="b" l="l" r="r" t="t"/>
              <a:pathLst>
                <a:path extrusionOk="0" h="358" w="358">
                  <a:moveTo>
                    <a:pt x="179" y="0"/>
                  </a:moveTo>
                  <a:cubicBezTo>
                    <a:pt x="72" y="0"/>
                    <a:pt x="1" y="72"/>
                    <a:pt x="1" y="179"/>
                  </a:cubicBezTo>
                  <a:cubicBezTo>
                    <a:pt x="1" y="274"/>
                    <a:pt x="72" y="358"/>
                    <a:pt x="179" y="358"/>
                  </a:cubicBezTo>
                  <a:cubicBezTo>
                    <a:pt x="286" y="358"/>
                    <a:pt x="358" y="274"/>
                    <a:pt x="358" y="179"/>
                  </a:cubicBezTo>
                  <a:cubicBezTo>
                    <a:pt x="358" y="84"/>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6"/>
            <p:cNvSpPr/>
            <p:nvPr/>
          </p:nvSpPr>
          <p:spPr>
            <a:xfrm>
              <a:off x="4448911" y="2371656"/>
              <a:ext cx="38030" cy="38030"/>
            </a:xfrm>
            <a:custGeom>
              <a:rect b="b" l="l" r="r" t="t"/>
              <a:pathLst>
                <a:path extrusionOk="0" h="358" w="358">
                  <a:moveTo>
                    <a:pt x="179" y="0"/>
                  </a:moveTo>
                  <a:cubicBezTo>
                    <a:pt x="84" y="0"/>
                    <a:pt x="0" y="72"/>
                    <a:pt x="0" y="179"/>
                  </a:cubicBezTo>
                  <a:cubicBezTo>
                    <a:pt x="0" y="274"/>
                    <a:pt x="84" y="358"/>
                    <a:pt x="179" y="358"/>
                  </a:cubicBezTo>
                  <a:cubicBezTo>
                    <a:pt x="286" y="358"/>
                    <a:pt x="358" y="274"/>
                    <a:pt x="358" y="179"/>
                  </a:cubicBezTo>
                  <a:cubicBezTo>
                    <a:pt x="358" y="84"/>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6"/>
            <p:cNvSpPr/>
            <p:nvPr/>
          </p:nvSpPr>
          <p:spPr>
            <a:xfrm>
              <a:off x="4547599" y="2371656"/>
              <a:ext cx="38030" cy="38030"/>
            </a:xfrm>
            <a:custGeom>
              <a:rect b="b" l="l" r="r" t="t"/>
              <a:pathLst>
                <a:path extrusionOk="0" h="358" w="358">
                  <a:moveTo>
                    <a:pt x="179" y="0"/>
                  </a:moveTo>
                  <a:cubicBezTo>
                    <a:pt x="72" y="0"/>
                    <a:pt x="0" y="72"/>
                    <a:pt x="0" y="179"/>
                  </a:cubicBezTo>
                  <a:cubicBezTo>
                    <a:pt x="0" y="274"/>
                    <a:pt x="72" y="358"/>
                    <a:pt x="179" y="358"/>
                  </a:cubicBezTo>
                  <a:cubicBezTo>
                    <a:pt x="286" y="358"/>
                    <a:pt x="357" y="274"/>
                    <a:pt x="357" y="179"/>
                  </a:cubicBezTo>
                  <a:cubicBezTo>
                    <a:pt x="357" y="84"/>
                    <a:pt x="262"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6"/>
            <p:cNvSpPr/>
            <p:nvPr/>
          </p:nvSpPr>
          <p:spPr>
            <a:xfrm>
              <a:off x="4643630" y="2371656"/>
              <a:ext cx="38137" cy="38030"/>
            </a:xfrm>
            <a:custGeom>
              <a:rect b="b" l="l" r="r" t="t"/>
              <a:pathLst>
                <a:path extrusionOk="0" h="358" w="359">
                  <a:moveTo>
                    <a:pt x="180" y="0"/>
                  </a:moveTo>
                  <a:cubicBezTo>
                    <a:pt x="72" y="0"/>
                    <a:pt x="1" y="72"/>
                    <a:pt x="1" y="179"/>
                  </a:cubicBezTo>
                  <a:cubicBezTo>
                    <a:pt x="1" y="274"/>
                    <a:pt x="72" y="358"/>
                    <a:pt x="180" y="358"/>
                  </a:cubicBezTo>
                  <a:cubicBezTo>
                    <a:pt x="287" y="358"/>
                    <a:pt x="358" y="274"/>
                    <a:pt x="358" y="179"/>
                  </a:cubicBezTo>
                  <a:cubicBezTo>
                    <a:pt x="358" y="84"/>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6"/>
            <p:cNvSpPr/>
            <p:nvPr/>
          </p:nvSpPr>
          <p:spPr>
            <a:xfrm>
              <a:off x="4742318" y="2371656"/>
              <a:ext cx="38030" cy="38030"/>
            </a:xfrm>
            <a:custGeom>
              <a:rect b="b" l="l" r="r" t="t"/>
              <a:pathLst>
                <a:path extrusionOk="0" h="358" w="358">
                  <a:moveTo>
                    <a:pt x="179" y="0"/>
                  </a:moveTo>
                  <a:cubicBezTo>
                    <a:pt x="72" y="0"/>
                    <a:pt x="1" y="72"/>
                    <a:pt x="1" y="179"/>
                  </a:cubicBezTo>
                  <a:cubicBezTo>
                    <a:pt x="1" y="274"/>
                    <a:pt x="72" y="358"/>
                    <a:pt x="179" y="358"/>
                  </a:cubicBezTo>
                  <a:cubicBezTo>
                    <a:pt x="275" y="358"/>
                    <a:pt x="358" y="274"/>
                    <a:pt x="358" y="179"/>
                  </a:cubicBezTo>
                  <a:cubicBezTo>
                    <a:pt x="358" y="84"/>
                    <a:pt x="275"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6"/>
            <p:cNvSpPr/>
            <p:nvPr/>
          </p:nvSpPr>
          <p:spPr>
            <a:xfrm>
              <a:off x="4839731" y="2371656"/>
              <a:ext cx="38030" cy="38030"/>
            </a:xfrm>
            <a:custGeom>
              <a:rect b="b" l="l" r="r" t="t"/>
              <a:pathLst>
                <a:path extrusionOk="0" h="358" w="358">
                  <a:moveTo>
                    <a:pt x="179" y="0"/>
                  </a:moveTo>
                  <a:cubicBezTo>
                    <a:pt x="72" y="0"/>
                    <a:pt x="0" y="72"/>
                    <a:pt x="0" y="179"/>
                  </a:cubicBezTo>
                  <a:cubicBezTo>
                    <a:pt x="0" y="274"/>
                    <a:pt x="72" y="358"/>
                    <a:pt x="179" y="358"/>
                  </a:cubicBezTo>
                  <a:cubicBezTo>
                    <a:pt x="286" y="358"/>
                    <a:pt x="358" y="274"/>
                    <a:pt x="358" y="179"/>
                  </a:cubicBezTo>
                  <a:cubicBezTo>
                    <a:pt x="358" y="84"/>
                    <a:pt x="274"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6"/>
            <p:cNvSpPr/>
            <p:nvPr/>
          </p:nvSpPr>
          <p:spPr>
            <a:xfrm>
              <a:off x="4252810" y="2482985"/>
              <a:ext cx="38137" cy="38030"/>
            </a:xfrm>
            <a:custGeom>
              <a:rect b="b" l="l" r="r" t="t"/>
              <a:pathLst>
                <a:path extrusionOk="0" h="358" w="359">
                  <a:moveTo>
                    <a:pt x="180" y="0"/>
                  </a:moveTo>
                  <a:cubicBezTo>
                    <a:pt x="84" y="0"/>
                    <a:pt x="1" y="72"/>
                    <a:pt x="1" y="179"/>
                  </a:cubicBezTo>
                  <a:cubicBezTo>
                    <a:pt x="1" y="286"/>
                    <a:pt x="84" y="357"/>
                    <a:pt x="180" y="357"/>
                  </a:cubicBezTo>
                  <a:cubicBezTo>
                    <a:pt x="287" y="357"/>
                    <a:pt x="358" y="286"/>
                    <a:pt x="358" y="179"/>
                  </a:cubicBezTo>
                  <a:cubicBezTo>
                    <a:pt x="358" y="84"/>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6"/>
            <p:cNvSpPr/>
            <p:nvPr/>
          </p:nvSpPr>
          <p:spPr>
            <a:xfrm>
              <a:off x="4351498" y="2482985"/>
              <a:ext cx="38030" cy="38030"/>
            </a:xfrm>
            <a:custGeom>
              <a:rect b="b" l="l" r="r" t="t"/>
              <a:pathLst>
                <a:path extrusionOk="0" h="358" w="358">
                  <a:moveTo>
                    <a:pt x="179" y="0"/>
                  </a:moveTo>
                  <a:cubicBezTo>
                    <a:pt x="72" y="0"/>
                    <a:pt x="1" y="72"/>
                    <a:pt x="1" y="179"/>
                  </a:cubicBezTo>
                  <a:cubicBezTo>
                    <a:pt x="1" y="286"/>
                    <a:pt x="72" y="357"/>
                    <a:pt x="179" y="357"/>
                  </a:cubicBezTo>
                  <a:cubicBezTo>
                    <a:pt x="286" y="357"/>
                    <a:pt x="358" y="286"/>
                    <a:pt x="358" y="179"/>
                  </a:cubicBezTo>
                  <a:cubicBezTo>
                    <a:pt x="358" y="84"/>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6"/>
            <p:cNvSpPr/>
            <p:nvPr/>
          </p:nvSpPr>
          <p:spPr>
            <a:xfrm>
              <a:off x="4448911" y="2482985"/>
              <a:ext cx="38030" cy="38030"/>
            </a:xfrm>
            <a:custGeom>
              <a:rect b="b" l="l" r="r" t="t"/>
              <a:pathLst>
                <a:path extrusionOk="0" h="358" w="358">
                  <a:moveTo>
                    <a:pt x="179" y="0"/>
                  </a:moveTo>
                  <a:cubicBezTo>
                    <a:pt x="84" y="0"/>
                    <a:pt x="0" y="72"/>
                    <a:pt x="0" y="179"/>
                  </a:cubicBezTo>
                  <a:cubicBezTo>
                    <a:pt x="0" y="286"/>
                    <a:pt x="84" y="357"/>
                    <a:pt x="179" y="357"/>
                  </a:cubicBezTo>
                  <a:cubicBezTo>
                    <a:pt x="286" y="357"/>
                    <a:pt x="358" y="286"/>
                    <a:pt x="358" y="179"/>
                  </a:cubicBezTo>
                  <a:cubicBezTo>
                    <a:pt x="358" y="84"/>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6"/>
            <p:cNvSpPr/>
            <p:nvPr/>
          </p:nvSpPr>
          <p:spPr>
            <a:xfrm>
              <a:off x="4547599" y="2482985"/>
              <a:ext cx="38030" cy="38030"/>
            </a:xfrm>
            <a:custGeom>
              <a:rect b="b" l="l" r="r" t="t"/>
              <a:pathLst>
                <a:path extrusionOk="0" h="358" w="358">
                  <a:moveTo>
                    <a:pt x="179" y="0"/>
                  </a:moveTo>
                  <a:cubicBezTo>
                    <a:pt x="72" y="0"/>
                    <a:pt x="0" y="72"/>
                    <a:pt x="0" y="179"/>
                  </a:cubicBezTo>
                  <a:cubicBezTo>
                    <a:pt x="0" y="286"/>
                    <a:pt x="72" y="357"/>
                    <a:pt x="179" y="357"/>
                  </a:cubicBezTo>
                  <a:cubicBezTo>
                    <a:pt x="286" y="357"/>
                    <a:pt x="357" y="286"/>
                    <a:pt x="357" y="179"/>
                  </a:cubicBezTo>
                  <a:cubicBezTo>
                    <a:pt x="357" y="84"/>
                    <a:pt x="262"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6"/>
            <p:cNvSpPr/>
            <p:nvPr/>
          </p:nvSpPr>
          <p:spPr>
            <a:xfrm>
              <a:off x="4643630" y="2482985"/>
              <a:ext cx="38137" cy="38030"/>
            </a:xfrm>
            <a:custGeom>
              <a:rect b="b" l="l" r="r" t="t"/>
              <a:pathLst>
                <a:path extrusionOk="0" h="358" w="359">
                  <a:moveTo>
                    <a:pt x="180" y="0"/>
                  </a:moveTo>
                  <a:cubicBezTo>
                    <a:pt x="72" y="0"/>
                    <a:pt x="1" y="72"/>
                    <a:pt x="1" y="179"/>
                  </a:cubicBezTo>
                  <a:cubicBezTo>
                    <a:pt x="1" y="286"/>
                    <a:pt x="72" y="357"/>
                    <a:pt x="180" y="357"/>
                  </a:cubicBezTo>
                  <a:cubicBezTo>
                    <a:pt x="287" y="357"/>
                    <a:pt x="358" y="286"/>
                    <a:pt x="358" y="179"/>
                  </a:cubicBezTo>
                  <a:cubicBezTo>
                    <a:pt x="358" y="84"/>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6"/>
            <p:cNvSpPr/>
            <p:nvPr/>
          </p:nvSpPr>
          <p:spPr>
            <a:xfrm>
              <a:off x="4742318" y="2482985"/>
              <a:ext cx="38030" cy="38030"/>
            </a:xfrm>
            <a:custGeom>
              <a:rect b="b" l="l" r="r" t="t"/>
              <a:pathLst>
                <a:path extrusionOk="0" h="358" w="358">
                  <a:moveTo>
                    <a:pt x="179" y="0"/>
                  </a:moveTo>
                  <a:cubicBezTo>
                    <a:pt x="72" y="0"/>
                    <a:pt x="1" y="72"/>
                    <a:pt x="1" y="179"/>
                  </a:cubicBezTo>
                  <a:cubicBezTo>
                    <a:pt x="1" y="286"/>
                    <a:pt x="72" y="357"/>
                    <a:pt x="179" y="357"/>
                  </a:cubicBezTo>
                  <a:cubicBezTo>
                    <a:pt x="275" y="357"/>
                    <a:pt x="358" y="286"/>
                    <a:pt x="358" y="179"/>
                  </a:cubicBezTo>
                  <a:cubicBezTo>
                    <a:pt x="358" y="84"/>
                    <a:pt x="275"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6"/>
            <p:cNvSpPr/>
            <p:nvPr/>
          </p:nvSpPr>
          <p:spPr>
            <a:xfrm>
              <a:off x="4839731" y="2482985"/>
              <a:ext cx="38030" cy="38030"/>
            </a:xfrm>
            <a:custGeom>
              <a:rect b="b" l="l" r="r" t="t"/>
              <a:pathLst>
                <a:path extrusionOk="0" h="358" w="358">
                  <a:moveTo>
                    <a:pt x="179" y="0"/>
                  </a:moveTo>
                  <a:cubicBezTo>
                    <a:pt x="72" y="0"/>
                    <a:pt x="0" y="72"/>
                    <a:pt x="0" y="179"/>
                  </a:cubicBezTo>
                  <a:cubicBezTo>
                    <a:pt x="0" y="286"/>
                    <a:pt x="72" y="357"/>
                    <a:pt x="179" y="357"/>
                  </a:cubicBezTo>
                  <a:cubicBezTo>
                    <a:pt x="286" y="357"/>
                    <a:pt x="358" y="286"/>
                    <a:pt x="358" y="179"/>
                  </a:cubicBezTo>
                  <a:cubicBezTo>
                    <a:pt x="358" y="84"/>
                    <a:pt x="274"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6"/>
            <p:cNvSpPr/>
            <p:nvPr/>
          </p:nvSpPr>
          <p:spPr>
            <a:xfrm>
              <a:off x="4252810" y="2595483"/>
              <a:ext cx="38137" cy="38137"/>
            </a:xfrm>
            <a:custGeom>
              <a:rect b="b" l="l" r="r" t="t"/>
              <a:pathLst>
                <a:path extrusionOk="0" h="359" w="359">
                  <a:moveTo>
                    <a:pt x="180" y="1"/>
                  </a:moveTo>
                  <a:cubicBezTo>
                    <a:pt x="84" y="1"/>
                    <a:pt x="1" y="72"/>
                    <a:pt x="1" y="179"/>
                  </a:cubicBezTo>
                  <a:cubicBezTo>
                    <a:pt x="1" y="287"/>
                    <a:pt x="84" y="358"/>
                    <a:pt x="180" y="358"/>
                  </a:cubicBezTo>
                  <a:cubicBezTo>
                    <a:pt x="287" y="358"/>
                    <a:pt x="358" y="287"/>
                    <a:pt x="358" y="179"/>
                  </a:cubicBezTo>
                  <a:cubicBezTo>
                    <a:pt x="358" y="72"/>
                    <a:pt x="287" y="1"/>
                    <a:pt x="1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6"/>
            <p:cNvSpPr/>
            <p:nvPr/>
          </p:nvSpPr>
          <p:spPr>
            <a:xfrm>
              <a:off x="4351498" y="2595483"/>
              <a:ext cx="38030" cy="38137"/>
            </a:xfrm>
            <a:custGeom>
              <a:rect b="b" l="l" r="r" t="t"/>
              <a:pathLst>
                <a:path extrusionOk="0" h="359" w="358">
                  <a:moveTo>
                    <a:pt x="179" y="1"/>
                  </a:moveTo>
                  <a:cubicBezTo>
                    <a:pt x="72" y="1"/>
                    <a:pt x="1" y="72"/>
                    <a:pt x="1" y="179"/>
                  </a:cubicBezTo>
                  <a:cubicBezTo>
                    <a:pt x="1" y="287"/>
                    <a:pt x="72" y="358"/>
                    <a:pt x="179" y="358"/>
                  </a:cubicBezTo>
                  <a:cubicBezTo>
                    <a:pt x="286" y="358"/>
                    <a:pt x="358" y="287"/>
                    <a:pt x="358" y="179"/>
                  </a:cubicBezTo>
                  <a:cubicBezTo>
                    <a:pt x="358" y="72"/>
                    <a:pt x="286"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6"/>
            <p:cNvSpPr/>
            <p:nvPr/>
          </p:nvSpPr>
          <p:spPr>
            <a:xfrm>
              <a:off x="4448911" y="2595483"/>
              <a:ext cx="38030" cy="38137"/>
            </a:xfrm>
            <a:custGeom>
              <a:rect b="b" l="l" r="r" t="t"/>
              <a:pathLst>
                <a:path extrusionOk="0" h="359" w="358">
                  <a:moveTo>
                    <a:pt x="179" y="1"/>
                  </a:moveTo>
                  <a:cubicBezTo>
                    <a:pt x="84" y="1"/>
                    <a:pt x="0" y="72"/>
                    <a:pt x="0" y="179"/>
                  </a:cubicBezTo>
                  <a:cubicBezTo>
                    <a:pt x="0" y="287"/>
                    <a:pt x="84" y="358"/>
                    <a:pt x="179" y="358"/>
                  </a:cubicBezTo>
                  <a:cubicBezTo>
                    <a:pt x="286" y="358"/>
                    <a:pt x="358" y="287"/>
                    <a:pt x="358" y="179"/>
                  </a:cubicBezTo>
                  <a:cubicBezTo>
                    <a:pt x="358" y="72"/>
                    <a:pt x="286"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6"/>
            <p:cNvSpPr/>
            <p:nvPr/>
          </p:nvSpPr>
          <p:spPr>
            <a:xfrm>
              <a:off x="4547599" y="2595483"/>
              <a:ext cx="38030" cy="38137"/>
            </a:xfrm>
            <a:custGeom>
              <a:rect b="b" l="l" r="r" t="t"/>
              <a:pathLst>
                <a:path extrusionOk="0" h="359" w="358">
                  <a:moveTo>
                    <a:pt x="179" y="1"/>
                  </a:moveTo>
                  <a:cubicBezTo>
                    <a:pt x="72" y="1"/>
                    <a:pt x="0" y="72"/>
                    <a:pt x="0" y="179"/>
                  </a:cubicBezTo>
                  <a:cubicBezTo>
                    <a:pt x="0" y="287"/>
                    <a:pt x="72" y="358"/>
                    <a:pt x="179" y="358"/>
                  </a:cubicBezTo>
                  <a:cubicBezTo>
                    <a:pt x="286" y="358"/>
                    <a:pt x="357" y="287"/>
                    <a:pt x="357" y="179"/>
                  </a:cubicBezTo>
                  <a:cubicBezTo>
                    <a:pt x="357" y="72"/>
                    <a:pt x="262"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6"/>
            <p:cNvSpPr/>
            <p:nvPr/>
          </p:nvSpPr>
          <p:spPr>
            <a:xfrm>
              <a:off x="4643630" y="2595483"/>
              <a:ext cx="38137" cy="38137"/>
            </a:xfrm>
            <a:custGeom>
              <a:rect b="b" l="l" r="r" t="t"/>
              <a:pathLst>
                <a:path extrusionOk="0" h="359" w="359">
                  <a:moveTo>
                    <a:pt x="180" y="1"/>
                  </a:moveTo>
                  <a:cubicBezTo>
                    <a:pt x="72" y="1"/>
                    <a:pt x="1" y="72"/>
                    <a:pt x="1" y="179"/>
                  </a:cubicBezTo>
                  <a:cubicBezTo>
                    <a:pt x="1" y="287"/>
                    <a:pt x="72" y="358"/>
                    <a:pt x="180" y="358"/>
                  </a:cubicBezTo>
                  <a:cubicBezTo>
                    <a:pt x="287" y="358"/>
                    <a:pt x="358" y="287"/>
                    <a:pt x="358" y="179"/>
                  </a:cubicBezTo>
                  <a:cubicBezTo>
                    <a:pt x="358" y="72"/>
                    <a:pt x="287" y="1"/>
                    <a:pt x="1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6"/>
            <p:cNvSpPr/>
            <p:nvPr/>
          </p:nvSpPr>
          <p:spPr>
            <a:xfrm>
              <a:off x="4742318" y="2595483"/>
              <a:ext cx="38030" cy="38137"/>
            </a:xfrm>
            <a:custGeom>
              <a:rect b="b" l="l" r="r" t="t"/>
              <a:pathLst>
                <a:path extrusionOk="0" h="359" w="358">
                  <a:moveTo>
                    <a:pt x="179" y="1"/>
                  </a:moveTo>
                  <a:cubicBezTo>
                    <a:pt x="72" y="1"/>
                    <a:pt x="1" y="72"/>
                    <a:pt x="1" y="179"/>
                  </a:cubicBezTo>
                  <a:cubicBezTo>
                    <a:pt x="1" y="287"/>
                    <a:pt x="72" y="358"/>
                    <a:pt x="179" y="358"/>
                  </a:cubicBezTo>
                  <a:cubicBezTo>
                    <a:pt x="275" y="358"/>
                    <a:pt x="358" y="287"/>
                    <a:pt x="358" y="179"/>
                  </a:cubicBezTo>
                  <a:cubicBezTo>
                    <a:pt x="358" y="72"/>
                    <a:pt x="275"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6"/>
            <p:cNvSpPr/>
            <p:nvPr/>
          </p:nvSpPr>
          <p:spPr>
            <a:xfrm>
              <a:off x="4839731" y="2595483"/>
              <a:ext cx="38030" cy="38137"/>
            </a:xfrm>
            <a:custGeom>
              <a:rect b="b" l="l" r="r" t="t"/>
              <a:pathLst>
                <a:path extrusionOk="0" h="359" w="358">
                  <a:moveTo>
                    <a:pt x="179" y="1"/>
                  </a:moveTo>
                  <a:cubicBezTo>
                    <a:pt x="72" y="1"/>
                    <a:pt x="0" y="72"/>
                    <a:pt x="0" y="179"/>
                  </a:cubicBezTo>
                  <a:cubicBezTo>
                    <a:pt x="0" y="287"/>
                    <a:pt x="72" y="358"/>
                    <a:pt x="179" y="358"/>
                  </a:cubicBezTo>
                  <a:cubicBezTo>
                    <a:pt x="286" y="358"/>
                    <a:pt x="358" y="287"/>
                    <a:pt x="358" y="179"/>
                  </a:cubicBezTo>
                  <a:cubicBezTo>
                    <a:pt x="358" y="72"/>
                    <a:pt x="274"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4" name="Shape 324"/>
        <p:cNvGrpSpPr/>
        <p:nvPr/>
      </p:nvGrpSpPr>
      <p:grpSpPr>
        <a:xfrm>
          <a:off x="0" y="0"/>
          <a:ext cx="0" cy="0"/>
          <a:chOff x="0" y="0"/>
          <a:chExt cx="0" cy="0"/>
        </a:xfrm>
      </p:grpSpPr>
      <p:sp>
        <p:nvSpPr>
          <p:cNvPr id="325" name="Google Shape;325;p7"/>
          <p:cNvSpPr/>
          <p:nvPr/>
        </p:nvSpPr>
        <p:spPr>
          <a:xfrm rot="10800000">
            <a:off x="8603150" y="0"/>
            <a:ext cx="1105800" cy="17580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nvGrpSpPr>
          <p:cNvPr id="326" name="Google Shape;326;p7"/>
          <p:cNvGrpSpPr/>
          <p:nvPr/>
        </p:nvGrpSpPr>
        <p:grpSpPr>
          <a:xfrm>
            <a:off x="3884522" y="4608389"/>
            <a:ext cx="1105788" cy="1058857"/>
            <a:chOff x="4252810" y="2035226"/>
            <a:chExt cx="624951" cy="598394"/>
          </a:xfrm>
        </p:grpSpPr>
        <p:sp>
          <p:nvSpPr>
            <p:cNvPr id="327" name="Google Shape;327;p7"/>
            <p:cNvSpPr/>
            <p:nvPr/>
          </p:nvSpPr>
          <p:spPr>
            <a:xfrm>
              <a:off x="4252810" y="2035226"/>
              <a:ext cx="38137" cy="39305"/>
            </a:xfrm>
            <a:custGeom>
              <a:rect b="b" l="l" r="r" t="t"/>
              <a:pathLst>
                <a:path extrusionOk="0" h="370" w="359">
                  <a:moveTo>
                    <a:pt x="180" y="0"/>
                  </a:moveTo>
                  <a:cubicBezTo>
                    <a:pt x="84" y="0"/>
                    <a:pt x="1" y="84"/>
                    <a:pt x="1" y="191"/>
                  </a:cubicBezTo>
                  <a:cubicBezTo>
                    <a:pt x="1" y="286"/>
                    <a:pt x="84" y="369"/>
                    <a:pt x="180" y="369"/>
                  </a:cubicBezTo>
                  <a:cubicBezTo>
                    <a:pt x="287" y="369"/>
                    <a:pt x="358" y="286"/>
                    <a:pt x="358" y="191"/>
                  </a:cubicBezTo>
                  <a:cubicBezTo>
                    <a:pt x="358" y="96"/>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7"/>
            <p:cNvSpPr/>
            <p:nvPr/>
          </p:nvSpPr>
          <p:spPr>
            <a:xfrm>
              <a:off x="4351498" y="2035226"/>
              <a:ext cx="38030" cy="39305"/>
            </a:xfrm>
            <a:custGeom>
              <a:rect b="b" l="l" r="r" t="t"/>
              <a:pathLst>
                <a:path extrusionOk="0" h="370" w="358">
                  <a:moveTo>
                    <a:pt x="179" y="0"/>
                  </a:moveTo>
                  <a:cubicBezTo>
                    <a:pt x="72" y="0"/>
                    <a:pt x="1" y="84"/>
                    <a:pt x="1" y="191"/>
                  </a:cubicBezTo>
                  <a:cubicBezTo>
                    <a:pt x="1" y="286"/>
                    <a:pt x="72" y="369"/>
                    <a:pt x="179" y="369"/>
                  </a:cubicBezTo>
                  <a:cubicBezTo>
                    <a:pt x="286" y="369"/>
                    <a:pt x="358" y="286"/>
                    <a:pt x="358" y="191"/>
                  </a:cubicBezTo>
                  <a:cubicBezTo>
                    <a:pt x="358" y="96"/>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7"/>
            <p:cNvSpPr/>
            <p:nvPr/>
          </p:nvSpPr>
          <p:spPr>
            <a:xfrm>
              <a:off x="4448911" y="2035226"/>
              <a:ext cx="38030" cy="39305"/>
            </a:xfrm>
            <a:custGeom>
              <a:rect b="b" l="l" r="r" t="t"/>
              <a:pathLst>
                <a:path extrusionOk="0" h="370" w="358">
                  <a:moveTo>
                    <a:pt x="179" y="0"/>
                  </a:moveTo>
                  <a:cubicBezTo>
                    <a:pt x="84" y="0"/>
                    <a:pt x="0" y="84"/>
                    <a:pt x="0" y="191"/>
                  </a:cubicBezTo>
                  <a:cubicBezTo>
                    <a:pt x="0" y="286"/>
                    <a:pt x="84" y="369"/>
                    <a:pt x="179" y="369"/>
                  </a:cubicBezTo>
                  <a:cubicBezTo>
                    <a:pt x="286" y="369"/>
                    <a:pt x="358" y="286"/>
                    <a:pt x="358" y="191"/>
                  </a:cubicBezTo>
                  <a:cubicBezTo>
                    <a:pt x="358" y="96"/>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7"/>
            <p:cNvSpPr/>
            <p:nvPr/>
          </p:nvSpPr>
          <p:spPr>
            <a:xfrm>
              <a:off x="4547599" y="2035226"/>
              <a:ext cx="38030" cy="39305"/>
            </a:xfrm>
            <a:custGeom>
              <a:rect b="b" l="l" r="r" t="t"/>
              <a:pathLst>
                <a:path extrusionOk="0" h="370" w="358">
                  <a:moveTo>
                    <a:pt x="179" y="0"/>
                  </a:moveTo>
                  <a:cubicBezTo>
                    <a:pt x="72" y="0"/>
                    <a:pt x="0" y="84"/>
                    <a:pt x="0" y="191"/>
                  </a:cubicBezTo>
                  <a:cubicBezTo>
                    <a:pt x="0" y="286"/>
                    <a:pt x="72" y="369"/>
                    <a:pt x="179" y="369"/>
                  </a:cubicBezTo>
                  <a:cubicBezTo>
                    <a:pt x="286" y="369"/>
                    <a:pt x="357" y="286"/>
                    <a:pt x="357" y="191"/>
                  </a:cubicBezTo>
                  <a:cubicBezTo>
                    <a:pt x="357" y="96"/>
                    <a:pt x="262"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7"/>
            <p:cNvSpPr/>
            <p:nvPr/>
          </p:nvSpPr>
          <p:spPr>
            <a:xfrm>
              <a:off x="4643630" y="2035226"/>
              <a:ext cx="38137" cy="39305"/>
            </a:xfrm>
            <a:custGeom>
              <a:rect b="b" l="l" r="r" t="t"/>
              <a:pathLst>
                <a:path extrusionOk="0" h="370" w="359">
                  <a:moveTo>
                    <a:pt x="180" y="0"/>
                  </a:moveTo>
                  <a:cubicBezTo>
                    <a:pt x="72" y="0"/>
                    <a:pt x="1" y="84"/>
                    <a:pt x="1" y="191"/>
                  </a:cubicBezTo>
                  <a:cubicBezTo>
                    <a:pt x="1" y="286"/>
                    <a:pt x="72" y="369"/>
                    <a:pt x="180" y="369"/>
                  </a:cubicBezTo>
                  <a:cubicBezTo>
                    <a:pt x="287" y="369"/>
                    <a:pt x="358" y="286"/>
                    <a:pt x="358" y="191"/>
                  </a:cubicBezTo>
                  <a:cubicBezTo>
                    <a:pt x="358" y="96"/>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7"/>
            <p:cNvSpPr/>
            <p:nvPr/>
          </p:nvSpPr>
          <p:spPr>
            <a:xfrm>
              <a:off x="4742318" y="2035226"/>
              <a:ext cx="38030" cy="39305"/>
            </a:xfrm>
            <a:custGeom>
              <a:rect b="b" l="l" r="r" t="t"/>
              <a:pathLst>
                <a:path extrusionOk="0" h="370" w="358">
                  <a:moveTo>
                    <a:pt x="179" y="0"/>
                  </a:moveTo>
                  <a:cubicBezTo>
                    <a:pt x="72" y="0"/>
                    <a:pt x="1" y="84"/>
                    <a:pt x="1" y="191"/>
                  </a:cubicBezTo>
                  <a:cubicBezTo>
                    <a:pt x="1" y="286"/>
                    <a:pt x="72" y="369"/>
                    <a:pt x="179" y="369"/>
                  </a:cubicBezTo>
                  <a:cubicBezTo>
                    <a:pt x="275" y="369"/>
                    <a:pt x="358" y="286"/>
                    <a:pt x="358" y="191"/>
                  </a:cubicBezTo>
                  <a:cubicBezTo>
                    <a:pt x="358" y="96"/>
                    <a:pt x="275"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7"/>
            <p:cNvSpPr/>
            <p:nvPr/>
          </p:nvSpPr>
          <p:spPr>
            <a:xfrm>
              <a:off x="4839731" y="2035226"/>
              <a:ext cx="38030" cy="39305"/>
            </a:xfrm>
            <a:custGeom>
              <a:rect b="b" l="l" r="r" t="t"/>
              <a:pathLst>
                <a:path extrusionOk="0" h="370" w="358">
                  <a:moveTo>
                    <a:pt x="179" y="0"/>
                  </a:moveTo>
                  <a:cubicBezTo>
                    <a:pt x="72" y="0"/>
                    <a:pt x="0" y="84"/>
                    <a:pt x="0" y="191"/>
                  </a:cubicBezTo>
                  <a:cubicBezTo>
                    <a:pt x="0" y="286"/>
                    <a:pt x="72" y="369"/>
                    <a:pt x="179" y="369"/>
                  </a:cubicBezTo>
                  <a:cubicBezTo>
                    <a:pt x="286" y="369"/>
                    <a:pt x="358" y="286"/>
                    <a:pt x="358" y="191"/>
                  </a:cubicBezTo>
                  <a:cubicBezTo>
                    <a:pt x="358" y="96"/>
                    <a:pt x="274"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7"/>
            <p:cNvSpPr/>
            <p:nvPr/>
          </p:nvSpPr>
          <p:spPr>
            <a:xfrm>
              <a:off x="4252810" y="2147829"/>
              <a:ext cx="38137" cy="38030"/>
            </a:xfrm>
            <a:custGeom>
              <a:rect b="b" l="l" r="r" t="t"/>
              <a:pathLst>
                <a:path extrusionOk="0" h="358" w="359">
                  <a:moveTo>
                    <a:pt x="180" y="0"/>
                  </a:moveTo>
                  <a:cubicBezTo>
                    <a:pt x="84" y="0"/>
                    <a:pt x="1" y="83"/>
                    <a:pt x="1" y="179"/>
                  </a:cubicBezTo>
                  <a:cubicBezTo>
                    <a:pt x="1" y="286"/>
                    <a:pt x="84" y="357"/>
                    <a:pt x="180" y="357"/>
                  </a:cubicBezTo>
                  <a:cubicBezTo>
                    <a:pt x="287" y="357"/>
                    <a:pt x="358" y="286"/>
                    <a:pt x="358" y="179"/>
                  </a:cubicBezTo>
                  <a:cubicBezTo>
                    <a:pt x="358" y="83"/>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7"/>
            <p:cNvSpPr/>
            <p:nvPr/>
          </p:nvSpPr>
          <p:spPr>
            <a:xfrm>
              <a:off x="4351498" y="2147829"/>
              <a:ext cx="38030" cy="38030"/>
            </a:xfrm>
            <a:custGeom>
              <a:rect b="b" l="l" r="r" t="t"/>
              <a:pathLst>
                <a:path extrusionOk="0" h="358" w="358">
                  <a:moveTo>
                    <a:pt x="179" y="0"/>
                  </a:moveTo>
                  <a:cubicBezTo>
                    <a:pt x="72" y="0"/>
                    <a:pt x="1" y="83"/>
                    <a:pt x="1" y="179"/>
                  </a:cubicBezTo>
                  <a:cubicBezTo>
                    <a:pt x="1" y="286"/>
                    <a:pt x="72" y="357"/>
                    <a:pt x="179" y="357"/>
                  </a:cubicBezTo>
                  <a:cubicBezTo>
                    <a:pt x="286" y="357"/>
                    <a:pt x="358" y="286"/>
                    <a:pt x="358" y="179"/>
                  </a:cubicBezTo>
                  <a:cubicBezTo>
                    <a:pt x="358" y="83"/>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7"/>
            <p:cNvSpPr/>
            <p:nvPr/>
          </p:nvSpPr>
          <p:spPr>
            <a:xfrm>
              <a:off x="4448911" y="2147829"/>
              <a:ext cx="38030" cy="38030"/>
            </a:xfrm>
            <a:custGeom>
              <a:rect b="b" l="l" r="r" t="t"/>
              <a:pathLst>
                <a:path extrusionOk="0" h="358" w="358">
                  <a:moveTo>
                    <a:pt x="179" y="0"/>
                  </a:moveTo>
                  <a:cubicBezTo>
                    <a:pt x="84" y="0"/>
                    <a:pt x="0" y="83"/>
                    <a:pt x="0" y="179"/>
                  </a:cubicBezTo>
                  <a:cubicBezTo>
                    <a:pt x="0" y="286"/>
                    <a:pt x="84" y="357"/>
                    <a:pt x="179" y="357"/>
                  </a:cubicBezTo>
                  <a:cubicBezTo>
                    <a:pt x="286" y="357"/>
                    <a:pt x="358" y="286"/>
                    <a:pt x="358" y="179"/>
                  </a:cubicBezTo>
                  <a:cubicBezTo>
                    <a:pt x="358" y="83"/>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7"/>
            <p:cNvSpPr/>
            <p:nvPr/>
          </p:nvSpPr>
          <p:spPr>
            <a:xfrm>
              <a:off x="4547599" y="2147829"/>
              <a:ext cx="38030" cy="38030"/>
            </a:xfrm>
            <a:custGeom>
              <a:rect b="b" l="l" r="r" t="t"/>
              <a:pathLst>
                <a:path extrusionOk="0" h="358" w="358">
                  <a:moveTo>
                    <a:pt x="179" y="0"/>
                  </a:moveTo>
                  <a:cubicBezTo>
                    <a:pt x="72" y="0"/>
                    <a:pt x="0" y="83"/>
                    <a:pt x="0" y="179"/>
                  </a:cubicBezTo>
                  <a:cubicBezTo>
                    <a:pt x="0" y="286"/>
                    <a:pt x="72" y="357"/>
                    <a:pt x="179" y="357"/>
                  </a:cubicBezTo>
                  <a:cubicBezTo>
                    <a:pt x="286" y="357"/>
                    <a:pt x="357" y="286"/>
                    <a:pt x="357" y="179"/>
                  </a:cubicBezTo>
                  <a:cubicBezTo>
                    <a:pt x="357" y="83"/>
                    <a:pt x="262"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7"/>
            <p:cNvSpPr/>
            <p:nvPr/>
          </p:nvSpPr>
          <p:spPr>
            <a:xfrm>
              <a:off x="4643630" y="2147829"/>
              <a:ext cx="38137" cy="38030"/>
            </a:xfrm>
            <a:custGeom>
              <a:rect b="b" l="l" r="r" t="t"/>
              <a:pathLst>
                <a:path extrusionOk="0" h="358" w="359">
                  <a:moveTo>
                    <a:pt x="180" y="0"/>
                  </a:moveTo>
                  <a:cubicBezTo>
                    <a:pt x="72" y="0"/>
                    <a:pt x="1" y="83"/>
                    <a:pt x="1" y="179"/>
                  </a:cubicBezTo>
                  <a:cubicBezTo>
                    <a:pt x="1" y="286"/>
                    <a:pt x="72" y="357"/>
                    <a:pt x="180" y="357"/>
                  </a:cubicBezTo>
                  <a:cubicBezTo>
                    <a:pt x="287" y="357"/>
                    <a:pt x="358" y="286"/>
                    <a:pt x="358" y="179"/>
                  </a:cubicBezTo>
                  <a:cubicBezTo>
                    <a:pt x="358" y="83"/>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7"/>
            <p:cNvSpPr/>
            <p:nvPr/>
          </p:nvSpPr>
          <p:spPr>
            <a:xfrm>
              <a:off x="4742318" y="2147829"/>
              <a:ext cx="38030" cy="38030"/>
            </a:xfrm>
            <a:custGeom>
              <a:rect b="b" l="l" r="r" t="t"/>
              <a:pathLst>
                <a:path extrusionOk="0" h="358" w="358">
                  <a:moveTo>
                    <a:pt x="179" y="0"/>
                  </a:moveTo>
                  <a:cubicBezTo>
                    <a:pt x="72" y="0"/>
                    <a:pt x="1" y="83"/>
                    <a:pt x="1" y="179"/>
                  </a:cubicBezTo>
                  <a:cubicBezTo>
                    <a:pt x="1" y="286"/>
                    <a:pt x="72" y="357"/>
                    <a:pt x="179" y="357"/>
                  </a:cubicBezTo>
                  <a:cubicBezTo>
                    <a:pt x="275" y="357"/>
                    <a:pt x="358" y="286"/>
                    <a:pt x="358" y="179"/>
                  </a:cubicBezTo>
                  <a:cubicBezTo>
                    <a:pt x="358" y="83"/>
                    <a:pt x="275"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7"/>
            <p:cNvSpPr/>
            <p:nvPr/>
          </p:nvSpPr>
          <p:spPr>
            <a:xfrm>
              <a:off x="4839731" y="2147829"/>
              <a:ext cx="38030" cy="38030"/>
            </a:xfrm>
            <a:custGeom>
              <a:rect b="b" l="l" r="r" t="t"/>
              <a:pathLst>
                <a:path extrusionOk="0" h="358" w="358">
                  <a:moveTo>
                    <a:pt x="179" y="0"/>
                  </a:moveTo>
                  <a:cubicBezTo>
                    <a:pt x="72" y="0"/>
                    <a:pt x="0" y="83"/>
                    <a:pt x="0" y="179"/>
                  </a:cubicBezTo>
                  <a:cubicBezTo>
                    <a:pt x="0" y="286"/>
                    <a:pt x="72" y="357"/>
                    <a:pt x="179" y="357"/>
                  </a:cubicBezTo>
                  <a:cubicBezTo>
                    <a:pt x="286" y="357"/>
                    <a:pt x="358" y="286"/>
                    <a:pt x="358" y="179"/>
                  </a:cubicBezTo>
                  <a:cubicBezTo>
                    <a:pt x="358" y="83"/>
                    <a:pt x="274"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7"/>
            <p:cNvSpPr/>
            <p:nvPr/>
          </p:nvSpPr>
          <p:spPr>
            <a:xfrm>
              <a:off x="4252810" y="2260327"/>
              <a:ext cx="38137" cy="38030"/>
            </a:xfrm>
            <a:custGeom>
              <a:rect b="b" l="l" r="r" t="t"/>
              <a:pathLst>
                <a:path extrusionOk="0" h="358" w="359">
                  <a:moveTo>
                    <a:pt x="180" y="1"/>
                  </a:moveTo>
                  <a:cubicBezTo>
                    <a:pt x="84" y="1"/>
                    <a:pt x="1" y="72"/>
                    <a:pt x="1" y="179"/>
                  </a:cubicBezTo>
                  <a:cubicBezTo>
                    <a:pt x="1" y="286"/>
                    <a:pt x="84" y="358"/>
                    <a:pt x="180" y="358"/>
                  </a:cubicBezTo>
                  <a:cubicBezTo>
                    <a:pt x="287" y="358"/>
                    <a:pt x="358" y="286"/>
                    <a:pt x="358" y="179"/>
                  </a:cubicBezTo>
                  <a:cubicBezTo>
                    <a:pt x="358" y="72"/>
                    <a:pt x="287" y="1"/>
                    <a:pt x="1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7"/>
            <p:cNvSpPr/>
            <p:nvPr/>
          </p:nvSpPr>
          <p:spPr>
            <a:xfrm>
              <a:off x="4351498" y="2260327"/>
              <a:ext cx="38030" cy="38030"/>
            </a:xfrm>
            <a:custGeom>
              <a:rect b="b" l="l" r="r" t="t"/>
              <a:pathLst>
                <a:path extrusionOk="0" h="358" w="358">
                  <a:moveTo>
                    <a:pt x="179" y="1"/>
                  </a:moveTo>
                  <a:cubicBezTo>
                    <a:pt x="72" y="1"/>
                    <a:pt x="1" y="72"/>
                    <a:pt x="1" y="179"/>
                  </a:cubicBezTo>
                  <a:cubicBezTo>
                    <a:pt x="1" y="286"/>
                    <a:pt x="72" y="358"/>
                    <a:pt x="179" y="358"/>
                  </a:cubicBezTo>
                  <a:cubicBezTo>
                    <a:pt x="286" y="358"/>
                    <a:pt x="358" y="286"/>
                    <a:pt x="358" y="179"/>
                  </a:cubicBezTo>
                  <a:cubicBezTo>
                    <a:pt x="358" y="72"/>
                    <a:pt x="286"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7"/>
            <p:cNvSpPr/>
            <p:nvPr/>
          </p:nvSpPr>
          <p:spPr>
            <a:xfrm>
              <a:off x="4448911" y="2260327"/>
              <a:ext cx="38030" cy="38030"/>
            </a:xfrm>
            <a:custGeom>
              <a:rect b="b" l="l" r="r" t="t"/>
              <a:pathLst>
                <a:path extrusionOk="0" h="358" w="358">
                  <a:moveTo>
                    <a:pt x="179" y="1"/>
                  </a:moveTo>
                  <a:cubicBezTo>
                    <a:pt x="84" y="1"/>
                    <a:pt x="0" y="72"/>
                    <a:pt x="0" y="179"/>
                  </a:cubicBezTo>
                  <a:cubicBezTo>
                    <a:pt x="0" y="286"/>
                    <a:pt x="84" y="358"/>
                    <a:pt x="179" y="358"/>
                  </a:cubicBezTo>
                  <a:cubicBezTo>
                    <a:pt x="286" y="358"/>
                    <a:pt x="358" y="286"/>
                    <a:pt x="358" y="179"/>
                  </a:cubicBezTo>
                  <a:cubicBezTo>
                    <a:pt x="358" y="72"/>
                    <a:pt x="286"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7"/>
            <p:cNvSpPr/>
            <p:nvPr/>
          </p:nvSpPr>
          <p:spPr>
            <a:xfrm>
              <a:off x="4547599" y="2260327"/>
              <a:ext cx="38030" cy="38030"/>
            </a:xfrm>
            <a:custGeom>
              <a:rect b="b" l="l" r="r" t="t"/>
              <a:pathLst>
                <a:path extrusionOk="0" h="358" w="358">
                  <a:moveTo>
                    <a:pt x="179" y="1"/>
                  </a:moveTo>
                  <a:cubicBezTo>
                    <a:pt x="72" y="1"/>
                    <a:pt x="0" y="72"/>
                    <a:pt x="0" y="179"/>
                  </a:cubicBezTo>
                  <a:cubicBezTo>
                    <a:pt x="0" y="286"/>
                    <a:pt x="72" y="358"/>
                    <a:pt x="179" y="358"/>
                  </a:cubicBezTo>
                  <a:cubicBezTo>
                    <a:pt x="286" y="358"/>
                    <a:pt x="357" y="286"/>
                    <a:pt x="357" y="179"/>
                  </a:cubicBezTo>
                  <a:cubicBezTo>
                    <a:pt x="357" y="72"/>
                    <a:pt x="262"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7"/>
            <p:cNvSpPr/>
            <p:nvPr/>
          </p:nvSpPr>
          <p:spPr>
            <a:xfrm>
              <a:off x="4643630" y="2260327"/>
              <a:ext cx="38137" cy="38030"/>
            </a:xfrm>
            <a:custGeom>
              <a:rect b="b" l="l" r="r" t="t"/>
              <a:pathLst>
                <a:path extrusionOk="0" h="358" w="359">
                  <a:moveTo>
                    <a:pt x="180" y="1"/>
                  </a:moveTo>
                  <a:cubicBezTo>
                    <a:pt x="72" y="1"/>
                    <a:pt x="1" y="72"/>
                    <a:pt x="1" y="179"/>
                  </a:cubicBezTo>
                  <a:cubicBezTo>
                    <a:pt x="1" y="286"/>
                    <a:pt x="72" y="358"/>
                    <a:pt x="180" y="358"/>
                  </a:cubicBezTo>
                  <a:cubicBezTo>
                    <a:pt x="287" y="358"/>
                    <a:pt x="358" y="286"/>
                    <a:pt x="358" y="179"/>
                  </a:cubicBezTo>
                  <a:cubicBezTo>
                    <a:pt x="358" y="72"/>
                    <a:pt x="287" y="1"/>
                    <a:pt x="1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7"/>
            <p:cNvSpPr/>
            <p:nvPr/>
          </p:nvSpPr>
          <p:spPr>
            <a:xfrm>
              <a:off x="4742318" y="2260327"/>
              <a:ext cx="38030" cy="38030"/>
            </a:xfrm>
            <a:custGeom>
              <a:rect b="b" l="l" r="r" t="t"/>
              <a:pathLst>
                <a:path extrusionOk="0" h="358" w="358">
                  <a:moveTo>
                    <a:pt x="179" y="1"/>
                  </a:moveTo>
                  <a:cubicBezTo>
                    <a:pt x="72" y="1"/>
                    <a:pt x="1" y="72"/>
                    <a:pt x="1" y="179"/>
                  </a:cubicBezTo>
                  <a:cubicBezTo>
                    <a:pt x="1" y="286"/>
                    <a:pt x="72" y="358"/>
                    <a:pt x="179" y="358"/>
                  </a:cubicBezTo>
                  <a:cubicBezTo>
                    <a:pt x="275" y="358"/>
                    <a:pt x="358" y="286"/>
                    <a:pt x="358" y="179"/>
                  </a:cubicBezTo>
                  <a:cubicBezTo>
                    <a:pt x="358" y="72"/>
                    <a:pt x="275"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7"/>
            <p:cNvSpPr/>
            <p:nvPr/>
          </p:nvSpPr>
          <p:spPr>
            <a:xfrm>
              <a:off x="4839731" y="2260327"/>
              <a:ext cx="38030" cy="38030"/>
            </a:xfrm>
            <a:custGeom>
              <a:rect b="b" l="l" r="r" t="t"/>
              <a:pathLst>
                <a:path extrusionOk="0" h="358" w="358">
                  <a:moveTo>
                    <a:pt x="179" y="1"/>
                  </a:moveTo>
                  <a:cubicBezTo>
                    <a:pt x="72" y="1"/>
                    <a:pt x="0" y="72"/>
                    <a:pt x="0" y="179"/>
                  </a:cubicBezTo>
                  <a:cubicBezTo>
                    <a:pt x="0" y="286"/>
                    <a:pt x="72" y="358"/>
                    <a:pt x="179" y="358"/>
                  </a:cubicBezTo>
                  <a:cubicBezTo>
                    <a:pt x="286" y="358"/>
                    <a:pt x="358" y="286"/>
                    <a:pt x="358" y="179"/>
                  </a:cubicBezTo>
                  <a:cubicBezTo>
                    <a:pt x="358" y="72"/>
                    <a:pt x="274"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7"/>
            <p:cNvSpPr/>
            <p:nvPr/>
          </p:nvSpPr>
          <p:spPr>
            <a:xfrm>
              <a:off x="4252810" y="2371656"/>
              <a:ext cx="38137" cy="38030"/>
            </a:xfrm>
            <a:custGeom>
              <a:rect b="b" l="l" r="r" t="t"/>
              <a:pathLst>
                <a:path extrusionOk="0" h="358" w="359">
                  <a:moveTo>
                    <a:pt x="180" y="0"/>
                  </a:moveTo>
                  <a:cubicBezTo>
                    <a:pt x="84" y="0"/>
                    <a:pt x="1" y="72"/>
                    <a:pt x="1" y="179"/>
                  </a:cubicBezTo>
                  <a:cubicBezTo>
                    <a:pt x="1" y="274"/>
                    <a:pt x="84" y="358"/>
                    <a:pt x="180" y="358"/>
                  </a:cubicBezTo>
                  <a:cubicBezTo>
                    <a:pt x="287" y="358"/>
                    <a:pt x="358" y="274"/>
                    <a:pt x="358" y="179"/>
                  </a:cubicBezTo>
                  <a:cubicBezTo>
                    <a:pt x="358" y="84"/>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7"/>
            <p:cNvSpPr/>
            <p:nvPr/>
          </p:nvSpPr>
          <p:spPr>
            <a:xfrm>
              <a:off x="4351498" y="2371656"/>
              <a:ext cx="38030" cy="38030"/>
            </a:xfrm>
            <a:custGeom>
              <a:rect b="b" l="l" r="r" t="t"/>
              <a:pathLst>
                <a:path extrusionOk="0" h="358" w="358">
                  <a:moveTo>
                    <a:pt x="179" y="0"/>
                  </a:moveTo>
                  <a:cubicBezTo>
                    <a:pt x="72" y="0"/>
                    <a:pt x="1" y="72"/>
                    <a:pt x="1" y="179"/>
                  </a:cubicBezTo>
                  <a:cubicBezTo>
                    <a:pt x="1" y="274"/>
                    <a:pt x="72" y="358"/>
                    <a:pt x="179" y="358"/>
                  </a:cubicBezTo>
                  <a:cubicBezTo>
                    <a:pt x="286" y="358"/>
                    <a:pt x="358" y="274"/>
                    <a:pt x="358" y="179"/>
                  </a:cubicBezTo>
                  <a:cubicBezTo>
                    <a:pt x="358" y="84"/>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7"/>
            <p:cNvSpPr/>
            <p:nvPr/>
          </p:nvSpPr>
          <p:spPr>
            <a:xfrm>
              <a:off x="4448911" y="2371656"/>
              <a:ext cx="38030" cy="38030"/>
            </a:xfrm>
            <a:custGeom>
              <a:rect b="b" l="l" r="r" t="t"/>
              <a:pathLst>
                <a:path extrusionOk="0" h="358" w="358">
                  <a:moveTo>
                    <a:pt x="179" y="0"/>
                  </a:moveTo>
                  <a:cubicBezTo>
                    <a:pt x="84" y="0"/>
                    <a:pt x="0" y="72"/>
                    <a:pt x="0" y="179"/>
                  </a:cubicBezTo>
                  <a:cubicBezTo>
                    <a:pt x="0" y="274"/>
                    <a:pt x="84" y="358"/>
                    <a:pt x="179" y="358"/>
                  </a:cubicBezTo>
                  <a:cubicBezTo>
                    <a:pt x="286" y="358"/>
                    <a:pt x="358" y="274"/>
                    <a:pt x="358" y="179"/>
                  </a:cubicBezTo>
                  <a:cubicBezTo>
                    <a:pt x="358" y="84"/>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7"/>
            <p:cNvSpPr/>
            <p:nvPr/>
          </p:nvSpPr>
          <p:spPr>
            <a:xfrm>
              <a:off x="4547599" y="2371656"/>
              <a:ext cx="38030" cy="38030"/>
            </a:xfrm>
            <a:custGeom>
              <a:rect b="b" l="l" r="r" t="t"/>
              <a:pathLst>
                <a:path extrusionOk="0" h="358" w="358">
                  <a:moveTo>
                    <a:pt x="179" y="0"/>
                  </a:moveTo>
                  <a:cubicBezTo>
                    <a:pt x="72" y="0"/>
                    <a:pt x="0" y="72"/>
                    <a:pt x="0" y="179"/>
                  </a:cubicBezTo>
                  <a:cubicBezTo>
                    <a:pt x="0" y="274"/>
                    <a:pt x="72" y="358"/>
                    <a:pt x="179" y="358"/>
                  </a:cubicBezTo>
                  <a:cubicBezTo>
                    <a:pt x="286" y="358"/>
                    <a:pt x="357" y="274"/>
                    <a:pt x="357" y="179"/>
                  </a:cubicBezTo>
                  <a:cubicBezTo>
                    <a:pt x="357" y="84"/>
                    <a:pt x="262"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7"/>
            <p:cNvSpPr/>
            <p:nvPr/>
          </p:nvSpPr>
          <p:spPr>
            <a:xfrm>
              <a:off x="4643630" y="2371656"/>
              <a:ext cx="38137" cy="38030"/>
            </a:xfrm>
            <a:custGeom>
              <a:rect b="b" l="l" r="r" t="t"/>
              <a:pathLst>
                <a:path extrusionOk="0" h="358" w="359">
                  <a:moveTo>
                    <a:pt x="180" y="0"/>
                  </a:moveTo>
                  <a:cubicBezTo>
                    <a:pt x="72" y="0"/>
                    <a:pt x="1" y="72"/>
                    <a:pt x="1" y="179"/>
                  </a:cubicBezTo>
                  <a:cubicBezTo>
                    <a:pt x="1" y="274"/>
                    <a:pt x="72" y="358"/>
                    <a:pt x="180" y="358"/>
                  </a:cubicBezTo>
                  <a:cubicBezTo>
                    <a:pt x="287" y="358"/>
                    <a:pt x="358" y="274"/>
                    <a:pt x="358" y="179"/>
                  </a:cubicBezTo>
                  <a:cubicBezTo>
                    <a:pt x="358" y="84"/>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7"/>
            <p:cNvSpPr/>
            <p:nvPr/>
          </p:nvSpPr>
          <p:spPr>
            <a:xfrm>
              <a:off x="4742318" y="2371656"/>
              <a:ext cx="38030" cy="38030"/>
            </a:xfrm>
            <a:custGeom>
              <a:rect b="b" l="l" r="r" t="t"/>
              <a:pathLst>
                <a:path extrusionOk="0" h="358" w="358">
                  <a:moveTo>
                    <a:pt x="179" y="0"/>
                  </a:moveTo>
                  <a:cubicBezTo>
                    <a:pt x="72" y="0"/>
                    <a:pt x="1" y="72"/>
                    <a:pt x="1" y="179"/>
                  </a:cubicBezTo>
                  <a:cubicBezTo>
                    <a:pt x="1" y="274"/>
                    <a:pt x="72" y="358"/>
                    <a:pt x="179" y="358"/>
                  </a:cubicBezTo>
                  <a:cubicBezTo>
                    <a:pt x="275" y="358"/>
                    <a:pt x="358" y="274"/>
                    <a:pt x="358" y="179"/>
                  </a:cubicBezTo>
                  <a:cubicBezTo>
                    <a:pt x="358" y="84"/>
                    <a:pt x="275"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7"/>
            <p:cNvSpPr/>
            <p:nvPr/>
          </p:nvSpPr>
          <p:spPr>
            <a:xfrm>
              <a:off x="4839731" y="2371656"/>
              <a:ext cx="38030" cy="38030"/>
            </a:xfrm>
            <a:custGeom>
              <a:rect b="b" l="l" r="r" t="t"/>
              <a:pathLst>
                <a:path extrusionOk="0" h="358" w="358">
                  <a:moveTo>
                    <a:pt x="179" y="0"/>
                  </a:moveTo>
                  <a:cubicBezTo>
                    <a:pt x="72" y="0"/>
                    <a:pt x="0" y="72"/>
                    <a:pt x="0" y="179"/>
                  </a:cubicBezTo>
                  <a:cubicBezTo>
                    <a:pt x="0" y="274"/>
                    <a:pt x="72" y="358"/>
                    <a:pt x="179" y="358"/>
                  </a:cubicBezTo>
                  <a:cubicBezTo>
                    <a:pt x="286" y="358"/>
                    <a:pt x="358" y="274"/>
                    <a:pt x="358" y="179"/>
                  </a:cubicBezTo>
                  <a:cubicBezTo>
                    <a:pt x="358" y="84"/>
                    <a:pt x="274"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7"/>
            <p:cNvSpPr/>
            <p:nvPr/>
          </p:nvSpPr>
          <p:spPr>
            <a:xfrm>
              <a:off x="4252810" y="2482985"/>
              <a:ext cx="38137" cy="38030"/>
            </a:xfrm>
            <a:custGeom>
              <a:rect b="b" l="l" r="r" t="t"/>
              <a:pathLst>
                <a:path extrusionOk="0" h="358" w="359">
                  <a:moveTo>
                    <a:pt x="180" y="0"/>
                  </a:moveTo>
                  <a:cubicBezTo>
                    <a:pt x="84" y="0"/>
                    <a:pt x="1" y="72"/>
                    <a:pt x="1" y="179"/>
                  </a:cubicBezTo>
                  <a:cubicBezTo>
                    <a:pt x="1" y="286"/>
                    <a:pt x="84" y="357"/>
                    <a:pt x="180" y="357"/>
                  </a:cubicBezTo>
                  <a:cubicBezTo>
                    <a:pt x="287" y="357"/>
                    <a:pt x="358" y="286"/>
                    <a:pt x="358" y="179"/>
                  </a:cubicBezTo>
                  <a:cubicBezTo>
                    <a:pt x="358" y="84"/>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7"/>
            <p:cNvSpPr/>
            <p:nvPr/>
          </p:nvSpPr>
          <p:spPr>
            <a:xfrm>
              <a:off x="4351498" y="2482985"/>
              <a:ext cx="38030" cy="38030"/>
            </a:xfrm>
            <a:custGeom>
              <a:rect b="b" l="l" r="r" t="t"/>
              <a:pathLst>
                <a:path extrusionOk="0" h="358" w="358">
                  <a:moveTo>
                    <a:pt x="179" y="0"/>
                  </a:moveTo>
                  <a:cubicBezTo>
                    <a:pt x="72" y="0"/>
                    <a:pt x="1" y="72"/>
                    <a:pt x="1" y="179"/>
                  </a:cubicBezTo>
                  <a:cubicBezTo>
                    <a:pt x="1" y="286"/>
                    <a:pt x="72" y="357"/>
                    <a:pt x="179" y="357"/>
                  </a:cubicBezTo>
                  <a:cubicBezTo>
                    <a:pt x="286" y="357"/>
                    <a:pt x="358" y="286"/>
                    <a:pt x="358" y="179"/>
                  </a:cubicBezTo>
                  <a:cubicBezTo>
                    <a:pt x="358" y="84"/>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7"/>
            <p:cNvSpPr/>
            <p:nvPr/>
          </p:nvSpPr>
          <p:spPr>
            <a:xfrm>
              <a:off x="4448911" y="2482985"/>
              <a:ext cx="38030" cy="38030"/>
            </a:xfrm>
            <a:custGeom>
              <a:rect b="b" l="l" r="r" t="t"/>
              <a:pathLst>
                <a:path extrusionOk="0" h="358" w="358">
                  <a:moveTo>
                    <a:pt x="179" y="0"/>
                  </a:moveTo>
                  <a:cubicBezTo>
                    <a:pt x="84" y="0"/>
                    <a:pt x="0" y="72"/>
                    <a:pt x="0" y="179"/>
                  </a:cubicBezTo>
                  <a:cubicBezTo>
                    <a:pt x="0" y="286"/>
                    <a:pt x="84" y="357"/>
                    <a:pt x="179" y="357"/>
                  </a:cubicBezTo>
                  <a:cubicBezTo>
                    <a:pt x="286" y="357"/>
                    <a:pt x="358" y="286"/>
                    <a:pt x="358" y="179"/>
                  </a:cubicBezTo>
                  <a:cubicBezTo>
                    <a:pt x="358" y="84"/>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7"/>
            <p:cNvSpPr/>
            <p:nvPr/>
          </p:nvSpPr>
          <p:spPr>
            <a:xfrm>
              <a:off x="4547599" y="2482985"/>
              <a:ext cx="38030" cy="38030"/>
            </a:xfrm>
            <a:custGeom>
              <a:rect b="b" l="l" r="r" t="t"/>
              <a:pathLst>
                <a:path extrusionOk="0" h="358" w="358">
                  <a:moveTo>
                    <a:pt x="179" y="0"/>
                  </a:moveTo>
                  <a:cubicBezTo>
                    <a:pt x="72" y="0"/>
                    <a:pt x="0" y="72"/>
                    <a:pt x="0" y="179"/>
                  </a:cubicBezTo>
                  <a:cubicBezTo>
                    <a:pt x="0" y="286"/>
                    <a:pt x="72" y="357"/>
                    <a:pt x="179" y="357"/>
                  </a:cubicBezTo>
                  <a:cubicBezTo>
                    <a:pt x="286" y="357"/>
                    <a:pt x="357" y="286"/>
                    <a:pt x="357" y="179"/>
                  </a:cubicBezTo>
                  <a:cubicBezTo>
                    <a:pt x="357" y="84"/>
                    <a:pt x="262"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7"/>
            <p:cNvSpPr/>
            <p:nvPr/>
          </p:nvSpPr>
          <p:spPr>
            <a:xfrm>
              <a:off x="4643630" y="2482985"/>
              <a:ext cx="38137" cy="38030"/>
            </a:xfrm>
            <a:custGeom>
              <a:rect b="b" l="l" r="r" t="t"/>
              <a:pathLst>
                <a:path extrusionOk="0" h="358" w="359">
                  <a:moveTo>
                    <a:pt x="180" y="0"/>
                  </a:moveTo>
                  <a:cubicBezTo>
                    <a:pt x="72" y="0"/>
                    <a:pt x="1" y="72"/>
                    <a:pt x="1" y="179"/>
                  </a:cubicBezTo>
                  <a:cubicBezTo>
                    <a:pt x="1" y="286"/>
                    <a:pt x="72" y="357"/>
                    <a:pt x="180" y="357"/>
                  </a:cubicBezTo>
                  <a:cubicBezTo>
                    <a:pt x="287" y="357"/>
                    <a:pt x="358" y="286"/>
                    <a:pt x="358" y="179"/>
                  </a:cubicBezTo>
                  <a:cubicBezTo>
                    <a:pt x="358" y="84"/>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7"/>
            <p:cNvSpPr/>
            <p:nvPr/>
          </p:nvSpPr>
          <p:spPr>
            <a:xfrm>
              <a:off x="4742318" y="2482985"/>
              <a:ext cx="38030" cy="38030"/>
            </a:xfrm>
            <a:custGeom>
              <a:rect b="b" l="l" r="r" t="t"/>
              <a:pathLst>
                <a:path extrusionOk="0" h="358" w="358">
                  <a:moveTo>
                    <a:pt x="179" y="0"/>
                  </a:moveTo>
                  <a:cubicBezTo>
                    <a:pt x="72" y="0"/>
                    <a:pt x="1" y="72"/>
                    <a:pt x="1" y="179"/>
                  </a:cubicBezTo>
                  <a:cubicBezTo>
                    <a:pt x="1" y="286"/>
                    <a:pt x="72" y="357"/>
                    <a:pt x="179" y="357"/>
                  </a:cubicBezTo>
                  <a:cubicBezTo>
                    <a:pt x="275" y="357"/>
                    <a:pt x="358" y="286"/>
                    <a:pt x="358" y="179"/>
                  </a:cubicBezTo>
                  <a:cubicBezTo>
                    <a:pt x="358" y="84"/>
                    <a:pt x="275"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7"/>
            <p:cNvSpPr/>
            <p:nvPr/>
          </p:nvSpPr>
          <p:spPr>
            <a:xfrm>
              <a:off x="4839731" y="2482985"/>
              <a:ext cx="38030" cy="38030"/>
            </a:xfrm>
            <a:custGeom>
              <a:rect b="b" l="l" r="r" t="t"/>
              <a:pathLst>
                <a:path extrusionOk="0" h="358" w="358">
                  <a:moveTo>
                    <a:pt x="179" y="0"/>
                  </a:moveTo>
                  <a:cubicBezTo>
                    <a:pt x="72" y="0"/>
                    <a:pt x="0" y="72"/>
                    <a:pt x="0" y="179"/>
                  </a:cubicBezTo>
                  <a:cubicBezTo>
                    <a:pt x="0" y="286"/>
                    <a:pt x="72" y="357"/>
                    <a:pt x="179" y="357"/>
                  </a:cubicBezTo>
                  <a:cubicBezTo>
                    <a:pt x="286" y="357"/>
                    <a:pt x="358" y="286"/>
                    <a:pt x="358" y="179"/>
                  </a:cubicBezTo>
                  <a:cubicBezTo>
                    <a:pt x="358" y="84"/>
                    <a:pt x="274"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7"/>
            <p:cNvSpPr/>
            <p:nvPr/>
          </p:nvSpPr>
          <p:spPr>
            <a:xfrm>
              <a:off x="4252810" y="2595483"/>
              <a:ext cx="38137" cy="38137"/>
            </a:xfrm>
            <a:custGeom>
              <a:rect b="b" l="l" r="r" t="t"/>
              <a:pathLst>
                <a:path extrusionOk="0" h="359" w="359">
                  <a:moveTo>
                    <a:pt x="180" y="1"/>
                  </a:moveTo>
                  <a:cubicBezTo>
                    <a:pt x="84" y="1"/>
                    <a:pt x="1" y="72"/>
                    <a:pt x="1" y="179"/>
                  </a:cubicBezTo>
                  <a:cubicBezTo>
                    <a:pt x="1" y="287"/>
                    <a:pt x="84" y="358"/>
                    <a:pt x="180" y="358"/>
                  </a:cubicBezTo>
                  <a:cubicBezTo>
                    <a:pt x="287" y="358"/>
                    <a:pt x="358" y="287"/>
                    <a:pt x="358" y="179"/>
                  </a:cubicBezTo>
                  <a:cubicBezTo>
                    <a:pt x="358" y="72"/>
                    <a:pt x="287" y="1"/>
                    <a:pt x="1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7"/>
            <p:cNvSpPr/>
            <p:nvPr/>
          </p:nvSpPr>
          <p:spPr>
            <a:xfrm>
              <a:off x="4351498" y="2595483"/>
              <a:ext cx="38030" cy="38137"/>
            </a:xfrm>
            <a:custGeom>
              <a:rect b="b" l="l" r="r" t="t"/>
              <a:pathLst>
                <a:path extrusionOk="0" h="359" w="358">
                  <a:moveTo>
                    <a:pt x="179" y="1"/>
                  </a:moveTo>
                  <a:cubicBezTo>
                    <a:pt x="72" y="1"/>
                    <a:pt x="1" y="72"/>
                    <a:pt x="1" y="179"/>
                  </a:cubicBezTo>
                  <a:cubicBezTo>
                    <a:pt x="1" y="287"/>
                    <a:pt x="72" y="358"/>
                    <a:pt x="179" y="358"/>
                  </a:cubicBezTo>
                  <a:cubicBezTo>
                    <a:pt x="286" y="358"/>
                    <a:pt x="358" y="287"/>
                    <a:pt x="358" y="179"/>
                  </a:cubicBezTo>
                  <a:cubicBezTo>
                    <a:pt x="358" y="72"/>
                    <a:pt x="286"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7"/>
            <p:cNvSpPr/>
            <p:nvPr/>
          </p:nvSpPr>
          <p:spPr>
            <a:xfrm>
              <a:off x="4448911" y="2595483"/>
              <a:ext cx="38030" cy="38137"/>
            </a:xfrm>
            <a:custGeom>
              <a:rect b="b" l="l" r="r" t="t"/>
              <a:pathLst>
                <a:path extrusionOk="0" h="359" w="358">
                  <a:moveTo>
                    <a:pt x="179" y="1"/>
                  </a:moveTo>
                  <a:cubicBezTo>
                    <a:pt x="84" y="1"/>
                    <a:pt x="0" y="72"/>
                    <a:pt x="0" y="179"/>
                  </a:cubicBezTo>
                  <a:cubicBezTo>
                    <a:pt x="0" y="287"/>
                    <a:pt x="84" y="358"/>
                    <a:pt x="179" y="358"/>
                  </a:cubicBezTo>
                  <a:cubicBezTo>
                    <a:pt x="286" y="358"/>
                    <a:pt x="358" y="287"/>
                    <a:pt x="358" y="179"/>
                  </a:cubicBezTo>
                  <a:cubicBezTo>
                    <a:pt x="358" y="72"/>
                    <a:pt x="286"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7"/>
            <p:cNvSpPr/>
            <p:nvPr/>
          </p:nvSpPr>
          <p:spPr>
            <a:xfrm>
              <a:off x="4547599" y="2595483"/>
              <a:ext cx="38030" cy="38137"/>
            </a:xfrm>
            <a:custGeom>
              <a:rect b="b" l="l" r="r" t="t"/>
              <a:pathLst>
                <a:path extrusionOk="0" h="359" w="358">
                  <a:moveTo>
                    <a:pt x="179" y="1"/>
                  </a:moveTo>
                  <a:cubicBezTo>
                    <a:pt x="72" y="1"/>
                    <a:pt x="0" y="72"/>
                    <a:pt x="0" y="179"/>
                  </a:cubicBezTo>
                  <a:cubicBezTo>
                    <a:pt x="0" y="287"/>
                    <a:pt x="72" y="358"/>
                    <a:pt x="179" y="358"/>
                  </a:cubicBezTo>
                  <a:cubicBezTo>
                    <a:pt x="286" y="358"/>
                    <a:pt x="357" y="287"/>
                    <a:pt x="357" y="179"/>
                  </a:cubicBezTo>
                  <a:cubicBezTo>
                    <a:pt x="357" y="72"/>
                    <a:pt x="262"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7"/>
            <p:cNvSpPr/>
            <p:nvPr/>
          </p:nvSpPr>
          <p:spPr>
            <a:xfrm>
              <a:off x="4643630" y="2595483"/>
              <a:ext cx="38137" cy="38137"/>
            </a:xfrm>
            <a:custGeom>
              <a:rect b="b" l="l" r="r" t="t"/>
              <a:pathLst>
                <a:path extrusionOk="0" h="359" w="359">
                  <a:moveTo>
                    <a:pt x="180" y="1"/>
                  </a:moveTo>
                  <a:cubicBezTo>
                    <a:pt x="72" y="1"/>
                    <a:pt x="1" y="72"/>
                    <a:pt x="1" y="179"/>
                  </a:cubicBezTo>
                  <a:cubicBezTo>
                    <a:pt x="1" y="287"/>
                    <a:pt x="72" y="358"/>
                    <a:pt x="180" y="358"/>
                  </a:cubicBezTo>
                  <a:cubicBezTo>
                    <a:pt x="287" y="358"/>
                    <a:pt x="358" y="287"/>
                    <a:pt x="358" y="179"/>
                  </a:cubicBezTo>
                  <a:cubicBezTo>
                    <a:pt x="358" y="72"/>
                    <a:pt x="287" y="1"/>
                    <a:pt x="1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7"/>
            <p:cNvSpPr/>
            <p:nvPr/>
          </p:nvSpPr>
          <p:spPr>
            <a:xfrm>
              <a:off x="4742318" y="2595483"/>
              <a:ext cx="38030" cy="38137"/>
            </a:xfrm>
            <a:custGeom>
              <a:rect b="b" l="l" r="r" t="t"/>
              <a:pathLst>
                <a:path extrusionOk="0" h="359" w="358">
                  <a:moveTo>
                    <a:pt x="179" y="1"/>
                  </a:moveTo>
                  <a:cubicBezTo>
                    <a:pt x="72" y="1"/>
                    <a:pt x="1" y="72"/>
                    <a:pt x="1" y="179"/>
                  </a:cubicBezTo>
                  <a:cubicBezTo>
                    <a:pt x="1" y="287"/>
                    <a:pt x="72" y="358"/>
                    <a:pt x="179" y="358"/>
                  </a:cubicBezTo>
                  <a:cubicBezTo>
                    <a:pt x="275" y="358"/>
                    <a:pt x="358" y="287"/>
                    <a:pt x="358" y="179"/>
                  </a:cubicBezTo>
                  <a:cubicBezTo>
                    <a:pt x="358" y="72"/>
                    <a:pt x="275"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7"/>
            <p:cNvSpPr/>
            <p:nvPr/>
          </p:nvSpPr>
          <p:spPr>
            <a:xfrm>
              <a:off x="4839731" y="2595483"/>
              <a:ext cx="38030" cy="38137"/>
            </a:xfrm>
            <a:custGeom>
              <a:rect b="b" l="l" r="r" t="t"/>
              <a:pathLst>
                <a:path extrusionOk="0" h="359" w="358">
                  <a:moveTo>
                    <a:pt x="179" y="1"/>
                  </a:moveTo>
                  <a:cubicBezTo>
                    <a:pt x="72" y="1"/>
                    <a:pt x="0" y="72"/>
                    <a:pt x="0" y="179"/>
                  </a:cubicBezTo>
                  <a:cubicBezTo>
                    <a:pt x="0" y="287"/>
                    <a:pt x="72" y="358"/>
                    <a:pt x="179" y="358"/>
                  </a:cubicBezTo>
                  <a:cubicBezTo>
                    <a:pt x="286" y="358"/>
                    <a:pt x="358" y="287"/>
                    <a:pt x="358" y="179"/>
                  </a:cubicBezTo>
                  <a:cubicBezTo>
                    <a:pt x="358" y="72"/>
                    <a:pt x="274"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9" name="Google Shape;369;p7"/>
          <p:cNvSpPr txBox="1"/>
          <p:nvPr>
            <p:ph type="title"/>
          </p:nvPr>
        </p:nvSpPr>
        <p:spPr>
          <a:xfrm>
            <a:off x="720000" y="445025"/>
            <a:ext cx="3849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70" name="Google Shape;370;p7"/>
          <p:cNvSpPr txBox="1"/>
          <p:nvPr>
            <p:ph idx="1" type="body"/>
          </p:nvPr>
        </p:nvSpPr>
        <p:spPr>
          <a:xfrm>
            <a:off x="720000" y="1611800"/>
            <a:ext cx="3852000" cy="27063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b="1" sz="1400">
                <a:solidFill>
                  <a:srgbClr val="434343"/>
                </a:solidFill>
              </a:defRPr>
            </a:lvl1pPr>
            <a:lvl2pPr indent="-304800" lvl="1" marL="914400" rtl="0">
              <a:lnSpc>
                <a:spcPct val="115000"/>
              </a:lnSpc>
              <a:spcBef>
                <a:spcPts val="0"/>
              </a:spcBef>
              <a:spcAft>
                <a:spcPts val="0"/>
              </a:spcAft>
              <a:buSzPts val="1200"/>
              <a:buChar char="○"/>
              <a:defRPr>
                <a:solidFill>
                  <a:srgbClr val="434343"/>
                </a:solidFill>
              </a:defRPr>
            </a:lvl2pPr>
            <a:lvl3pPr indent="-304800" lvl="2" marL="1371600" rtl="0">
              <a:lnSpc>
                <a:spcPct val="115000"/>
              </a:lnSpc>
              <a:spcBef>
                <a:spcPts val="0"/>
              </a:spcBef>
              <a:spcAft>
                <a:spcPts val="0"/>
              </a:spcAft>
              <a:buSzPts val="1200"/>
              <a:buChar char="■"/>
              <a:defRPr>
                <a:solidFill>
                  <a:srgbClr val="434343"/>
                </a:solidFill>
              </a:defRPr>
            </a:lvl3pPr>
            <a:lvl4pPr indent="-304800" lvl="3" marL="1828800" rtl="0">
              <a:lnSpc>
                <a:spcPct val="115000"/>
              </a:lnSpc>
              <a:spcBef>
                <a:spcPts val="0"/>
              </a:spcBef>
              <a:spcAft>
                <a:spcPts val="0"/>
              </a:spcAft>
              <a:buSzPts val="1200"/>
              <a:buChar char="●"/>
              <a:defRPr>
                <a:solidFill>
                  <a:srgbClr val="434343"/>
                </a:solidFill>
              </a:defRPr>
            </a:lvl4pPr>
            <a:lvl5pPr indent="-304800" lvl="4" marL="2286000" rtl="0">
              <a:lnSpc>
                <a:spcPct val="115000"/>
              </a:lnSpc>
              <a:spcBef>
                <a:spcPts val="0"/>
              </a:spcBef>
              <a:spcAft>
                <a:spcPts val="0"/>
              </a:spcAft>
              <a:buSzPts val="1200"/>
              <a:buChar char="○"/>
              <a:defRPr>
                <a:solidFill>
                  <a:srgbClr val="434343"/>
                </a:solidFill>
              </a:defRPr>
            </a:lvl5pPr>
            <a:lvl6pPr indent="-304800" lvl="5" marL="2743200" rtl="0">
              <a:lnSpc>
                <a:spcPct val="115000"/>
              </a:lnSpc>
              <a:spcBef>
                <a:spcPts val="0"/>
              </a:spcBef>
              <a:spcAft>
                <a:spcPts val="0"/>
              </a:spcAft>
              <a:buSzPts val="1200"/>
              <a:buChar char="■"/>
              <a:defRPr>
                <a:solidFill>
                  <a:srgbClr val="434343"/>
                </a:solidFill>
              </a:defRPr>
            </a:lvl6pPr>
            <a:lvl7pPr indent="-304800" lvl="6" marL="3200400" rtl="0">
              <a:lnSpc>
                <a:spcPct val="115000"/>
              </a:lnSpc>
              <a:spcBef>
                <a:spcPts val="0"/>
              </a:spcBef>
              <a:spcAft>
                <a:spcPts val="0"/>
              </a:spcAft>
              <a:buSzPts val="1200"/>
              <a:buChar char="●"/>
              <a:defRPr>
                <a:solidFill>
                  <a:srgbClr val="434343"/>
                </a:solidFill>
              </a:defRPr>
            </a:lvl7pPr>
            <a:lvl8pPr indent="-304800" lvl="7" marL="3657600" rtl="0">
              <a:lnSpc>
                <a:spcPct val="115000"/>
              </a:lnSpc>
              <a:spcBef>
                <a:spcPts val="0"/>
              </a:spcBef>
              <a:spcAft>
                <a:spcPts val="0"/>
              </a:spcAft>
              <a:buSzPts val="1200"/>
              <a:buChar char="○"/>
              <a:defRPr>
                <a:solidFill>
                  <a:srgbClr val="434343"/>
                </a:solidFill>
              </a:defRPr>
            </a:lvl8pPr>
            <a:lvl9pPr indent="-304800" lvl="8" marL="4114800" rtl="0">
              <a:lnSpc>
                <a:spcPct val="115000"/>
              </a:lnSpc>
              <a:spcBef>
                <a:spcPts val="0"/>
              </a:spcBef>
              <a:spcAft>
                <a:spcPts val="0"/>
              </a:spcAft>
              <a:buSzPts val="1200"/>
              <a:buChar char="■"/>
              <a:defRPr>
                <a:solidFill>
                  <a:srgbClr val="434343"/>
                </a:solidFill>
              </a:defRPr>
            </a:lvl9pPr>
          </a:lstStyle>
          <a:p/>
        </p:txBody>
      </p:sp>
      <p:sp>
        <p:nvSpPr>
          <p:cNvPr id="371" name="Google Shape;371;p7"/>
          <p:cNvSpPr/>
          <p:nvPr>
            <p:ph idx="2" type="pic"/>
          </p:nvPr>
        </p:nvSpPr>
        <p:spPr>
          <a:xfrm>
            <a:off x="5063025" y="535000"/>
            <a:ext cx="3366000" cy="4073400"/>
          </a:xfrm>
          <a:prstGeom prst="round2SameRect">
            <a:avLst>
              <a:gd fmla="val 16667" name="adj1"/>
              <a:gd fmla="val 0" name="adj2"/>
            </a:avLst>
          </a:prstGeom>
          <a:no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72" name="Shape 372"/>
        <p:cNvGrpSpPr/>
        <p:nvPr/>
      </p:nvGrpSpPr>
      <p:grpSpPr>
        <a:xfrm>
          <a:off x="0" y="0"/>
          <a:ext cx="0" cy="0"/>
          <a:chOff x="0" y="0"/>
          <a:chExt cx="0" cy="0"/>
        </a:xfrm>
      </p:grpSpPr>
      <p:sp>
        <p:nvSpPr>
          <p:cNvPr id="373" name="Google Shape;373;p8"/>
          <p:cNvSpPr txBox="1"/>
          <p:nvPr>
            <p:ph type="title"/>
          </p:nvPr>
        </p:nvSpPr>
        <p:spPr>
          <a:xfrm>
            <a:off x="2724150" y="1307100"/>
            <a:ext cx="3695700" cy="2529300"/>
          </a:xfrm>
          <a:prstGeom prst="rect">
            <a:avLst/>
          </a:prstGeom>
        </p:spPr>
        <p:txBody>
          <a:bodyPr anchorCtr="0" anchor="ctr" bIns="91425" lIns="91425" spcFirstLastPara="1" rIns="91425" wrap="square" tIns="91425">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4" name="Shape 374"/>
        <p:cNvGrpSpPr/>
        <p:nvPr/>
      </p:nvGrpSpPr>
      <p:grpSpPr>
        <a:xfrm>
          <a:off x="0" y="0"/>
          <a:ext cx="0" cy="0"/>
          <a:chOff x="0" y="0"/>
          <a:chExt cx="0" cy="0"/>
        </a:xfrm>
      </p:grpSpPr>
      <p:sp>
        <p:nvSpPr>
          <p:cNvPr id="375" name="Google Shape;375;p9"/>
          <p:cNvSpPr txBox="1"/>
          <p:nvPr>
            <p:ph type="title"/>
          </p:nvPr>
        </p:nvSpPr>
        <p:spPr>
          <a:xfrm>
            <a:off x="2201850" y="1584874"/>
            <a:ext cx="4740300" cy="841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600"/>
              <a:buNone/>
              <a:defRPr sz="45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376" name="Google Shape;376;p9"/>
          <p:cNvSpPr txBox="1"/>
          <p:nvPr>
            <p:ph idx="1" type="subTitle"/>
          </p:nvPr>
        </p:nvSpPr>
        <p:spPr>
          <a:xfrm>
            <a:off x="2201925" y="2427926"/>
            <a:ext cx="4740300" cy="1130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sz="16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77" name="Shape 377"/>
        <p:cNvGrpSpPr/>
        <p:nvPr/>
      </p:nvGrpSpPr>
      <p:grpSpPr>
        <a:xfrm>
          <a:off x="0" y="0"/>
          <a:ext cx="0" cy="0"/>
          <a:chOff x="0" y="0"/>
          <a:chExt cx="0" cy="0"/>
        </a:xfrm>
      </p:grpSpPr>
      <p:sp>
        <p:nvSpPr>
          <p:cNvPr id="378" name="Google Shape;378;p10"/>
          <p:cNvSpPr/>
          <p:nvPr>
            <p:ph idx="2" type="pic"/>
          </p:nvPr>
        </p:nvSpPr>
        <p:spPr>
          <a:xfrm>
            <a:off x="-6875" y="0"/>
            <a:ext cx="9144000" cy="5157300"/>
          </a:xfrm>
          <a:prstGeom prst="rect">
            <a:avLst/>
          </a:prstGeom>
          <a:noFill/>
          <a:ln>
            <a:noFill/>
          </a:ln>
        </p:spPr>
      </p:sp>
      <p:sp>
        <p:nvSpPr>
          <p:cNvPr id="379" name="Google Shape;379;p10"/>
          <p:cNvSpPr txBox="1"/>
          <p:nvPr>
            <p:ph type="title"/>
          </p:nvPr>
        </p:nvSpPr>
        <p:spPr>
          <a:xfrm>
            <a:off x="720000" y="4038000"/>
            <a:ext cx="7704000" cy="572700"/>
          </a:xfrm>
          <a:prstGeom prst="rect">
            <a:avLst/>
          </a:prstGeom>
          <a:solidFill>
            <a:schemeClr val="accent2"/>
          </a:solidFill>
        </p:spPr>
        <p:txBody>
          <a:bodyPr anchorCtr="0" anchor="ctr" bIns="91425" lIns="91425" spcFirstLastPara="1" rIns="91425" wrap="square" tIns="91425">
            <a:noAutofit/>
          </a:bodyPr>
          <a:lstStyle>
            <a:lvl1pPr lvl="0" rtl="0" algn="ctr">
              <a:spcBef>
                <a:spcPts val="0"/>
              </a:spcBef>
              <a:spcAft>
                <a:spcPts val="0"/>
              </a:spcAft>
              <a:buSzPts val="3000"/>
              <a:buNone/>
              <a:defRPr>
                <a:solidFill>
                  <a:schemeClr val="lt1"/>
                </a:solidFill>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80" name="Shape 380"/>
        <p:cNvGrpSpPr/>
        <p:nvPr/>
      </p:nvGrpSpPr>
      <p:grpSpPr>
        <a:xfrm>
          <a:off x="0" y="0"/>
          <a:ext cx="0" cy="0"/>
          <a:chOff x="0" y="0"/>
          <a:chExt cx="0" cy="0"/>
        </a:xfrm>
      </p:grpSpPr>
      <p:sp>
        <p:nvSpPr>
          <p:cNvPr id="381" name="Google Shape;381;p11"/>
          <p:cNvSpPr txBox="1"/>
          <p:nvPr>
            <p:ph hasCustomPrompt="1" type="title"/>
          </p:nvPr>
        </p:nvSpPr>
        <p:spPr>
          <a:xfrm>
            <a:off x="1284000" y="1734375"/>
            <a:ext cx="6576000" cy="962700"/>
          </a:xfrm>
          <a:prstGeom prst="rect">
            <a:avLst/>
          </a:prstGeom>
        </p:spPr>
        <p:txBody>
          <a:bodyPr anchorCtr="0" anchor="b" bIns="91425" lIns="91425" spcFirstLastPara="1" rIns="91425" wrap="square" tIns="91425">
            <a:noAutofit/>
          </a:bodyPr>
          <a:lstStyle>
            <a:lvl1pPr lvl="0" algn="ctr">
              <a:spcBef>
                <a:spcPts val="0"/>
              </a:spcBef>
              <a:spcAft>
                <a:spcPts val="0"/>
              </a:spcAft>
              <a:buSzPts val="9600"/>
              <a:buNone/>
              <a:defRPr sz="6000">
                <a:solidFill>
                  <a:schemeClr val="dk2"/>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382" name="Google Shape;382;p11"/>
          <p:cNvSpPr txBox="1"/>
          <p:nvPr>
            <p:ph idx="1" type="subTitle"/>
          </p:nvPr>
        </p:nvSpPr>
        <p:spPr>
          <a:xfrm>
            <a:off x="1284000" y="2695725"/>
            <a:ext cx="6576000" cy="713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b="1"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grpSp>
        <p:nvGrpSpPr>
          <p:cNvPr id="383" name="Google Shape;383;p11"/>
          <p:cNvGrpSpPr/>
          <p:nvPr/>
        </p:nvGrpSpPr>
        <p:grpSpPr>
          <a:xfrm>
            <a:off x="2001722" y="4608489"/>
            <a:ext cx="1105788" cy="1058857"/>
            <a:chOff x="4252810" y="2035226"/>
            <a:chExt cx="624951" cy="598394"/>
          </a:xfrm>
        </p:grpSpPr>
        <p:sp>
          <p:nvSpPr>
            <p:cNvPr id="384" name="Google Shape;384;p11"/>
            <p:cNvSpPr/>
            <p:nvPr/>
          </p:nvSpPr>
          <p:spPr>
            <a:xfrm>
              <a:off x="4252810" y="2035226"/>
              <a:ext cx="38137" cy="39305"/>
            </a:xfrm>
            <a:custGeom>
              <a:rect b="b" l="l" r="r" t="t"/>
              <a:pathLst>
                <a:path extrusionOk="0" h="370" w="359">
                  <a:moveTo>
                    <a:pt x="180" y="0"/>
                  </a:moveTo>
                  <a:cubicBezTo>
                    <a:pt x="84" y="0"/>
                    <a:pt x="1" y="84"/>
                    <a:pt x="1" y="191"/>
                  </a:cubicBezTo>
                  <a:cubicBezTo>
                    <a:pt x="1" y="286"/>
                    <a:pt x="84" y="369"/>
                    <a:pt x="180" y="369"/>
                  </a:cubicBezTo>
                  <a:cubicBezTo>
                    <a:pt x="287" y="369"/>
                    <a:pt x="358" y="286"/>
                    <a:pt x="358" y="191"/>
                  </a:cubicBezTo>
                  <a:cubicBezTo>
                    <a:pt x="358" y="96"/>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11"/>
            <p:cNvSpPr/>
            <p:nvPr/>
          </p:nvSpPr>
          <p:spPr>
            <a:xfrm>
              <a:off x="4351498" y="2035226"/>
              <a:ext cx="38030" cy="39305"/>
            </a:xfrm>
            <a:custGeom>
              <a:rect b="b" l="l" r="r" t="t"/>
              <a:pathLst>
                <a:path extrusionOk="0" h="370" w="358">
                  <a:moveTo>
                    <a:pt x="179" y="0"/>
                  </a:moveTo>
                  <a:cubicBezTo>
                    <a:pt x="72" y="0"/>
                    <a:pt x="1" y="84"/>
                    <a:pt x="1" y="191"/>
                  </a:cubicBezTo>
                  <a:cubicBezTo>
                    <a:pt x="1" y="286"/>
                    <a:pt x="72" y="369"/>
                    <a:pt x="179" y="369"/>
                  </a:cubicBezTo>
                  <a:cubicBezTo>
                    <a:pt x="286" y="369"/>
                    <a:pt x="358" y="286"/>
                    <a:pt x="358" y="191"/>
                  </a:cubicBezTo>
                  <a:cubicBezTo>
                    <a:pt x="358" y="96"/>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11"/>
            <p:cNvSpPr/>
            <p:nvPr/>
          </p:nvSpPr>
          <p:spPr>
            <a:xfrm>
              <a:off x="4448911" y="2035226"/>
              <a:ext cx="38030" cy="39305"/>
            </a:xfrm>
            <a:custGeom>
              <a:rect b="b" l="l" r="r" t="t"/>
              <a:pathLst>
                <a:path extrusionOk="0" h="370" w="358">
                  <a:moveTo>
                    <a:pt x="179" y="0"/>
                  </a:moveTo>
                  <a:cubicBezTo>
                    <a:pt x="84" y="0"/>
                    <a:pt x="0" y="84"/>
                    <a:pt x="0" y="191"/>
                  </a:cubicBezTo>
                  <a:cubicBezTo>
                    <a:pt x="0" y="286"/>
                    <a:pt x="84" y="369"/>
                    <a:pt x="179" y="369"/>
                  </a:cubicBezTo>
                  <a:cubicBezTo>
                    <a:pt x="286" y="369"/>
                    <a:pt x="358" y="286"/>
                    <a:pt x="358" y="191"/>
                  </a:cubicBezTo>
                  <a:cubicBezTo>
                    <a:pt x="358" y="96"/>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11"/>
            <p:cNvSpPr/>
            <p:nvPr/>
          </p:nvSpPr>
          <p:spPr>
            <a:xfrm>
              <a:off x="4547599" y="2035226"/>
              <a:ext cx="38030" cy="39305"/>
            </a:xfrm>
            <a:custGeom>
              <a:rect b="b" l="l" r="r" t="t"/>
              <a:pathLst>
                <a:path extrusionOk="0" h="370" w="358">
                  <a:moveTo>
                    <a:pt x="179" y="0"/>
                  </a:moveTo>
                  <a:cubicBezTo>
                    <a:pt x="72" y="0"/>
                    <a:pt x="0" y="84"/>
                    <a:pt x="0" y="191"/>
                  </a:cubicBezTo>
                  <a:cubicBezTo>
                    <a:pt x="0" y="286"/>
                    <a:pt x="72" y="369"/>
                    <a:pt x="179" y="369"/>
                  </a:cubicBezTo>
                  <a:cubicBezTo>
                    <a:pt x="286" y="369"/>
                    <a:pt x="357" y="286"/>
                    <a:pt x="357" y="191"/>
                  </a:cubicBezTo>
                  <a:cubicBezTo>
                    <a:pt x="357" y="96"/>
                    <a:pt x="262"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11"/>
            <p:cNvSpPr/>
            <p:nvPr/>
          </p:nvSpPr>
          <p:spPr>
            <a:xfrm>
              <a:off x="4643630" y="2035226"/>
              <a:ext cx="38137" cy="39305"/>
            </a:xfrm>
            <a:custGeom>
              <a:rect b="b" l="l" r="r" t="t"/>
              <a:pathLst>
                <a:path extrusionOk="0" h="370" w="359">
                  <a:moveTo>
                    <a:pt x="180" y="0"/>
                  </a:moveTo>
                  <a:cubicBezTo>
                    <a:pt x="72" y="0"/>
                    <a:pt x="1" y="84"/>
                    <a:pt x="1" y="191"/>
                  </a:cubicBezTo>
                  <a:cubicBezTo>
                    <a:pt x="1" y="286"/>
                    <a:pt x="72" y="369"/>
                    <a:pt x="180" y="369"/>
                  </a:cubicBezTo>
                  <a:cubicBezTo>
                    <a:pt x="287" y="369"/>
                    <a:pt x="358" y="286"/>
                    <a:pt x="358" y="191"/>
                  </a:cubicBezTo>
                  <a:cubicBezTo>
                    <a:pt x="358" y="96"/>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11"/>
            <p:cNvSpPr/>
            <p:nvPr/>
          </p:nvSpPr>
          <p:spPr>
            <a:xfrm>
              <a:off x="4742318" y="2035226"/>
              <a:ext cx="38030" cy="39305"/>
            </a:xfrm>
            <a:custGeom>
              <a:rect b="b" l="l" r="r" t="t"/>
              <a:pathLst>
                <a:path extrusionOk="0" h="370" w="358">
                  <a:moveTo>
                    <a:pt x="179" y="0"/>
                  </a:moveTo>
                  <a:cubicBezTo>
                    <a:pt x="72" y="0"/>
                    <a:pt x="1" y="84"/>
                    <a:pt x="1" y="191"/>
                  </a:cubicBezTo>
                  <a:cubicBezTo>
                    <a:pt x="1" y="286"/>
                    <a:pt x="72" y="369"/>
                    <a:pt x="179" y="369"/>
                  </a:cubicBezTo>
                  <a:cubicBezTo>
                    <a:pt x="275" y="369"/>
                    <a:pt x="358" y="286"/>
                    <a:pt x="358" y="191"/>
                  </a:cubicBezTo>
                  <a:cubicBezTo>
                    <a:pt x="358" y="96"/>
                    <a:pt x="275"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11"/>
            <p:cNvSpPr/>
            <p:nvPr/>
          </p:nvSpPr>
          <p:spPr>
            <a:xfrm>
              <a:off x="4839731" y="2035226"/>
              <a:ext cx="38030" cy="39305"/>
            </a:xfrm>
            <a:custGeom>
              <a:rect b="b" l="l" r="r" t="t"/>
              <a:pathLst>
                <a:path extrusionOk="0" h="370" w="358">
                  <a:moveTo>
                    <a:pt x="179" y="0"/>
                  </a:moveTo>
                  <a:cubicBezTo>
                    <a:pt x="72" y="0"/>
                    <a:pt x="0" y="84"/>
                    <a:pt x="0" y="191"/>
                  </a:cubicBezTo>
                  <a:cubicBezTo>
                    <a:pt x="0" y="286"/>
                    <a:pt x="72" y="369"/>
                    <a:pt x="179" y="369"/>
                  </a:cubicBezTo>
                  <a:cubicBezTo>
                    <a:pt x="286" y="369"/>
                    <a:pt x="358" y="286"/>
                    <a:pt x="358" y="191"/>
                  </a:cubicBezTo>
                  <a:cubicBezTo>
                    <a:pt x="358" y="96"/>
                    <a:pt x="274"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11"/>
            <p:cNvSpPr/>
            <p:nvPr/>
          </p:nvSpPr>
          <p:spPr>
            <a:xfrm>
              <a:off x="4252810" y="2147829"/>
              <a:ext cx="38137" cy="38030"/>
            </a:xfrm>
            <a:custGeom>
              <a:rect b="b" l="l" r="r" t="t"/>
              <a:pathLst>
                <a:path extrusionOk="0" h="358" w="359">
                  <a:moveTo>
                    <a:pt x="180" y="0"/>
                  </a:moveTo>
                  <a:cubicBezTo>
                    <a:pt x="84" y="0"/>
                    <a:pt x="1" y="83"/>
                    <a:pt x="1" y="179"/>
                  </a:cubicBezTo>
                  <a:cubicBezTo>
                    <a:pt x="1" y="286"/>
                    <a:pt x="84" y="357"/>
                    <a:pt x="180" y="357"/>
                  </a:cubicBezTo>
                  <a:cubicBezTo>
                    <a:pt x="287" y="357"/>
                    <a:pt x="358" y="286"/>
                    <a:pt x="358" y="179"/>
                  </a:cubicBezTo>
                  <a:cubicBezTo>
                    <a:pt x="358" y="83"/>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11"/>
            <p:cNvSpPr/>
            <p:nvPr/>
          </p:nvSpPr>
          <p:spPr>
            <a:xfrm>
              <a:off x="4351498" y="2147829"/>
              <a:ext cx="38030" cy="38030"/>
            </a:xfrm>
            <a:custGeom>
              <a:rect b="b" l="l" r="r" t="t"/>
              <a:pathLst>
                <a:path extrusionOk="0" h="358" w="358">
                  <a:moveTo>
                    <a:pt x="179" y="0"/>
                  </a:moveTo>
                  <a:cubicBezTo>
                    <a:pt x="72" y="0"/>
                    <a:pt x="1" y="83"/>
                    <a:pt x="1" y="179"/>
                  </a:cubicBezTo>
                  <a:cubicBezTo>
                    <a:pt x="1" y="286"/>
                    <a:pt x="72" y="357"/>
                    <a:pt x="179" y="357"/>
                  </a:cubicBezTo>
                  <a:cubicBezTo>
                    <a:pt x="286" y="357"/>
                    <a:pt x="358" y="286"/>
                    <a:pt x="358" y="179"/>
                  </a:cubicBezTo>
                  <a:cubicBezTo>
                    <a:pt x="358" y="83"/>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11"/>
            <p:cNvSpPr/>
            <p:nvPr/>
          </p:nvSpPr>
          <p:spPr>
            <a:xfrm>
              <a:off x="4448911" y="2147829"/>
              <a:ext cx="38030" cy="38030"/>
            </a:xfrm>
            <a:custGeom>
              <a:rect b="b" l="l" r="r" t="t"/>
              <a:pathLst>
                <a:path extrusionOk="0" h="358" w="358">
                  <a:moveTo>
                    <a:pt x="179" y="0"/>
                  </a:moveTo>
                  <a:cubicBezTo>
                    <a:pt x="84" y="0"/>
                    <a:pt x="0" y="83"/>
                    <a:pt x="0" y="179"/>
                  </a:cubicBezTo>
                  <a:cubicBezTo>
                    <a:pt x="0" y="286"/>
                    <a:pt x="84" y="357"/>
                    <a:pt x="179" y="357"/>
                  </a:cubicBezTo>
                  <a:cubicBezTo>
                    <a:pt x="286" y="357"/>
                    <a:pt x="358" y="286"/>
                    <a:pt x="358" y="179"/>
                  </a:cubicBezTo>
                  <a:cubicBezTo>
                    <a:pt x="358" y="83"/>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11"/>
            <p:cNvSpPr/>
            <p:nvPr/>
          </p:nvSpPr>
          <p:spPr>
            <a:xfrm>
              <a:off x="4547599" y="2147829"/>
              <a:ext cx="38030" cy="38030"/>
            </a:xfrm>
            <a:custGeom>
              <a:rect b="b" l="l" r="r" t="t"/>
              <a:pathLst>
                <a:path extrusionOk="0" h="358" w="358">
                  <a:moveTo>
                    <a:pt x="179" y="0"/>
                  </a:moveTo>
                  <a:cubicBezTo>
                    <a:pt x="72" y="0"/>
                    <a:pt x="0" y="83"/>
                    <a:pt x="0" y="179"/>
                  </a:cubicBezTo>
                  <a:cubicBezTo>
                    <a:pt x="0" y="286"/>
                    <a:pt x="72" y="357"/>
                    <a:pt x="179" y="357"/>
                  </a:cubicBezTo>
                  <a:cubicBezTo>
                    <a:pt x="286" y="357"/>
                    <a:pt x="357" y="286"/>
                    <a:pt x="357" y="179"/>
                  </a:cubicBezTo>
                  <a:cubicBezTo>
                    <a:pt x="357" y="83"/>
                    <a:pt x="262"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1"/>
            <p:cNvSpPr/>
            <p:nvPr/>
          </p:nvSpPr>
          <p:spPr>
            <a:xfrm>
              <a:off x="4643630" y="2147829"/>
              <a:ext cx="38137" cy="38030"/>
            </a:xfrm>
            <a:custGeom>
              <a:rect b="b" l="l" r="r" t="t"/>
              <a:pathLst>
                <a:path extrusionOk="0" h="358" w="359">
                  <a:moveTo>
                    <a:pt x="180" y="0"/>
                  </a:moveTo>
                  <a:cubicBezTo>
                    <a:pt x="72" y="0"/>
                    <a:pt x="1" y="83"/>
                    <a:pt x="1" y="179"/>
                  </a:cubicBezTo>
                  <a:cubicBezTo>
                    <a:pt x="1" y="286"/>
                    <a:pt x="72" y="357"/>
                    <a:pt x="180" y="357"/>
                  </a:cubicBezTo>
                  <a:cubicBezTo>
                    <a:pt x="287" y="357"/>
                    <a:pt x="358" y="286"/>
                    <a:pt x="358" y="179"/>
                  </a:cubicBezTo>
                  <a:cubicBezTo>
                    <a:pt x="358" y="83"/>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11"/>
            <p:cNvSpPr/>
            <p:nvPr/>
          </p:nvSpPr>
          <p:spPr>
            <a:xfrm>
              <a:off x="4742318" y="2147829"/>
              <a:ext cx="38030" cy="38030"/>
            </a:xfrm>
            <a:custGeom>
              <a:rect b="b" l="l" r="r" t="t"/>
              <a:pathLst>
                <a:path extrusionOk="0" h="358" w="358">
                  <a:moveTo>
                    <a:pt x="179" y="0"/>
                  </a:moveTo>
                  <a:cubicBezTo>
                    <a:pt x="72" y="0"/>
                    <a:pt x="1" y="83"/>
                    <a:pt x="1" y="179"/>
                  </a:cubicBezTo>
                  <a:cubicBezTo>
                    <a:pt x="1" y="286"/>
                    <a:pt x="72" y="357"/>
                    <a:pt x="179" y="357"/>
                  </a:cubicBezTo>
                  <a:cubicBezTo>
                    <a:pt x="275" y="357"/>
                    <a:pt x="358" y="286"/>
                    <a:pt x="358" y="179"/>
                  </a:cubicBezTo>
                  <a:cubicBezTo>
                    <a:pt x="358" y="83"/>
                    <a:pt x="275"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11"/>
            <p:cNvSpPr/>
            <p:nvPr/>
          </p:nvSpPr>
          <p:spPr>
            <a:xfrm>
              <a:off x="4839731" y="2147829"/>
              <a:ext cx="38030" cy="38030"/>
            </a:xfrm>
            <a:custGeom>
              <a:rect b="b" l="l" r="r" t="t"/>
              <a:pathLst>
                <a:path extrusionOk="0" h="358" w="358">
                  <a:moveTo>
                    <a:pt x="179" y="0"/>
                  </a:moveTo>
                  <a:cubicBezTo>
                    <a:pt x="72" y="0"/>
                    <a:pt x="0" y="83"/>
                    <a:pt x="0" y="179"/>
                  </a:cubicBezTo>
                  <a:cubicBezTo>
                    <a:pt x="0" y="286"/>
                    <a:pt x="72" y="357"/>
                    <a:pt x="179" y="357"/>
                  </a:cubicBezTo>
                  <a:cubicBezTo>
                    <a:pt x="286" y="357"/>
                    <a:pt x="358" y="286"/>
                    <a:pt x="358" y="179"/>
                  </a:cubicBezTo>
                  <a:cubicBezTo>
                    <a:pt x="358" y="83"/>
                    <a:pt x="274"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11"/>
            <p:cNvSpPr/>
            <p:nvPr/>
          </p:nvSpPr>
          <p:spPr>
            <a:xfrm>
              <a:off x="4252810" y="2260327"/>
              <a:ext cx="38137" cy="38030"/>
            </a:xfrm>
            <a:custGeom>
              <a:rect b="b" l="l" r="r" t="t"/>
              <a:pathLst>
                <a:path extrusionOk="0" h="358" w="359">
                  <a:moveTo>
                    <a:pt x="180" y="1"/>
                  </a:moveTo>
                  <a:cubicBezTo>
                    <a:pt x="84" y="1"/>
                    <a:pt x="1" y="72"/>
                    <a:pt x="1" y="179"/>
                  </a:cubicBezTo>
                  <a:cubicBezTo>
                    <a:pt x="1" y="286"/>
                    <a:pt x="84" y="358"/>
                    <a:pt x="180" y="358"/>
                  </a:cubicBezTo>
                  <a:cubicBezTo>
                    <a:pt x="287" y="358"/>
                    <a:pt x="358" y="286"/>
                    <a:pt x="358" y="179"/>
                  </a:cubicBezTo>
                  <a:cubicBezTo>
                    <a:pt x="358" y="72"/>
                    <a:pt x="287" y="1"/>
                    <a:pt x="1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11"/>
            <p:cNvSpPr/>
            <p:nvPr/>
          </p:nvSpPr>
          <p:spPr>
            <a:xfrm>
              <a:off x="4351498" y="2260327"/>
              <a:ext cx="38030" cy="38030"/>
            </a:xfrm>
            <a:custGeom>
              <a:rect b="b" l="l" r="r" t="t"/>
              <a:pathLst>
                <a:path extrusionOk="0" h="358" w="358">
                  <a:moveTo>
                    <a:pt x="179" y="1"/>
                  </a:moveTo>
                  <a:cubicBezTo>
                    <a:pt x="72" y="1"/>
                    <a:pt x="1" y="72"/>
                    <a:pt x="1" y="179"/>
                  </a:cubicBezTo>
                  <a:cubicBezTo>
                    <a:pt x="1" y="286"/>
                    <a:pt x="72" y="358"/>
                    <a:pt x="179" y="358"/>
                  </a:cubicBezTo>
                  <a:cubicBezTo>
                    <a:pt x="286" y="358"/>
                    <a:pt x="358" y="286"/>
                    <a:pt x="358" y="179"/>
                  </a:cubicBezTo>
                  <a:cubicBezTo>
                    <a:pt x="358" y="72"/>
                    <a:pt x="286"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11"/>
            <p:cNvSpPr/>
            <p:nvPr/>
          </p:nvSpPr>
          <p:spPr>
            <a:xfrm>
              <a:off x="4448911" y="2260327"/>
              <a:ext cx="38030" cy="38030"/>
            </a:xfrm>
            <a:custGeom>
              <a:rect b="b" l="l" r="r" t="t"/>
              <a:pathLst>
                <a:path extrusionOk="0" h="358" w="358">
                  <a:moveTo>
                    <a:pt x="179" y="1"/>
                  </a:moveTo>
                  <a:cubicBezTo>
                    <a:pt x="84" y="1"/>
                    <a:pt x="0" y="72"/>
                    <a:pt x="0" y="179"/>
                  </a:cubicBezTo>
                  <a:cubicBezTo>
                    <a:pt x="0" y="286"/>
                    <a:pt x="84" y="358"/>
                    <a:pt x="179" y="358"/>
                  </a:cubicBezTo>
                  <a:cubicBezTo>
                    <a:pt x="286" y="358"/>
                    <a:pt x="358" y="286"/>
                    <a:pt x="358" y="179"/>
                  </a:cubicBezTo>
                  <a:cubicBezTo>
                    <a:pt x="358" y="72"/>
                    <a:pt x="286"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11"/>
            <p:cNvSpPr/>
            <p:nvPr/>
          </p:nvSpPr>
          <p:spPr>
            <a:xfrm>
              <a:off x="4547599" y="2260327"/>
              <a:ext cx="38030" cy="38030"/>
            </a:xfrm>
            <a:custGeom>
              <a:rect b="b" l="l" r="r" t="t"/>
              <a:pathLst>
                <a:path extrusionOk="0" h="358" w="358">
                  <a:moveTo>
                    <a:pt x="179" y="1"/>
                  </a:moveTo>
                  <a:cubicBezTo>
                    <a:pt x="72" y="1"/>
                    <a:pt x="0" y="72"/>
                    <a:pt x="0" y="179"/>
                  </a:cubicBezTo>
                  <a:cubicBezTo>
                    <a:pt x="0" y="286"/>
                    <a:pt x="72" y="358"/>
                    <a:pt x="179" y="358"/>
                  </a:cubicBezTo>
                  <a:cubicBezTo>
                    <a:pt x="286" y="358"/>
                    <a:pt x="357" y="286"/>
                    <a:pt x="357" y="179"/>
                  </a:cubicBezTo>
                  <a:cubicBezTo>
                    <a:pt x="357" y="72"/>
                    <a:pt x="262"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11"/>
            <p:cNvSpPr/>
            <p:nvPr/>
          </p:nvSpPr>
          <p:spPr>
            <a:xfrm>
              <a:off x="4643630" y="2260327"/>
              <a:ext cx="38137" cy="38030"/>
            </a:xfrm>
            <a:custGeom>
              <a:rect b="b" l="l" r="r" t="t"/>
              <a:pathLst>
                <a:path extrusionOk="0" h="358" w="359">
                  <a:moveTo>
                    <a:pt x="180" y="1"/>
                  </a:moveTo>
                  <a:cubicBezTo>
                    <a:pt x="72" y="1"/>
                    <a:pt x="1" y="72"/>
                    <a:pt x="1" y="179"/>
                  </a:cubicBezTo>
                  <a:cubicBezTo>
                    <a:pt x="1" y="286"/>
                    <a:pt x="72" y="358"/>
                    <a:pt x="180" y="358"/>
                  </a:cubicBezTo>
                  <a:cubicBezTo>
                    <a:pt x="287" y="358"/>
                    <a:pt x="358" y="286"/>
                    <a:pt x="358" y="179"/>
                  </a:cubicBezTo>
                  <a:cubicBezTo>
                    <a:pt x="358" y="72"/>
                    <a:pt x="287" y="1"/>
                    <a:pt x="1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11"/>
            <p:cNvSpPr/>
            <p:nvPr/>
          </p:nvSpPr>
          <p:spPr>
            <a:xfrm>
              <a:off x="4742318" y="2260327"/>
              <a:ext cx="38030" cy="38030"/>
            </a:xfrm>
            <a:custGeom>
              <a:rect b="b" l="l" r="r" t="t"/>
              <a:pathLst>
                <a:path extrusionOk="0" h="358" w="358">
                  <a:moveTo>
                    <a:pt x="179" y="1"/>
                  </a:moveTo>
                  <a:cubicBezTo>
                    <a:pt x="72" y="1"/>
                    <a:pt x="1" y="72"/>
                    <a:pt x="1" y="179"/>
                  </a:cubicBezTo>
                  <a:cubicBezTo>
                    <a:pt x="1" y="286"/>
                    <a:pt x="72" y="358"/>
                    <a:pt x="179" y="358"/>
                  </a:cubicBezTo>
                  <a:cubicBezTo>
                    <a:pt x="275" y="358"/>
                    <a:pt x="358" y="286"/>
                    <a:pt x="358" y="179"/>
                  </a:cubicBezTo>
                  <a:cubicBezTo>
                    <a:pt x="358" y="72"/>
                    <a:pt x="275"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11"/>
            <p:cNvSpPr/>
            <p:nvPr/>
          </p:nvSpPr>
          <p:spPr>
            <a:xfrm>
              <a:off x="4839731" y="2260327"/>
              <a:ext cx="38030" cy="38030"/>
            </a:xfrm>
            <a:custGeom>
              <a:rect b="b" l="l" r="r" t="t"/>
              <a:pathLst>
                <a:path extrusionOk="0" h="358" w="358">
                  <a:moveTo>
                    <a:pt x="179" y="1"/>
                  </a:moveTo>
                  <a:cubicBezTo>
                    <a:pt x="72" y="1"/>
                    <a:pt x="0" y="72"/>
                    <a:pt x="0" y="179"/>
                  </a:cubicBezTo>
                  <a:cubicBezTo>
                    <a:pt x="0" y="286"/>
                    <a:pt x="72" y="358"/>
                    <a:pt x="179" y="358"/>
                  </a:cubicBezTo>
                  <a:cubicBezTo>
                    <a:pt x="286" y="358"/>
                    <a:pt x="358" y="286"/>
                    <a:pt x="358" y="179"/>
                  </a:cubicBezTo>
                  <a:cubicBezTo>
                    <a:pt x="358" y="72"/>
                    <a:pt x="274"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11"/>
            <p:cNvSpPr/>
            <p:nvPr/>
          </p:nvSpPr>
          <p:spPr>
            <a:xfrm>
              <a:off x="4252810" y="2371656"/>
              <a:ext cx="38137" cy="38030"/>
            </a:xfrm>
            <a:custGeom>
              <a:rect b="b" l="l" r="r" t="t"/>
              <a:pathLst>
                <a:path extrusionOk="0" h="358" w="359">
                  <a:moveTo>
                    <a:pt x="180" y="0"/>
                  </a:moveTo>
                  <a:cubicBezTo>
                    <a:pt x="84" y="0"/>
                    <a:pt x="1" y="72"/>
                    <a:pt x="1" y="179"/>
                  </a:cubicBezTo>
                  <a:cubicBezTo>
                    <a:pt x="1" y="274"/>
                    <a:pt x="84" y="358"/>
                    <a:pt x="180" y="358"/>
                  </a:cubicBezTo>
                  <a:cubicBezTo>
                    <a:pt x="287" y="358"/>
                    <a:pt x="358" y="274"/>
                    <a:pt x="358" y="179"/>
                  </a:cubicBezTo>
                  <a:cubicBezTo>
                    <a:pt x="358" y="84"/>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11"/>
            <p:cNvSpPr/>
            <p:nvPr/>
          </p:nvSpPr>
          <p:spPr>
            <a:xfrm>
              <a:off x="4351498" y="2371656"/>
              <a:ext cx="38030" cy="38030"/>
            </a:xfrm>
            <a:custGeom>
              <a:rect b="b" l="l" r="r" t="t"/>
              <a:pathLst>
                <a:path extrusionOk="0" h="358" w="358">
                  <a:moveTo>
                    <a:pt x="179" y="0"/>
                  </a:moveTo>
                  <a:cubicBezTo>
                    <a:pt x="72" y="0"/>
                    <a:pt x="1" y="72"/>
                    <a:pt x="1" y="179"/>
                  </a:cubicBezTo>
                  <a:cubicBezTo>
                    <a:pt x="1" y="274"/>
                    <a:pt x="72" y="358"/>
                    <a:pt x="179" y="358"/>
                  </a:cubicBezTo>
                  <a:cubicBezTo>
                    <a:pt x="286" y="358"/>
                    <a:pt x="358" y="274"/>
                    <a:pt x="358" y="179"/>
                  </a:cubicBezTo>
                  <a:cubicBezTo>
                    <a:pt x="358" y="84"/>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11"/>
            <p:cNvSpPr/>
            <p:nvPr/>
          </p:nvSpPr>
          <p:spPr>
            <a:xfrm>
              <a:off x="4448911" y="2371656"/>
              <a:ext cx="38030" cy="38030"/>
            </a:xfrm>
            <a:custGeom>
              <a:rect b="b" l="l" r="r" t="t"/>
              <a:pathLst>
                <a:path extrusionOk="0" h="358" w="358">
                  <a:moveTo>
                    <a:pt x="179" y="0"/>
                  </a:moveTo>
                  <a:cubicBezTo>
                    <a:pt x="84" y="0"/>
                    <a:pt x="0" y="72"/>
                    <a:pt x="0" y="179"/>
                  </a:cubicBezTo>
                  <a:cubicBezTo>
                    <a:pt x="0" y="274"/>
                    <a:pt x="84" y="358"/>
                    <a:pt x="179" y="358"/>
                  </a:cubicBezTo>
                  <a:cubicBezTo>
                    <a:pt x="286" y="358"/>
                    <a:pt x="358" y="274"/>
                    <a:pt x="358" y="179"/>
                  </a:cubicBezTo>
                  <a:cubicBezTo>
                    <a:pt x="358" y="84"/>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11"/>
            <p:cNvSpPr/>
            <p:nvPr/>
          </p:nvSpPr>
          <p:spPr>
            <a:xfrm>
              <a:off x="4547599" y="2371656"/>
              <a:ext cx="38030" cy="38030"/>
            </a:xfrm>
            <a:custGeom>
              <a:rect b="b" l="l" r="r" t="t"/>
              <a:pathLst>
                <a:path extrusionOk="0" h="358" w="358">
                  <a:moveTo>
                    <a:pt x="179" y="0"/>
                  </a:moveTo>
                  <a:cubicBezTo>
                    <a:pt x="72" y="0"/>
                    <a:pt x="0" y="72"/>
                    <a:pt x="0" y="179"/>
                  </a:cubicBezTo>
                  <a:cubicBezTo>
                    <a:pt x="0" y="274"/>
                    <a:pt x="72" y="358"/>
                    <a:pt x="179" y="358"/>
                  </a:cubicBezTo>
                  <a:cubicBezTo>
                    <a:pt x="286" y="358"/>
                    <a:pt x="357" y="274"/>
                    <a:pt x="357" y="179"/>
                  </a:cubicBezTo>
                  <a:cubicBezTo>
                    <a:pt x="357" y="84"/>
                    <a:pt x="262"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11"/>
            <p:cNvSpPr/>
            <p:nvPr/>
          </p:nvSpPr>
          <p:spPr>
            <a:xfrm>
              <a:off x="4643630" y="2371656"/>
              <a:ext cx="38137" cy="38030"/>
            </a:xfrm>
            <a:custGeom>
              <a:rect b="b" l="l" r="r" t="t"/>
              <a:pathLst>
                <a:path extrusionOk="0" h="358" w="359">
                  <a:moveTo>
                    <a:pt x="180" y="0"/>
                  </a:moveTo>
                  <a:cubicBezTo>
                    <a:pt x="72" y="0"/>
                    <a:pt x="1" y="72"/>
                    <a:pt x="1" y="179"/>
                  </a:cubicBezTo>
                  <a:cubicBezTo>
                    <a:pt x="1" y="274"/>
                    <a:pt x="72" y="358"/>
                    <a:pt x="180" y="358"/>
                  </a:cubicBezTo>
                  <a:cubicBezTo>
                    <a:pt x="287" y="358"/>
                    <a:pt x="358" y="274"/>
                    <a:pt x="358" y="179"/>
                  </a:cubicBezTo>
                  <a:cubicBezTo>
                    <a:pt x="358" y="84"/>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11"/>
            <p:cNvSpPr/>
            <p:nvPr/>
          </p:nvSpPr>
          <p:spPr>
            <a:xfrm>
              <a:off x="4742318" y="2371656"/>
              <a:ext cx="38030" cy="38030"/>
            </a:xfrm>
            <a:custGeom>
              <a:rect b="b" l="l" r="r" t="t"/>
              <a:pathLst>
                <a:path extrusionOk="0" h="358" w="358">
                  <a:moveTo>
                    <a:pt x="179" y="0"/>
                  </a:moveTo>
                  <a:cubicBezTo>
                    <a:pt x="72" y="0"/>
                    <a:pt x="1" y="72"/>
                    <a:pt x="1" y="179"/>
                  </a:cubicBezTo>
                  <a:cubicBezTo>
                    <a:pt x="1" y="274"/>
                    <a:pt x="72" y="358"/>
                    <a:pt x="179" y="358"/>
                  </a:cubicBezTo>
                  <a:cubicBezTo>
                    <a:pt x="275" y="358"/>
                    <a:pt x="358" y="274"/>
                    <a:pt x="358" y="179"/>
                  </a:cubicBezTo>
                  <a:cubicBezTo>
                    <a:pt x="358" y="84"/>
                    <a:pt x="275"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11"/>
            <p:cNvSpPr/>
            <p:nvPr/>
          </p:nvSpPr>
          <p:spPr>
            <a:xfrm>
              <a:off x="4839731" y="2371656"/>
              <a:ext cx="38030" cy="38030"/>
            </a:xfrm>
            <a:custGeom>
              <a:rect b="b" l="l" r="r" t="t"/>
              <a:pathLst>
                <a:path extrusionOk="0" h="358" w="358">
                  <a:moveTo>
                    <a:pt x="179" y="0"/>
                  </a:moveTo>
                  <a:cubicBezTo>
                    <a:pt x="72" y="0"/>
                    <a:pt x="0" y="72"/>
                    <a:pt x="0" y="179"/>
                  </a:cubicBezTo>
                  <a:cubicBezTo>
                    <a:pt x="0" y="274"/>
                    <a:pt x="72" y="358"/>
                    <a:pt x="179" y="358"/>
                  </a:cubicBezTo>
                  <a:cubicBezTo>
                    <a:pt x="286" y="358"/>
                    <a:pt x="358" y="274"/>
                    <a:pt x="358" y="179"/>
                  </a:cubicBezTo>
                  <a:cubicBezTo>
                    <a:pt x="358" y="84"/>
                    <a:pt x="274"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11"/>
            <p:cNvSpPr/>
            <p:nvPr/>
          </p:nvSpPr>
          <p:spPr>
            <a:xfrm>
              <a:off x="4252810" y="2482985"/>
              <a:ext cx="38137" cy="38030"/>
            </a:xfrm>
            <a:custGeom>
              <a:rect b="b" l="l" r="r" t="t"/>
              <a:pathLst>
                <a:path extrusionOk="0" h="358" w="359">
                  <a:moveTo>
                    <a:pt x="180" y="0"/>
                  </a:moveTo>
                  <a:cubicBezTo>
                    <a:pt x="84" y="0"/>
                    <a:pt x="1" y="72"/>
                    <a:pt x="1" y="179"/>
                  </a:cubicBezTo>
                  <a:cubicBezTo>
                    <a:pt x="1" y="286"/>
                    <a:pt x="84" y="357"/>
                    <a:pt x="180" y="357"/>
                  </a:cubicBezTo>
                  <a:cubicBezTo>
                    <a:pt x="287" y="357"/>
                    <a:pt x="358" y="286"/>
                    <a:pt x="358" y="179"/>
                  </a:cubicBezTo>
                  <a:cubicBezTo>
                    <a:pt x="358" y="84"/>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11"/>
            <p:cNvSpPr/>
            <p:nvPr/>
          </p:nvSpPr>
          <p:spPr>
            <a:xfrm>
              <a:off x="4351498" y="2482985"/>
              <a:ext cx="38030" cy="38030"/>
            </a:xfrm>
            <a:custGeom>
              <a:rect b="b" l="l" r="r" t="t"/>
              <a:pathLst>
                <a:path extrusionOk="0" h="358" w="358">
                  <a:moveTo>
                    <a:pt x="179" y="0"/>
                  </a:moveTo>
                  <a:cubicBezTo>
                    <a:pt x="72" y="0"/>
                    <a:pt x="1" y="72"/>
                    <a:pt x="1" y="179"/>
                  </a:cubicBezTo>
                  <a:cubicBezTo>
                    <a:pt x="1" y="286"/>
                    <a:pt x="72" y="357"/>
                    <a:pt x="179" y="357"/>
                  </a:cubicBezTo>
                  <a:cubicBezTo>
                    <a:pt x="286" y="357"/>
                    <a:pt x="358" y="286"/>
                    <a:pt x="358" y="179"/>
                  </a:cubicBezTo>
                  <a:cubicBezTo>
                    <a:pt x="358" y="84"/>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11"/>
            <p:cNvSpPr/>
            <p:nvPr/>
          </p:nvSpPr>
          <p:spPr>
            <a:xfrm>
              <a:off x="4448911" y="2482985"/>
              <a:ext cx="38030" cy="38030"/>
            </a:xfrm>
            <a:custGeom>
              <a:rect b="b" l="l" r="r" t="t"/>
              <a:pathLst>
                <a:path extrusionOk="0" h="358" w="358">
                  <a:moveTo>
                    <a:pt x="179" y="0"/>
                  </a:moveTo>
                  <a:cubicBezTo>
                    <a:pt x="84" y="0"/>
                    <a:pt x="0" y="72"/>
                    <a:pt x="0" y="179"/>
                  </a:cubicBezTo>
                  <a:cubicBezTo>
                    <a:pt x="0" y="286"/>
                    <a:pt x="84" y="357"/>
                    <a:pt x="179" y="357"/>
                  </a:cubicBezTo>
                  <a:cubicBezTo>
                    <a:pt x="286" y="357"/>
                    <a:pt x="358" y="286"/>
                    <a:pt x="358" y="179"/>
                  </a:cubicBezTo>
                  <a:cubicBezTo>
                    <a:pt x="358" y="84"/>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11"/>
            <p:cNvSpPr/>
            <p:nvPr/>
          </p:nvSpPr>
          <p:spPr>
            <a:xfrm>
              <a:off x="4547599" y="2482985"/>
              <a:ext cx="38030" cy="38030"/>
            </a:xfrm>
            <a:custGeom>
              <a:rect b="b" l="l" r="r" t="t"/>
              <a:pathLst>
                <a:path extrusionOk="0" h="358" w="358">
                  <a:moveTo>
                    <a:pt x="179" y="0"/>
                  </a:moveTo>
                  <a:cubicBezTo>
                    <a:pt x="72" y="0"/>
                    <a:pt x="0" y="72"/>
                    <a:pt x="0" y="179"/>
                  </a:cubicBezTo>
                  <a:cubicBezTo>
                    <a:pt x="0" y="286"/>
                    <a:pt x="72" y="357"/>
                    <a:pt x="179" y="357"/>
                  </a:cubicBezTo>
                  <a:cubicBezTo>
                    <a:pt x="286" y="357"/>
                    <a:pt x="357" y="286"/>
                    <a:pt x="357" y="179"/>
                  </a:cubicBezTo>
                  <a:cubicBezTo>
                    <a:pt x="357" y="84"/>
                    <a:pt x="262"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11"/>
            <p:cNvSpPr/>
            <p:nvPr/>
          </p:nvSpPr>
          <p:spPr>
            <a:xfrm>
              <a:off x="4643630" y="2482985"/>
              <a:ext cx="38137" cy="38030"/>
            </a:xfrm>
            <a:custGeom>
              <a:rect b="b" l="l" r="r" t="t"/>
              <a:pathLst>
                <a:path extrusionOk="0" h="358" w="359">
                  <a:moveTo>
                    <a:pt x="180" y="0"/>
                  </a:moveTo>
                  <a:cubicBezTo>
                    <a:pt x="72" y="0"/>
                    <a:pt x="1" y="72"/>
                    <a:pt x="1" y="179"/>
                  </a:cubicBezTo>
                  <a:cubicBezTo>
                    <a:pt x="1" y="286"/>
                    <a:pt x="72" y="357"/>
                    <a:pt x="180" y="357"/>
                  </a:cubicBezTo>
                  <a:cubicBezTo>
                    <a:pt x="287" y="357"/>
                    <a:pt x="358" y="286"/>
                    <a:pt x="358" y="179"/>
                  </a:cubicBezTo>
                  <a:cubicBezTo>
                    <a:pt x="358" y="84"/>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11"/>
            <p:cNvSpPr/>
            <p:nvPr/>
          </p:nvSpPr>
          <p:spPr>
            <a:xfrm>
              <a:off x="4742318" y="2482985"/>
              <a:ext cx="38030" cy="38030"/>
            </a:xfrm>
            <a:custGeom>
              <a:rect b="b" l="l" r="r" t="t"/>
              <a:pathLst>
                <a:path extrusionOk="0" h="358" w="358">
                  <a:moveTo>
                    <a:pt x="179" y="0"/>
                  </a:moveTo>
                  <a:cubicBezTo>
                    <a:pt x="72" y="0"/>
                    <a:pt x="1" y="72"/>
                    <a:pt x="1" y="179"/>
                  </a:cubicBezTo>
                  <a:cubicBezTo>
                    <a:pt x="1" y="286"/>
                    <a:pt x="72" y="357"/>
                    <a:pt x="179" y="357"/>
                  </a:cubicBezTo>
                  <a:cubicBezTo>
                    <a:pt x="275" y="357"/>
                    <a:pt x="358" y="286"/>
                    <a:pt x="358" y="179"/>
                  </a:cubicBezTo>
                  <a:cubicBezTo>
                    <a:pt x="358" y="84"/>
                    <a:pt x="275"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11"/>
            <p:cNvSpPr/>
            <p:nvPr/>
          </p:nvSpPr>
          <p:spPr>
            <a:xfrm>
              <a:off x="4839731" y="2482985"/>
              <a:ext cx="38030" cy="38030"/>
            </a:xfrm>
            <a:custGeom>
              <a:rect b="b" l="l" r="r" t="t"/>
              <a:pathLst>
                <a:path extrusionOk="0" h="358" w="358">
                  <a:moveTo>
                    <a:pt x="179" y="0"/>
                  </a:moveTo>
                  <a:cubicBezTo>
                    <a:pt x="72" y="0"/>
                    <a:pt x="0" y="72"/>
                    <a:pt x="0" y="179"/>
                  </a:cubicBezTo>
                  <a:cubicBezTo>
                    <a:pt x="0" y="286"/>
                    <a:pt x="72" y="357"/>
                    <a:pt x="179" y="357"/>
                  </a:cubicBezTo>
                  <a:cubicBezTo>
                    <a:pt x="286" y="357"/>
                    <a:pt x="358" y="286"/>
                    <a:pt x="358" y="179"/>
                  </a:cubicBezTo>
                  <a:cubicBezTo>
                    <a:pt x="358" y="84"/>
                    <a:pt x="274"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11"/>
            <p:cNvSpPr/>
            <p:nvPr/>
          </p:nvSpPr>
          <p:spPr>
            <a:xfrm>
              <a:off x="4252810" y="2595483"/>
              <a:ext cx="38137" cy="38137"/>
            </a:xfrm>
            <a:custGeom>
              <a:rect b="b" l="l" r="r" t="t"/>
              <a:pathLst>
                <a:path extrusionOk="0" h="359" w="359">
                  <a:moveTo>
                    <a:pt x="180" y="1"/>
                  </a:moveTo>
                  <a:cubicBezTo>
                    <a:pt x="84" y="1"/>
                    <a:pt x="1" y="72"/>
                    <a:pt x="1" y="179"/>
                  </a:cubicBezTo>
                  <a:cubicBezTo>
                    <a:pt x="1" y="287"/>
                    <a:pt x="84" y="358"/>
                    <a:pt x="180" y="358"/>
                  </a:cubicBezTo>
                  <a:cubicBezTo>
                    <a:pt x="287" y="358"/>
                    <a:pt x="358" y="287"/>
                    <a:pt x="358" y="179"/>
                  </a:cubicBezTo>
                  <a:cubicBezTo>
                    <a:pt x="358" y="72"/>
                    <a:pt x="287" y="1"/>
                    <a:pt x="1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11"/>
            <p:cNvSpPr/>
            <p:nvPr/>
          </p:nvSpPr>
          <p:spPr>
            <a:xfrm>
              <a:off x="4351498" y="2595483"/>
              <a:ext cx="38030" cy="38137"/>
            </a:xfrm>
            <a:custGeom>
              <a:rect b="b" l="l" r="r" t="t"/>
              <a:pathLst>
                <a:path extrusionOk="0" h="359" w="358">
                  <a:moveTo>
                    <a:pt x="179" y="1"/>
                  </a:moveTo>
                  <a:cubicBezTo>
                    <a:pt x="72" y="1"/>
                    <a:pt x="1" y="72"/>
                    <a:pt x="1" y="179"/>
                  </a:cubicBezTo>
                  <a:cubicBezTo>
                    <a:pt x="1" y="287"/>
                    <a:pt x="72" y="358"/>
                    <a:pt x="179" y="358"/>
                  </a:cubicBezTo>
                  <a:cubicBezTo>
                    <a:pt x="286" y="358"/>
                    <a:pt x="358" y="287"/>
                    <a:pt x="358" y="179"/>
                  </a:cubicBezTo>
                  <a:cubicBezTo>
                    <a:pt x="358" y="72"/>
                    <a:pt x="286"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11"/>
            <p:cNvSpPr/>
            <p:nvPr/>
          </p:nvSpPr>
          <p:spPr>
            <a:xfrm>
              <a:off x="4448911" y="2595483"/>
              <a:ext cx="38030" cy="38137"/>
            </a:xfrm>
            <a:custGeom>
              <a:rect b="b" l="l" r="r" t="t"/>
              <a:pathLst>
                <a:path extrusionOk="0" h="359" w="358">
                  <a:moveTo>
                    <a:pt x="179" y="1"/>
                  </a:moveTo>
                  <a:cubicBezTo>
                    <a:pt x="84" y="1"/>
                    <a:pt x="0" y="72"/>
                    <a:pt x="0" y="179"/>
                  </a:cubicBezTo>
                  <a:cubicBezTo>
                    <a:pt x="0" y="287"/>
                    <a:pt x="84" y="358"/>
                    <a:pt x="179" y="358"/>
                  </a:cubicBezTo>
                  <a:cubicBezTo>
                    <a:pt x="286" y="358"/>
                    <a:pt x="358" y="287"/>
                    <a:pt x="358" y="179"/>
                  </a:cubicBezTo>
                  <a:cubicBezTo>
                    <a:pt x="358" y="72"/>
                    <a:pt x="286"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11"/>
            <p:cNvSpPr/>
            <p:nvPr/>
          </p:nvSpPr>
          <p:spPr>
            <a:xfrm>
              <a:off x="4547599" y="2595483"/>
              <a:ext cx="38030" cy="38137"/>
            </a:xfrm>
            <a:custGeom>
              <a:rect b="b" l="l" r="r" t="t"/>
              <a:pathLst>
                <a:path extrusionOk="0" h="359" w="358">
                  <a:moveTo>
                    <a:pt x="179" y="1"/>
                  </a:moveTo>
                  <a:cubicBezTo>
                    <a:pt x="72" y="1"/>
                    <a:pt x="0" y="72"/>
                    <a:pt x="0" y="179"/>
                  </a:cubicBezTo>
                  <a:cubicBezTo>
                    <a:pt x="0" y="287"/>
                    <a:pt x="72" y="358"/>
                    <a:pt x="179" y="358"/>
                  </a:cubicBezTo>
                  <a:cubicBezTo>
                    <a:pt x="286" y="358"/>
                    <a:pt x="357" y="287"/>
                    <a:pt x="357" y="179"/>
                  </a:cubicBezTo>
                  <a:cubicBezTo>
                    <a:pt x="357" y="72"/>
                    <a:pt x="262"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11"/>
            <p:cNvSpPr/>
            <p:nvPr/>
          </p:nvSpPr>
          <p:spPr>
            <a:xfrm>
              <a:off x="4643630" y="2595483"/>
              <a:ext cx="38137" cy="38137"/>
            </a:xfrm>
            <a:custGeom>
              <a:rect b="b" l="l" r="r" t="t"/>
              <a:pathLst>
                <a:path extrusionOk="0" h="359" w="359">
                  <a:moveTo>
                    <a:pt x="180" y="1"/>
                  </a:moveTo>
                  <a:cubicBezTo>
                    <a:pt x="72" y="1"/>
                    <a:pt x="1" y="72"/>
                    <a:pt x="1" y="179"/>
                  </a:cubicBezTo>
                  <a:cubicBezTo>
                    <a:pt x="1" y="287"/>
                    <a:pt x="72" y="358"/>
                    <a:pt x="180" y="358"/>
                  </a:cubicBezTo>
                  <a:cubicBezTo>
                    <a:pt x="287" y="358"/>
                    <a:pt x="358" y="287"/>
                    <a:pt x="358" y="179"/>
                  </a:cubicBezTo>
                  <a:cubicBezTo>
                    <a:pt x="358" y="72"/>
                    <a:pt x="287" y="1"/>
                    <a:pt x="1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11"/>
            <p:cNvSpPr/>
            <p:nvPr/>
          </p:nvSpPr>
          <p:spPr>
            <a:xfrm>
              <a:off x="4742318" y="2595483"/>
              <a:ext cx="38030" cy="38137"/>
            </a:xfrm>
            <a:custGeom>
              <a:rect b="b" l="l" r="r" t="t"/>
              <a:pathLst>
                <a:path extrusionOk="0" h="359" w="358">
                  <a:moveTo>
                    <a:pt x="179" y="1"/>
                  </a:moveTo>
                  <a:cubicBezTo>
                    <a:pt x="72" y="1"/>
                    <a:pt x="1" y="72"/>
                    <a:pt x="1" y="179"/>
                  </a:cubicBezTo>
                  <a:cubicBezTo>
                    <a:pt x="1" y="287"/>
                    <a:pt x="72" y="358"/>
                    <a:pt x="179" y="358"/>
                  </a:cubicBezTo>
                  <a:cubicBezTo>
                    <a:pt x="275" y="358"/>
                    <a:pt x="358" y="287"/>
                    <a:pt x="358" y="179"/>
                  </a:cubicBezTo>
                  <a:cubicBezTo>
                    <a:pt x="358" y="72"/>
                    <a:pt x="275"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11"/>
            <p:cNvSpPr/>
            <p:nvPr/>
          </p:nvSpPr>
          <p:spPr>
            <a:xfrm>
              <a:off x="4839731" y="2595483"/>
              <a:ext cx="38030" cy="38137"/>
            </a:xfrm>
            <a:custGeom>
              <a:rect b="b" l="l" r="r" t="t"/>
              <a:pathLst>
                <a:path extrusionOk="0" h="359" w="358">
                  <a:moveTo>
                    <a:pt x="179" y="1"/>
                  </a:moveTo>
                  <a:cubicBezTo>
                    <a:pt x="72" y="1"/>
                    <a:pt x="0" y="72"/>
                    <a:pt x="0" y="179"/>
                  </a:cubicBezTo>
                  <a:cubicBezTo>
                    <a:pt x="0" y="287"/>
                    <a:pt x="72" y="358"/>
                    <a:pt x="179" y="358"/>
                  </a:cubicBezTo>
                  <a:cubicBezTo>
                    <a:pt x="286" y="358"/>
                    <a:pt x="358" y="287"/>
                    <a:pt x="358" y="179"/>
                  </a:cubicBezTo>
                  <a:cubicBezTo>
                    <a:pt x="358" y="72"/>
                    <a:pt x="274"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426" name="Shape 426"/>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
    <p:spTree>
      <p:nvGrpSpPr>
        <p:cNvPr id="427" name="Shape 427"/>
        <p:cNvGrpSpPr/>
        <p:nvPr/>
      </p:nvGrpSpPr>
      <p:grpSpPr>
        <a:xfrm>
          <a:off x="0" y="0"/>
          <a:ext cx="0" cy="0"/>
          <a:chOff x="0" y="0"/>
          <a:chExt cx="0" cy="0"/>
        </a:xfrm>
      </p:grpSpPr>
      <p:grpSp>
        <p:nvGrpSpPr>
          <p:cNvPr id="428" name="Google Shape;428;p13"/>
          <p:cNvGrpSpPr/>
          <p:nvPr/>
        </p:nvGrpSpPr>
        <p:grpSpPr>
          <a:xfrm>
            <a:off x="7428836" y="-1089774"/>
            <a:ext cx="1617386" cy="1624770"/>
            <a:chOff x="3992334" y="189904"/>
            <a:chExt cx="1116902" cy="1122001"/>
          </a:xfrm>
        </p:grpSpPr>
        <p:sp>
          <p:nvSpPr>
            <p:cNvPr id="429" name="Google Shape;429;p13"/>
            <p:cNvSpPr/>
            <p:nvPr/>
          </p:nvSpPr>
          <p:spPr>
            <a:xfrm>
              <a:off x="3992334" y="804551"/>
              <a:ext cx="232750" cy="403568"/>
            </a:xfrm>
            <a:custGeom>
              <a:rect b="b" l="l" r="r" t="t"/>
              <a:pathLst>
                <a:path extrusionOk="0" h="3799" w="2191">
                  <a:moveTo>
                    <a:pt x="0" y="1"/>
                  </a:moveTo>
                  <a:cubicBezTo>
                    <a:pt x="36" y="227"/>
                    <a:pt x="60" y="441"/>
                    <a:pt x="107" y="667"/>
                  </a:cubicBezTo>
                  <a:lnTo>
                    <a:pt x="1667" y="3382"/>
                  </a:lnTo>
                  <a:cubicBezTo>
                    <a:pt x="1834" y="3525"/>
                    <a:pt x="2012" y="3680"/>
                    <a:pt x="2191" y="3799"/>
                  </a:cubicBez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13"/>
            <p:cNvSpPr/>
            <p:nvPr/>
          </p:nvSpPr>
          <p:spPr>
            <a:xfrm>
              <a:off x="3998602" y="619923"/>
              <a:ext cx="396025" cy="671692"/>
            </a:xfrm>
            <a:custGeom>
              <a:rect b="b" l="l" r="r" t="t"/>
              <a:pathLst>
                <a:path extrusionOk="0" h="6323" w="3728">
                  <a:moveTo>
                    <a:pt x="96" y="0"/>
                  </a:moveTo>
                  <a:cubicBezTo>
                    <a:pt x="48" y="96"/>
                    <a:pt x="13" y="215"/>
                    <a:pt x="1" y="334"/>
                  </a:cubicBezTo>
                  <a:lnTo>
                    <a:pt x="3382" y="6203"/>
                  </a:lnTo>
                  <a:cubicBezTo>
                    <a:pt x="3489" y="6251"/>
                    <a:pt x="3608" y="6275"/>
                    <a:pt x="3727" y="6323"/>
                  </a:cubicBezTo>
                  <a:lnTo>
                    <a:pt x="9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13"/>
            <p:cNvSpPr/>
            <p:nvPr/>
          </p:nvSpPr>
          <p:spPr>
            <a:xfrm>
              <a:off x="4040350" y="490854"/>
              <a:ext cx="484515" cy="821052"/>
            </a:xfrm>
            <a:custGeom>
              <a:rect b="b" l="l" r="r" t="t"/>
              <a:pathLst>
                <a:path extrusionOk="0" h="7729" w="4561">
                  <a:moveTo>
                    <a:pt x="108" y="1"/>
                  </a:moveTo>
                  <a:cubicBezTo>
                    <a:pt x="84" y="84"/>
                    <a:pt x="36" y="168"/>
                    <a:pt x="1" y="263"/>
                  </a:cubicBezTo>
                  <a:lnTo>
                    <a:pt x="4275" y="7716"/>
                  </a:lnTo>
                  <a:cubicBezTo>
                    <a:pt x="4370" y="7728"/>
                    <a:pt x="4477" y="7728"/>
                    <a:pt x="4561" y="7728"/>
                  </a:cubicBezTo>
                  <a:lnTo>
                    <a:pt x="1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13"/>
            <p:cNvSpPr/>
            <p:nvPr/>
          </p:nvSpPr>
          <p:spPr>
            <a:xfrm>
              <a:off x="4101114" y="393547"/>
              <a:ext cx="542623" cy="915809"/>
            </a:xfrm>
            <a:custGeom>
              <a:rect b="b" l="l" r="r" t="t"/>
              <a:pathLst>
                <a:path extrusionOk="0" h="8621" w="5108">
                  <a:moveTo>
                    <a:pt x="167" y="0"/>
                  </a:moveTo>
                  <a:cubicBezTo>
                    <a:pt x="107" y="60"/>
                    <a:pt x="48" y="131"/>
                    <a:pt x="0" y="191"/>
                  </a:cubicBezTo>
                  <a:lnTo>
                    <a:pt x="4858" y="8620"/>
                  </a:lnTo>
                  <a:cubicBezTo>
                    <a:pt x="4941" y="8596"/>
                    <a:pt x="5025" y="8596"/>
                    <a:pt x="5108" y="8585"/>
                  </a:cubicBezTo>
                  <a:lnTo>
                    <a:pt x="16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13"/>
            <p:cNvSpPr/>
            <p:nvPr/>
          </p:nvSpPr>
          <p:spPr>
            <a:xfrm>
              <a:off x="4175687" y="316318"/>
              <a:ext cx="573111" cy="969030"/>
            </a:xfrm>
            <a:custGeom>
              <a:rect b="b" l="l" r="r" t="t"/>
              <a:pathLst>
                <a:path extrusionOk="0" h="9122" w="5395">
                  <a:moveTo>
                    <a:pt x="179" y="1"/>
                  </a:moveTo>
                  <a:cubicBezTo>
                    <a:pt x="120" y="60"/>
                    <a:pt x="60" y="96"/>
                    <a:pt x="1" y="156"/>
                  </a:cubicBezTo>
                  <a:lnTo>
                    <a:pt x="5168" y="9121"/>
                  </a:lnTo>
                  <a:cubicBezTo>
                    <a:pt x="5239" y="9085"/>
                    <a:pt x="5311" y="9073"/>
                    <a:pt x="5394" y="9050"/>
                  </a:cubicBezTo>
                  <a:lnTo>
                    <a:pt x="17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13"/>
            <p:cNvSpPr/>
            <p:nvPr/>
          </p:nvSpPr>
          <p:spPr>
            <a:xfrm>
              <a:off x="4259184" y="256935"/>
              <a:ext cx="581928" cy="986664"/>
            </a:xfrm>
            <a:custGeom>
              <a:rect b="b" l="l" r="r" t="t"/>
              <a:pathLst>
                <a:path extrusionOk="0" h="9288" w="5478">
                  <a:moveTo>
                    <a:pt x="215" y="0"/>
                  </a:moveTo>
                  <a:cubicBezTo>
                    <a:pt x="167" y="24"/>
                    <a:pt x="143" y="48"/>
                    <a:pt x="108" y="60"/>
                  </a:cubicBezTo>
                  <a:cubicBezTo>
                    <a:pt x="84" y="84"/>
                    <a:pt x="36" y="107"/>
                    <a:pt x="0" y="119"/>
                  </a:cubicBezTo>
                  <a:lnTo>
                    <a:pt x="5275" y="9287"/>
                  </a:lnTo>
                  <a:cubicBezTo>
                    <a:pt x="5299" y="9275"/>
                    <a:pt x="5346" y="9251"/>
                    <a:pt x="5382" y="9228"/>
                  </a:cubicBezTo>
                  <a:cubicBezTo>
                    <a:pt x="5406" y="9216"/>
                    <a:pt x="5454" y="9192"/>
                    <a:pt x="5477" y="9168"/>
                  </a:cubicBezTo>
                  <a:lnTo>
                    <a:pt x="21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13"/>
            <p:cNvSpPr/>
            <p:nvPr/>
          </p:nvSpPr>
          <p:spPr>
            <a:xfrm>
              <a:off x="4354047" y="216462"/>
              <a:ext cx="573005" cy="968924"/>
            </a:xfrm>
            <a:custGeom>
              <a:rect b="b" l="l" r="r" t="t"/>
              <a:pathLst>
                <a:path extrusionOk="0" h="9121" w="5394">
                  <a:moveTo>
                    <a:pt x="227" y="0"/>
                  </a:moveTo>
                  <a:cubicBezTo>
                    <a:pt x="155" y="12"/>
                    <a:pt x="84" y="48"/>
                    <a:pt x="0" y="72"/>
                  </a:cubicBezTo>
                  <a:lnTo>
                    <a:pt x="5215" y="9120"/>
                  </a:lnTo>
                  <a:cubicBezTo>
                    <a:pt x="5275" y="9073"/>
                    <a:pt x="5334" y="9013"/>
                    <a:pt x="5394" y="8954"/>
                  </a:cubicBezTo>
                  <a:lnTo>
                    <a:pt x="22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13"/>
            <p:cNvSpPr/>
            <p:nvPr/>
          </p:nvSpPr>
          <p:spPr>
            <a:xfrm>
              <a:off x="4459003" y="192454"/>
              <a:ext cx="542729" cy="915809"/>
            </a:xfrm>
            <a:custGeom>
              <a:rect b="b" l="l" r="r" t="t"/>
              <a:pathLst>
                <a:path extrusionOk="0" h="8621" w="5109">
                  <a:moveTo>
                    <a:pt x="251" y="0"/>
                  </a:moveTo>
                  <a:cubicBezTo>
                    <a:pt x="167" y="0"/>
                    <a:pt x="72" y="12"/>
                    <a:pt x="1" y="36"/>
                  </a:cubicBezTo>
                  <a:lnTo>
                    <a:pt x="4942" y="8620"/>
                  </a:lnTo>
                  <a:cubicBezTo>
                    <a:pt x="5001" y="8561"/>
                    <a:pt x="5049" y="8489"/>
                    <a:pt x="5108" y="8406"/>
                  </a:cubicBezTo>
                  <a:lnTo>
                    <a:pt x="25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13"/>
            <p:cNvSpPr/>
            <p:nvPr/>
          </p:nvSpPr>
          <p:spPr>
            <a:xfrm>
              <a:off x="4575431" y="189904"/>
              <a:ext cx="485790" cy="819671"/>
            </a:xfrm>
            <a:custGeom>
              <a:rect b="b" l="l" r="r" t="t"/>
              <a:pathLst>
                <a:path extrusionOk="0" h="7716" w="4573">
                  <a:moveTo>
                    <a:pt x="0" y="0"/>
                  </a:moveTo>
                  <a:lnTo>
                    <a:pt x="4453" y="7715"/>
                  </a:lnTo>
                  <a:cubicBezTo>
                    <a:pt x="4501" y="7632"/>
                    <a:pt x="4548" y="7549"/>
                    <a:pt x="4572" y="7465"/>
                  </a:cubicBezTo>
                  <a:lnTo>
                    <a:pt x="286" y="12"/>
                  </a:lnTo>
                  <a:cubicBezTo>
                    <a:pt x="179" y="0"/>
                    <a:pt x="95" y="0"/>
                    <a:pt x="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13"/>
            <p:cNvSpPr/>
            <p:nvPr/>
          </p:nvSpPr>
          <p:spPr>
            <a:xfrm>
              <a:off x="4708218" y="211363"/>
              <a:ext cx="394644" cy="671692"/>
            </a:xfrm>
            <a:custGeom>
              <a:rect b="b" l="l" r="r" t="t"/>
              <a:pathLst>
                <a:path extrusionOk="0" h="6323" w="3715">
                  <a:moveTo>
                    <a:pt x="0" y="1"/>
                  </a:moveTo>
                  <a:lnTo>
                    <a:pt x="3632" y="6323"/>
                  </a:lnTo>
                  <a:cubicBezTo>
                    <a:pt x="3667" y="6204"/>
                    <a:pt x="3679" y="6085"/>
                    <a:pt x="3715" y="5989"/>
                  </a:cubicBezTo>
                  <a:lnTo>
                    <a:pt x="334" y="120"/>
                  </a:lnTo>
                  <a:cubicBezTo>
                    <a:pt x="226" y="72"/>
                    <a:pt x="119" y="36"/>
                    <a:pt x="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13"/>
            <p:cNvSpPr/>
            <p:nvPr/>
          </p:nvSpPr>
          <p:spPr>
            <a:xfrm>
              <a:off x="4876380" y="293585"/>
              <a:ext cx="232856" cy="403568"/>
            </a:xfrm>
            <a:custGeom>
              <a:rect b="b" l="l" r="r" t="t"/>
              <a:pathLst>
                <a:path extrusionOk="0" h="3799" w="2192">
                  <a:moveTo>
                    <a:pt x="1" y="1"/>
                  </a:moveTo>
                  <a:lnTo>
                    <a:pt x="2191" y="3799"/>
                  </a:lnTo>
                  <a:cubicBezTo>
                    <a:pt x="2168" y="3572"/>
                    <a:pt x="2132" y="3346"/>
                    <a:pt x="2084" y="3144"/>
                  </a:cubicBezTo>
                  <a:lnTo>
                    <a:pt x="525" y="429"/>
                  </a:lnTo>
                  <a:cubicBezTo>
                    <a:pt x="358" y="274"/>
                    <a:pt x="179" y="120"/>
                    <a:pt x="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0" name="Google Shape;440;p13"/>
          <p:cNvGrpSpPr/>
          <p:nvPr/>
        </p:nvGrpSpPr>
        <p:grpSpPr>
          <a:xfrm>
            <a:off x="715097" y="4608489"/>
            <a:ext cx="1105788" cy="1058857"/>
            <a:chOff x="4252810" y="2035226"/>
            <a:chExt cx="624951" cy="598394"/>
          </a:xfrm>
        </p:grpSpPr>
        <p:sp>
          <p:nvSpPr>
            <p:cNvPr id="441" name="Google Shape;441;p13"/>
            <p:cNvSpPr/>
            <p:nvPr/>
          </p:nvSpPr>
          <p:spPr>
            <a:xfrm>
              <a:off x="4252810" y="2035226"/>
              <a:ext cx="38137" cy="39305"/>
            </a:xfrm>
            <a:custGeom>
              <a:rect b="b" l="l" r="r" t="t"/>
              <a:pathLst>
                <a:path extrusionOk="0" h="370" w="359">
                  <a:moveTo>
                    <a:pt x="180" y="0"/>
                  </a:moveTo>
                  <a:cubicBezTo>
                    <a:pt x="84" y="0"/>
                    <a:pt x="1" y="84"/>
                    <a:pt x="1" y="191"/>
                  </a:cubicBezTo>
                  <a:cubicBezTo>
                    <a:pt x="1" y="286"/>
                    <a:pt x="84" y="369"/>
                    <a:pt x="180" y="369"/>
                  </a:cubicBezTo>
                  <a:cubicBezTo>
                    <a:pt x="287" y="369"/>
                    <a:pt x="358" y="286"/>
                    <a:pt x="358" y="191"/>
                  </a:cubicBezTo>
                  <a:cubicBezTo>
                    <a:pt x="358" y="96"/>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13"/>
            <p:cNvSpPr/>
            <p:nvPr/>
          </p:nvSpPr>
          <p:spPr>
            <a:xfrm>
              <a:off x="4351498" y="2035226"/>
              <a:ext cx="38030" cy="39305"/>
            </a:xfrm>
            <a:custGeom>
              <a:rect b="b" l="l" r="r" t="t"/>
              <a:pathLst>
                <a:path extrusionOk="0" h="370" w="358">
                  <a:moveTo>
                    <a:pt x="179" y="0"/>
                  </a:moveTo>
                  <a:cubicBezTo>
                    <a:pt x="72" y="0"/>
                    <a:pt x="1" y="84"/>
                    <a:pt x="1" y="191"/>
                  </a:cubicBezTo>
                  <a:cubicBezTo>
                    <a:pt x="1" y="286"/>
                    <a:pt x="72" y="369"/>
                    <a:pt x="179" y="369"/>
                  </a:cubicBezTo>
                  <a:cubicBezTo>
                    <a:pt x="286" y="369"/>
                    <a:pt x="358" y="286"/>
                    <a:pt x="358" y="191"/>
                  </a:cubicBezTo>
                  <a:cubicBezTo>
                    <a:pt x="358" y="96"/>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13"/>
            <p:cNvSpPr/>
            <p:nvPr/>
          </p:nvSpPr>
          <p:spPr>
            <a:xfrm>
              <a:off x="4448911" y="2035226"/>
              <a:ext cx="38030" cy="39305"/>
            </a:xfrm>
            <a:custGeom>
              <a:rect b="b" l="l" r="r" t="t"/>
              <a:pathLst>
                <a:path extrusionOk="0" h="370" w="358">
                  <a:moveTo>
                    <a:pt x="179" y="0"/>
                  </a:moveTo>
                  <a:cubicBezTo>
                    <a:pt x="84" y="0"/>
                    <a:pt x="0" y="84"/>
                    <a:pt x="0" y="191"/>
                  </a:cubicBezTo>
                  <a:cubicBezTo>
                    <a:pt x="0" y="286"/>
                    <a:pt x="84" y="369"/>
                    <a:pt x="179" y="369"/>
                  </a:cubicBezTo>
                  <a:cubicBezTo>
                    <a:pt x="286" y="369"/>
                    <a:pt x="358" y="286"/>
                    <a:pt x="358" y="191"/>
                  </a:cubicBezTo>
                  <a:cubicBezTo>
                    <a:pt x="358" y="96"/>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13"/>
            <p:cNvSpPr/>
            <p:nvPr/>
          </p:nvSpPr>
          <p:spPr>
            <a:xfrm>
              <a:off x="4547599" y="2035226"/>
              <a:ext cx="38030" cy="39305"/>
            </a:xfrm>
            <a:custGeom>
              <a:rect b="b" l="l" r="r" t="t"/>
              <a:pathLst>
                <a:path extrusionOk="0" h="370" w="358">
                  <a:moveTo>
                    <a:pt x="179" y="0"/>
                  </a:moveTo>
                  <a:cubicBezTo>
                    <a:pt x="72" y="0"/>
                    <a:pt x="0" y="84"/>
                    <a:pt x="0" y="191"/>
                  </a:cubicBezTo>
                  <a:cubicBezTo>
                    <a:pt x="0" y="286"/>
                    <a:pt x="72" y="369"/>
                    <a:pt x="179" y="369"/>
                  </a:cubicBezTo>
                  <a:cubicBezTo>
                    <a:pt x="286" y="369"/>
                    <a:pt x="357" y="286"/>
                    <a:pt x="357" y="191"/>
                  </a:cubicBezTo>
                  <a:cubicBezTo>
                    <a:pt x="357" y="96"/>
                    <a:pt x="262"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13"/>
            <p:cNvSpPr/>
            <p:nvPr/>
          </p:nvSpPr>
          <p:spPr>
            <a:xfrm>
              <a:off x="4643630" y="2035226"/>
              <a:ext cx="38137" cy="39305"/>
            </a:xfrm>
            <a:custGeom>
              <a:rect b="b" l="l" r="r" t="t"/>
              <a:pathLst>
                <a:path extrusionOk="0" h="370" w="359">
                  <a:moveTo>
                    <a:pt x="180" y="0"/>
                  </a:moveTo>
                  <a:cubicBezTo>
                    <a:pt x="72" y="0"/>
                    <a:pt x="1" y="84"/>
                    <a:pt x="1" y="191"/>
                  </a:cubicBezTo>
                  <a:cubicBezTo>
                    <a:pt x="1" y="286"/>
                    <a:pt x="72" y="369"/>
                    <a:pt x="180" y="369"/>
                  </a:cubicBezTo>
                  <a:cubicBezTo>
                    <a:pt x="287" y="369"/>
                    <a:pt x="358" y="286"/>
                    <a:pt x="358" y="191"/>
                  </a:cubicBezTo>
                  <a:cubicBezTo>
                    <a:pt x="358" y="96"/>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13"/>
            <p:cNvSpPr/>
            <p:nvPr/>
          </p:nvSpPr>
          <p:spPr>
            <a:xfrm>
              <a:off x="4742318" y="2035226"/>
              <a:ext cx="38030" cy="39305"/>
            </a:xfrm>
            <a:custGeom>
              <a:rect b="b" l="l" r="r" t="t"/>
              <a:pathLst>
                <a:path extrusionOk="0" h="370" w="358">
                  <a:moveTo>
                    <a:pt x="179" y="0"/>
                  </a:moveTo>
                  <a:cubicBezTo>
                    <a:pt x="72" y="0"/>
                    <a:pt x="1" y="84"/>
                    <a:pt x="1" y="191"/>
                  </a:cubicBezTo>
                  <a:cubicBezTo>
                    <a:pt x="1" y="286"/>
                    <a:pt x="72" y="369"/>
                    <a:pt x="179" y="369"/>
                  </a:cubicBezTo>
                  <a:cubicBezTo>
                    <a:pt x="275" y="369"/>
                    <a:pt x="358" y="286"/>
                    <a:pt x="358" y="191"/>
                  </a:cubicBezTo>
                  <a:cubicBezTo>
                    <a:pt x="358" y="96"/>
                    <a:pt x="275"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13"/>
            <p:cNvSpPr/>
            <p:nvPr/>
          </p:nvSpPr>
          <p:spPr>
            <a:xfrm>
              <a:off x="4839731" y="2035226"/>
              <a:ext cx="38030" cy="39305"/>
            </a:xfrm>
            <a:custGeom>
              <a:rect b="b" l="l" r="r" t="t"/>
              <a:pathLst>
                <a:path extrusionOk="0" h="370" w="358">
                  <a:moveTo>
                    <a:pt x="179" y="0"/>
                  </a:moveTo>
                  <a:cubicBezTo>
                    <a:pt x="72" y="0"/>
                    <a:pt x="0" y="84"/>
                    <a:pt x="0" y="191"/>
                  </a:cubicBezTo>
                  <a:cubicBezTo>
                    <a:pt x="0" y="286"/>
                    <a:pt x="72" y="369"/>
                    <a:pt x="179" y="369"/>
                  </a:cubicBezTo>
                  <a:cubicBezTo>
                    <a:pt x="286" y="369"/>
                    <a:pt x="358" y="286"/>
                    <a:pt x="358" y="191"/>
                  </a:cubicBezTo>
                  <a:cubicBezTo>
                    <a:pt x="358" y="96"/>
                    <a:pt x="274"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13"/>
            <p:cNvSpPr/>
            <p:nvPr/>
          </p:nvSpPr>
          <p:spPr>
            <a:xfrm>
              <a:off x="4252810" y="2147829"/>
              <a:ext cx="38137" cy="38030"/>
            </a:xfrm>
            <a:custGeom>
              <a:rect b="b" l="l" r="r" t="t"/>
              <a:pathLst>
                <a:path extrusionOk="0" h="358" w="359">
                  <a:moveTo>
                    <a:pt x="180" y="0"/>
                  </a:moveTo>
                  <a:cubicBezTo>
                    <a:pt x="84" y="0"/>
                    <a:pt x="1" y="83"/>
                    <a:pt x="1" y="179"/>
                  </a:cubicBezTo>
                  <a:cubicBezTo>
                    <a:pt x="1" y="286"/>
                    <a:pt x="84" y="357"/>
                    <a:pt x="180" y="357"/>
                  </a:cubicBezTo>
                  <a:cubicBezTo>
                    <a:pt x="287" y="357"/>
                    <a:pt x="358" y="286"/>
                    <a:pt x="358" y="179"/>
                  </a:cubicBezTo>
                  <a:cubicBezTo>
                    <a:pt x="358" y="83"/>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13"/>
            <p:cNvSpPr/>
            <p:nvPr/>
          </p:nvSpPr>
          <p:spPr>
            <a:xfrm>
              <a:off x="4351498" y="2147829"/>
              <a:ext cx="38030" cy="38030"/>
            </a:xfrm>
            <a:custGeom>
              <a:rect b="b" l="l" r="r" t="t"/>
              <a:pathLst>
                <a:path extrusionOk="0" h="358" w="358">
                  <a:moveTo>
                    <a:pt x="179" y="0"/>
                  </a:moveTo>
                  <a:cubicBezTo>
                    <a:pt x="72" y="0"/>
                    <a:pt x="1" y="83"/>
                    <a:pt x="1" y="179"/>
                  </a:cubicBezTo>
                  <a:cubicBezTo>
                    <a:pt x="1" y="286"/>
                    <a:pt x="72" y="357"/>
                    <a:pt x="179" y="357"/>
                  </a:cubicBezTo>
                  <a:cubicBezTo>
                    <a:pt x="286" y="357"/>
                    <a:pt x="358" y="286"/>
                    <a:pt x="358" y="179"/>
                  </a:cubicBezTo>
                  <a:cubicBezTo>
                    <a:pt x="358" y="83"/>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13"/>
            <p:cNvSpPr/>
            <p:nvPr/>
          </p:nvSpPr>
          <p:spPr>
            <a:xfrm>
              <a:off x="4448911" y="2147829"/>
              <a:ext cx="38030" cy="38030"/>
            </a:xfrm>
            <a:custGeom>
              <a:rect b="b" l="l" r="r" t="t"/>
              <a:pathLst>
                <a:path extrusionOk="0" h="358" w="358">
                  <a:moveTo>
                    <a:pt x="179" y="0"/>
                  </a:moveTo>
                  <a:cubicBezTo>
                    <a:pt x="84" y="0"/>
                    <a:pt x="0" y="83"/>
                    <a:pt x="0" y="179"/>
                  </a:cubicBezTo>
                  <a:cubicBezTo>
                    <a:pt x="0" y="286"/>
                    <a:pt x="84" y="357"/>
                    <a:pt x="179" y="357"/>
                  </a:cubicBezTo>
                  <a:cubicBezTo>
                    <a:pt x="286" y="357"/>
                    <a:pt x="358" y="286"/>
                    <a:pt x="358" y="179"/>
                  </a:cubicBezTo>
                  <a:cubicBezTo>
                    <a:pt x="358" y="83"/>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13"/>
            <p:cNvSpPr/>
            <p:nvPr/>
          </p:nvSpPr>
          <p:spPr>
            <a:xfrm>
              <a:off x="4547599" y="2147829"/>
              <a:ext cx="38030" cy="38030"/>
            </a:xfrm>
            <a:custGeom>
              <a:rect b="b" l="l" r="r" t="t"/>
              <a:pathLst>
                <a:path extrusionOk="0" h="358" w="358">
                  <a:moveTo>
                    <a:pt x="179" y="0"/>
                  </a:moveTo>
                  <a:cubicBezTo>
                    <a:pt x="72" y="0"/>
                    <a:pt x="0" y="83"/>
                    <a:pt x="0" y="179"/>
                  </a:cubicBezTo>
                  <a:cubicBezTo>
                    <a:pt x="0" y="286"/>
                    <a:pt x="72" y="357"/>
                    <a:pt x="179" y="357"/>
                  </a:cubicBezTo>
                  <a:cubicBezTo>
                    <a:pt x="286" y="357"/>
                    <a:pt x="357" y="286"/>
                    <a:pt x="357" y="179"/>
                  </a:cubicBezTo>
                  <a:cubicBezTo>
                    <a:pt x="357" y="83"/>
                    <a:pt x="262"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13"/>
            <p:cNvSpPr/>
            <p:nvPr/>
          </p:nvSpPr>
          <p:spPr>
            <a:xfrm>
              <a:off x="4643630" y="2147829"/>
              <a:ext cx="38137" cy="38030"/>
            </a:xfrm>
            <a:custGeom>
              <a:rect b="b" l="l" r="r" t="t"/>
              <a:pathLst>
                <a:path extrusionOk="0" h="358" w="359">
                  <a:moveTo>
                    <a:pt x="180" y="0"/>
                  </a:moveTo>
                  <a:cubicBezTo>
                    <a:pt x="72" y="0"/>
                    <a:pt x="1" y="83"/>
                    <a:pt x="1" y="179"/>
                  </a:cubicBezTo>
                  <a:cubicBezTo>
                    <a:pt x="1" y="286"/>
                    <a:pt x="72" y="357"/>
                    <a:pt x="180" y="357"/>
                  </a:cubicBezTo>
                  <a:cubicBezTo>
                    <a:pt x="287" y="357"/>
                    <a:pt x="358" y="286"/>
                    <a:pt x="358" y="179"/>
                  </a:cubicBezTo>
                  <a:cubicBezTo>
                    <a:pt x="358" y="83"/>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13"/>
            <p:cNvSpPr/>
            <p:nvPr/>
          </p:nvSpPr>
          <p:spPr>
            <a:xfrm>
              <a:off x="4742318" y="2147829"/>
              <a:ext cx="38030" cy="38030"/>
            </a:xfrm>
            <a:custGeom>
              <a:rect b="b" l="l" r="r" t="t"/>
              <a:pathLst>
                <a:path extrusionOk="0" h="358" w="358">
                  <a:moveTo>
                    <a:pt x="179" y="0"/>
                  </a:moveTo>
                  <a:cubicBezTo>
                    <a:pt x="72" y="0"/>
                    <a:pt x="1" y="83"/>
                    <a:pt x="1" y="179"/>
                  </a:cubicBezTo>
                  <a:cubicBezTo>
                    <a:pt x="1" y="286"/>
                    <a:pt x="72" y="357"/>
                    <a:pt x="179" y="357"/>
                  </a:cubicBezTo>
                  <a:cubicBezTo>
                    <a:pt x="275" y="357"/>
                    <a:pt x="358" y="286"/>
                    <a:pt x="358" y="179"/>
                  </a:cubicBezTo>
                  <a:cubicBezTo>
                    <a:pt x="358" y="83"/>
                    <a:pt x="275"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13"/>
            <p:cNvSpPr/>
            <p:nvPr/>
          </p:nvSpPr>
          <p:spPr>
            <a:xfrm>
              <a:off x="4839731" y="2147829"/>
              <a:ext cx="38030" cy="38030"/>
            </a:xfrm>
            <a:custGeom>
              <a:rect b="b" l="l" r="r" t="t"/>
              <a:pathLst>
                <a:path extrusionOk="0" h="358" w="358">
                  <a:moveTo>
                    <a:pt x="179" y="0"/>
                  </a:moveTo>
                  <a:cubicBezTo>
                    <a:pt x="72" y="0"/>
                    <a:pt x="0" y="83"/>
                    <a:pt x="0" y="179"/>
                  </a:cubicBezTo>
                  <a:cubicBezTo>
                    <a:pt x="0" y="286"/>
                    <a:pt x="72" y="357"/>
                    <a:pt x="179" y="357"/>
                  </a:cubicBezTo>
                  <a:cubicBezTo>
                    <a:pt x="286" y="357"/>
                    <a:pt x="358" y="286"/>
                    <a:pt x="358" y="179"/>
                  </a:cubicBezTo>
                  <a:cubicBezTo>
                    <a:pt x="358" y="83"/>
                    <a:pt x="274"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13"/>
            <p:cNvSpPr/>
            <p:nvPr/>
          </p:nvSpPr>
          <p:spPr>
            <a:xfrm>
              <a:off x="4252810" y="2260327"/>
              <a:ext cx="38137" cy="38030"/>
            </a:xfrm>
            <a:custGeom>
              <a:rect b="b" l="l" r="r" t="t"/>
              <a:pathLst>
                <a:path extrusionOk="0" h="358" w="359">
                  <a:moveTo>
                    <a:pt x="180" y="1"/>
                  </a:moveTo>
                  <a:cubicBezTo>
                    <a:pt x="84" y="1"/>
                    <a:pt x="1" y="72"/>
                    <a:pt x="1" y="179"/>
                  </a:cubicBezTo>
                  <a:cubicBezTo>
                    <a:pt x="1" y="286"/>
                    <a:pt x="84" y="358"/>
                    <a:pt x="180" y="358"/>
                  </a:cubicBezTo>
                  <a:cubicBezTo>
                    <a:pt x="287" y="358"/>
                    <a:pt x="358" y="286"/>
                    <a:pt x="358" y="179"/>
                  </a:cubicBezTo>
                  <a:cubicBezTo>
                    <a:pt x="358" y="72"/>
                    <a:pt x="287" y="1"/>
                    <a:pt x="1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13"/>
            <p:cNvSpPr/>
            <p:nvPr/>
          </p:nvSpPr>
          <p:spPr>
            <a:xfrm>
              <a:off x="4351498" y="2260327"/>
              <a:ext cx="38030" cy="38030"/>
            </a:xfrm>
            <a:custGeom>
              <a:rect b="b" l="l" r="r" t="t"/>
              <a:pathLst>
                <a:path extrusionOk="0" h="358" w="358">
                  <a:moveTo>
                    <a:pt x="179" y="1"/>
                  </a:moveTo>
                  <a:cubicBezTo>
                    <a:pt x="72" y="1"/>
                    <a:pt x="1" y="72"/>
                    <a:pt x="1" y="179"/>
                  </a:cubicBezTo>
                  <a:cubicBezTo>
                    <a:pt x="1" y="286"/>
                    <a:pt x="72" y="358"/>
                    <a:pt x="179" y="358"/>
                  </a:cubicBezTo>
                  <a:cubicBezTo>
                    <a:pt x="286" y="358"/>
                    <a:pt x="358" y="286"/>
                    <a:pt x="358" y="179"/>
                  </a:cubicBezTo>
                  <a:cubicBezTo>
                    <a:pt x="358" y="72"/>
                    <a:pt x="286"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13"/>
            <p:cNvSpPr/>
            <p:nvPr/>
          </p:nvSpPr>
          <p:spPr>
            <a:xfrm>
              <a:off x="4448911" y="2260327"/>
              <a:ext cx="38030" cy="38030"/>
            </a:xfrm>
            <a:custGeom>
              <a:rect b="b" l="l" r="r" t="t"/>
              <a:pathLst>
                <a:path extrusionOk="0" h="358" w="358">
                  <a:moveTo>
                    <a:pt x="179" y="1"/>
                  </a:moveTo>
                  <a:cubicBezTo>
                    <a:pt x="84" y="1"/>
                    <a:pt x="0" y="72"/>
                    <a:pt x="0" y="179"/>
                  </a:cubicBezTo>
                  <a:cubicBezTo>
                    <a:pt x="0" y="286"/>
                    <a:pt x="84" y="358"/>
                    <a:pt x="179" y="358"/>
                  </a:cubicBezTo>
                  <a:cubicBezTo>
                    <a:pt x="286" y="358"/>
                    <a:pt x="358" y="286"/>
                    <a:pt x="358" y="179"/>
                  </a:cubicBezTo>
                  <a:cubicBezTo>
                    <a:pt x="358" y="72"/>
                    <a:pt x="286"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13"/>
            <p:cNvSpPr/>
            <p:nvPr/>
          </p:nvSpPr>
          <p:spPr>
            <a:xfrm>
              <a:off x="4547599" y="2260327"/>
              <a:ext cx="38030" cy="38030"/>
            </a:xfrm>
            <a:custGeom>
              <a:rect b="b" l="l" r="r" t="t"/>
              <a:pathLst>
                <a:path extrusionOk="0" h="358" w="358">
                  <a:moveTo>
                    <a:pt x="179" y="1"/>
                  </a:moveTo>
                  <a:cubicBezTo>
                    <a:pt x="72" y="1"/>
                    <a:pt x="0" y="72"/>
                    <a:pt x="0" y="179"/>
                  </a:cubicBezTo>
                  <a:cubicBezTo>
                    <a:pt x="0" y="286"/>
                    <a:pt x="72" y="358"/>
                    <a:pt x="179" y="358"/>
                  </a:cubicBezTo>
                  <a:cubicBezTo>
                    <a:pt x="286" y="358"/>
                    <a:pt x="357" y="286"/>
                    <a:pt x="357" y="179"/>
                  </a:cubicBezTo>
                  <a:cubicBezTo>
                    <a:pt x="357" y="72"/>
                    <a:pt x="262"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13"/>
            <p:cNvSpPr/>
            <p:nvPr/>
          </p:nvSpPr>
          <p:spPr>
            <a:xfrm>
              <a:off x="4643630" y="2260327"/>
              <a:ext cx="38137" cy="38030"/>
            </a:xfrm>
            <a:custGeom>
              <a:rect b="b" l="l" r="r" t="t"/>
              <a:pathLst>
                <a:path extrusionOk="0" h="358" w="359">
                  <a:moveTo>
                    <a:pt x="180" y="1"/>
                  </a:moveTo>
                  <a:cubicBezTo>
                    <a:pt x="72" y="1"/>
                    <a:pt x="1" y="72"/>
                    <a:pt x="1" y="179"/>
                  </a:cubicBezTo>
                  <a:cubicBezTo>
                    <a:pt x="1" y="286"/>
                    <a:pt x="72" y="358"/>
                    <a:pt x="180" y="358"/>
                  </a:cubicBezTo>
                  <a:cubicBezTo>
                    <a:pt x="287" y="358"/>
                    <a:pt x="358" y="286"/>
                    <a:pt x="358" y="179"/>
                  </a:cubicBezTo>
                  <a:cubicBezTo>
                    <a:pt x="358" y="72"/>
                    <a:pt x="287" y="1"/>
                    <a:pt x="1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13"/>
            <p:cNvSpPr/>
            <p:nvPr/>
          </p:nvSpPr>
          <p:spPr>
            <a:xfrm>
              <a:off x="4742318" y="2260327"/>
              <a:ext cx="38030" cy="38030"/>
            </a:xfrm>
            <a:custGeom>
              <a:rect b="b" l="l" r="r" t="t"/>
              <a:pathLst>
                <a:path extrusionOk="0" h="358" w="358">
                  <a:moveTo>
                    <a:pt x="179" y="1"/>
                  </a:moveTo>
                  <a:cubicBezTo>
                    <a:pt x="72" y="1"/>
                    <a:pt x="1" y="72"/>
                    <a:pt x="1" y="179"/>
                  </a:cubicBezTo>
                  <a:cubicBezTo>
                    <a:pt x="1" y="286"/>
                    <a:pt x="72" y="358"/>
                    <a:pt x="179" y="358"/>
                  </a:cubicBezTo>
                  <a:cubicBezTo>
                    <a:pt x="275" y="358"/>
                    <a:pt x="358" y="286"/>
                    <a:pt x="358" y="179"/>
                  </a:cubicBezTo>
                  <a:cubicBezTo>
                    <a:pt x="358" y="72"/>
                    <a:pt x="275"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13"/>
            <p:cNvSpPr/>
            <p:nvPr/>
          </p:nvSpPr>
          <p:spPr>
            <a:xfrm>
              <a:off x="4839731" y="2260327"/>
              <a:ext cx="38030" cy="38030"/>
            </a:xfrm>
            <a:custGeom>
              <a:rect b="b" l="l" r="r" t="t"/>
              <a:pathLst>
                <a:path extrusionOk="0" h="358" w="358">
                  <a:moveTo>
                    <a:pt x="179" y="1"/>
                  </a:moveTo>
                  <a:cubicBezTo>
                    <a:pt x="72" y="1"/>
                    <a:pt x="0" y="72"/>
                    <a:pt x="0" y="179"/>
                  </a:cubicBezTo>
                  <a:cubicBezTo>
                    <a:pt x="0" y="286"/>
                    <a:pt x="72" y="358"/>
                    <a:pt x="179" y="358"/>
                  </a:cubicBezTo>
                  <a:cubicBezTo>
                    <a:pt x="286" y="358"/>
                    <a:pt x="358" y="286"/>
                    <a:pt x="358" y="179"/>
                  </a:cubicBezTo>
                  <a:cubicBezTo>
                    <a:pt x="358" y="72"/>
                    <a:pt x="274"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13"/>
            <p:cNvSpPr/>
            <p:nvPr/>
          </p:nvSpPr>
          <p:spPr>
            <a:xfrm>
              <a:off x="4252810" y="2371656"/>
              <a:ext cx="38137" cy="38030"/>
            </a:xfrm>
            <a:custGeom>
              <a:rect b="b" l="l" r="r" t="t"/>
              <a:pathLst>
                <a:path extrusionOk="0" h="358" w="359">
                  <a:moveTo>
                    <a:pt x="180" y="0"/>
                  </a:moveTo>
                  <a:cubicBezTo>
                    <a:pt x="84" y="0"/>
                    <a:pt x="1" y="72"/>
                    <a:pt x="1" y="179"/>
                  </a:cubicBezTo>
                  <a:cubicBezTo>
                    <a:pt x="1" y="274"/>
                    <a:pt x="84" y="358"/>
                    <a:pt x="180" y="358"/>
                  </a:cubicBezTo>
                  <a:cubicBezTo>
                    <a:pt x="287" y="358"/>
                    <a:pt x="358" y="274"/>
                    <a:pt x="358" y="179"/>
                  </a:cubicBezTo>
                  <a:cubicBezTo>
                    <a:pt x="358" y="84"/>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13"/>
            <p:cNvSpPr/>
            <p:nvPr/>
          </p:nvSpPr>
          <p:spPr>
            <a:xfrm>
              <a:off x="4351498" y="2371656"/>
              <a:ext cx="38030" cy="38030"/>
            </a:xfrm>
            <a:custGeom>
              <a:rect b="b" l="l" r="r" t="t"/>
              <a:pathLst>
                <a:path extrusionOk="0" h="358" w="358">
                  <a:moveTo>
                    <a:pt x="179" y="0"/>
                  </a:moveTo>
                  <a:cubicBezTo>
                    <a:pt x="72" y="0"/>
                    <a:pt x="1" y="72"/>
                    <a:pt x="1" y="179"/>
                  </a:cubicBezTo>
                  <a:cubicBezTo>
                    <a:pt x="1" y="274"/>
                    <a:pt x="72" y="358"/>
                    <a:pt x="179" y="358"/>
                  </a:cubicBezTo>
                  <a:cubicBezTo>
                    <a:pt x="286" y="358"/>
                    <a:pt x="358" y="274"/>
                    <a:pt x="358" y="179"/>
                  </a:cubicBezTo>
                  <a:cubicBezTo>
                    <a:pt x="358" y="84"/>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13"/>
            <p:cNvSpPr/>
            <p:nvPr/>
          </p:nvSpPr>
          <p:spPr>
            <a:xfrm>
              <a:off x="4448911" y="2371656"/>
              <a:ext cx="38030" cy="38030"/>
            </a:xfrm>
            <a:custGeom>
              <a:rect b="b" l="l" r="r" t="t"/>
              <a:pathLst>
                <a:path extrusionOk="0" h="358" w="358">
                  <a:moveTo>
                    <a:pt x="179" y="0"/>
                  </a:moveTo>
                  <a:cubicBezTo>
                    <a:pt x="84" y="0"/>
                    <a:pt x="0" y="72"/>
                    <a:pt x="0" y="179"/>
                  </a:cubicBezTo>
                  <a:cubicBezTo>
                    <a:pt x="0" y="274"/>
                    <a:pt x="84" y="358"/>
                    <a:pt x="179" y="358"/>
                  </a:cubicBezTo>
                  <a:cubicBezTo>
                    <a:pt x="286" y="358"/>
                    <a:pt x="358" y="274"/>
                    <a:pt x="358" y="179"/>
                  </a:cubicBezTo>
                  <a:cubicBezTo>
                    <a:pt x="358" y="84"/>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13"/>
            <p:cNvSpPr/>
            <p:nvPr/>
          </p:nvSpPr>
          <p:spPr>
            <a:xfrm>
              <a:off x="4547599" y="2371656"/>
              <a:ext cx="38030" cy="38030"/>
            </a:xfrm>
            <a:custGeom>
              <a:rect b="b" l="l" r="r" t="t"/>
              <a:pathLst>
                <a:path extrusionOk="0" h="358" w="358">
                  <a:moveTo>
                    <a:pt x="179" y="0"/>
                  </a:moveTo>
                  <a:cubicBezTo>
                    <a:pt x="72" y="0"/>
                    <a:pt x="0" y="72"/>
                    <a:pt x="0" y="179"/>
                  </a:cubicBezTo>
                  <a:cubicBezTo>
                    <a:pt x="0" y="274"/>
                    <a:pt x="72" y="358"/>
                    <a:pt x="179" y="358"/>
                  </a:cubicBezTo>
                  <a:cubicBezTo>
                    <a:pt x="286" y="358"/>
                    <a:pt x="357" y="274"/>
                    <a:pt x="357" y="179"/>
                  </a:cubicBezTo>
                  <a:cubicBezTo>
                    <a:pt x="357" y="84"/>
                    <a:pt x="262"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13"/>
            <p:cNvSpPr/>
            <p:nvPr/>
          </p:nvSpPr>
          <p:spPr>
            <a:xfrm>
              <a:off x="4643630" y="2371656"/>
              <a:ext cx="38137" cy="38030"/>
            </a:xfrm>
            <a:custGeom>
              <a:rect b="b" l="l" r="r" t="t"/>
              <a:pathLst>
                <a:path extrusionOk="0" h="358" w="359">
                  <a:moveTo>
                    <a:pt x="180" y="0"/>
                  </a:moveTo>
                  <a:cubicBezTo>
                    <a:pt x="72" y="0"/>
                    <a:pt x="1" y="72"/>
                    <a:pt x="1" y="179"/>
                  </a:cubicBezTo>
                  <a:cubicBezTo>
                    <a:pt x="1" y="274"/>
                    <a:pt x="72" y="358"/>
                    <a:pt x="180" y="358"/>
                  </a:cubicBezTo>
                  <a:cubicBezTo>
                    <a:pt x="287" y="358"/>
                    <a:pt x="358" y="274"/>
                    <a:pt x="358" y="179"/>
                  </a:cubicBezTo>
                  <a:cubicBezTo>
                    <a:pt x="358" y="84"/>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13"/>
            <p:cNvSpPr/>
            <p:nvPr/>
          </p:nvSpPr>
          <p:spPr>
            <a:xfrm>
              <a:off x="4742318" y="2371656"/>
              <a:ext cx="38030" cy="38030"/>
            </a:xfrm>
            <a:custGeom>
              <a:rect b="b" l="l" r="r" t="t"/>
              <a:pathLst>
                <a:path extrusionOk="0" h="358" w="358">
                  <a:moveTo>
                    <a:pt x="179" y="0"/>
                  </a:moveTo>
                  <a:cubicBezTo>
                    <a:pt x="72" y="0"/>
                    <a:pt x="1" y="72"/>
                    <a:pt x="1" y="179"/>
                  </a:cubicBezTo>
                  <a:cubicBezTo>
                    <a:pt x="1" y="274"/>
                    <a:pt x="72" y="358"/>
                    <a:pt x="179" y="358"/>
                  </a:cubicBezTo>
                  <a:cubicBezTo>
                    <a:pt x="275" y="358"/>
                    <a:pt x="358" y="274"/>
                    <a:pt x="358" y="179"/>
                  </a:cubicBezTo>
                  <a:cubicBezTo>
                    <a:pt x="358" y="84"/>
                    <a:pt x="275"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13"/>
            <p:cNvSpPr/>
            <p:nvPr/>
          </p:nvSpPr>
          <p:spPr>
            <a:xfrm>
              <a:off x="4839731" y="2371656"/>
              <a:ext cx="38030" cy="38030"/>
            </a:xfrm>
            <a:custGeom>
              <a:rect b="b" l="l" r="r" t="t"/>
              <a:pathLst>
                <a:path extrusionOk="0" h="358" w="358">
                  <a:moveTo>
                    <a:pt x="179" y="0"/>
                  </a:moveTo>
                  <a:cubicBezTo>
                    <a:pt x="72" y="0"/>
                    <a:pt x="0" y="72"/>
                    <a:pt x="0" y="179"/>
                  </a:cubicBezTo>
                  <a:cubicBezTo>
                    <a:pt x="0" y="274"/>
                    <a:pt x="72" y="358"/>
                    <a:pt x="179" y="358"/>
                  </a:cubicBezTo>
                  <a:cubicBezTo>
                    <a:pt x="286" y="358"/>
                    <a:pt x="358" y="274"/>
                    <a:pt x="358" y="179"/>
                  </a:cubicBezTo>
                  <a:cubicBezTo>
                    <a:pt x="358" y="84"/>
                    <a:pt x="274"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13"/>
            <p:cNvSpPr/>
            <p:nvPr/>
          </p:nvSpPr>
          <p:spPr>
            <a:xfrm>
              <a:off x="4252810" y="2482985"/>
              <a:ext cx="38137" cy="38030"/>
            </a:xfrm>
            <a:custGeom>
              <a:rect b="b" l="l" r="r" t="t"/>
              <a:pathLst>
                <a:path extrusionOk="0" h="358" w="359">
                  <a:moveTo>
                    <a:pt x="180" y="0"/>
                  </a:moveTo>
                  <a:cubicBezTo>
                    <a:pt x="84" y="0"/>
                    <a:pt x="1" y="72"/>
                    <a:pt x="1" y="179"/>
                  </a:cubicBezTo>
                  <a:cubicBezTo>
                    <a:pt x="1" y="286"/>
                    <a:pt x="84" y="357"/>
                    <a:pt x="180" y="357"/>
                  </a:cubicBezTo>
                  <a:cubicBezTo>
                    <a:pt x="287" y="357"/>
                    <a:pt x="358" y="286"/>
                    <a:pt x="358" y="179"/>
                  </a:cubicBezTo>
                  <a:cubicBezTo>
                    <a:pt x="358" y="84"/>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13"/>
            <p:cNvSpPr/>
            <p:nvPr/>
          </p:nvSpPr>
          <p:spPr>
            <a:xfrm>
              <a:off x="4351498" y="2482985"/>
              <a:ext cx="38030" cy="38030"/>
            </a:xfrm>
            <a:custGeom>
              <a:rect b="b" l="l" r="r" t="t"/>
              <a:pathLst>
                <a:path extrusionOk="0" h="358" w="358">
                  <a:moveTo>
                    <a:pt x="179" y="0"/>
                  </a:moveTo>
                  <a:cubicBezTo>
                    <a:pt x="72" y="0"/>
                    <a:pt x="1" y="72"/>
                    <a:pt x="1" y="179"/>
                  </a:cubicBezTo>
                  <a:cubicBezTo>
                    <a:pt x="1" y="286"/>
                    <a:pt x="72" y="357"/>
                    <a:pt x="179" y="357"/>
                  </a:cubicBezTo>
                  <a:cubicBezTo>
                    <a:pt x="286" y="357"/>
                    <a:pt x="358" y="286"/>
                    <a:pt x="358" y="179"/>
                  </a:cubicBezTo>
                  <a:cubicBezTo>
                    <a:pt x="358" y="84"/>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13"/>
            <p:cNvSpPr/>
            <p:nvPr/>
          </p:nvSpPr>
          <p:spPr>
            <a:xfrm>
              <a:off x="4448911" y="2482985"/>
              <a:ext cx="38030" cy="38030"/>
            </a:xfrm>
            <a:custGeom>
              <a:rect b="b" l="l" r="r" t="t"/>
              <a:pathLst>
                <a:path extrusionOk="0" h="358" w="358">
                  <a:moveTo>
                    <a:pt x="179" y="0"/>
                  </a:moveTo>
                  <a:cubicBezTo>
                    <a:pt x="84" y="0"/>
                    <a:pt x="0" y="72"/>
                    <a:pt x="0" y="179"/>
                  </a:cubicBezTo>
                  <a:cubicBezTo>
                    <a:pt x="0" y="286"/>
                    <a:pt x="84" y="357"/>
                    <a:pt x="179" y="357"/>
                  </a:cubicBezTo>
                  <a:cubicBezTo>
                    <a:pt x="286" y="357"/>
                    <a:pt x="358" y="286"/>
                    <a:pt x="358" y="179"/>
                  </a:cubicBezTo>
                  <a:cubicBezTo>
                    <a:pt x="358" y="84"/>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13"/>
            <p:cNvSpPr/>
            <p:nvPr/>
          </p:nvSpPr>
          <p:spPr>
            <a:xfrm>
              <a:off x="4547599" y="2482985"/>
              <a:ext cx="38030" cy="38030"/>
            </a:xfrm>
            <a:custGeom>
              <a:rect b="b" l="l" r="r" t="t"/>
              <a:pathLst>
                <a:path extrusionOk="0" h="358" w="358">
                  <a:moveTo>
                    <a:pt x="179" y="0"/>
                  </a:moveTo>
                  <a:cubicBezTo>
                    <a:pt x="72" y="0"/>
                    <a:pt x="0" y="72"/>
                    <a:pt x="0" y="179"/>
                  </a:cubicBezTo>
                  <a:cubicBezTo>
                    <a:pt x="0" y="286"/>
                    <a:pt x="72" y="357"/>
                    <a:pt x="179" y="357"/>
                  </a:cubicBezTo>
                  <a:cubicBezTo>
                    <a:pt x="286" y="357"/>
                    <a:pt x="357" y="286"/>
                    <a:pt x="357" y="179"/>
                  </a:cubicBezTo>
                  <a:cubicBezTo>
                    <a:pt x="357" y="84"/>
                    <a:pt x="262"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13"/>
            <p:cNvSpPr/>
            <p:nvPr/>
          </p:nvSpPr>
          <p:spPr>
            <a:xfrm>
              <a:off x="4643630" y="2482985"/>
              <a:ext cx="38137" cy="38030"/>
            </a:xfrm>
            <a:custGeom>
              <a:rect b="b" l="l" r="r" t="t"/>
              <a:pathLst>
                <a:path extrusionOk="0" h="358" w="359">
                  <a:moveTo>
                    <a:pt x="180" y="0"/>
                  </a:moveTo>
                  <a:cubicBezTo>
                    <a:pt x="72" y="0"/>
                    <a:pt x="1" y="72"/>
                    <a:pt x="1" y="179"/>
                  </a:cubicBezTo>
                  <a:cubicBezTo>
                    <a:pt x="1" y="286"/>
                    <a:pt x="72" y="357"/>
                    <a:pt x="180" y="357"/>
                  </a:cubicBezTo>
                  <a:cubicBezTo>
                    <a:pt x="287" y="357"/>
                    <a:pt x="358" y="286"/>
                    <a:pt x="358" y="179"/>
                  </a:cubicBezTo>
                  <a:cubicBezTo>
                    <a:pt x="358" y="84"/>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13"/>
            <p:cNvSpPr/>
            <p:nvPr/>
          </p:nvSpPr>
          <p:spPr>
            <a:xfrm>
              <a:off x="4742318" y="2482985"/>
              <a:ext cx="38030" cy="38030"/>
            </a:xfrm>
            <a:custGeom>
              <a:rect b="b" l="l" r="r" t="t"/>
              <a:pathLst>
                <a:path extrusionOk="0" h="358" w="358">
                  <a:moveTo>
                    <a:pt x="179" y="0"/>
                  </a:moveTo>
                  <a:cubicBezTo>
                    <a:pt x="72" y="0"/>
                    <a:pt x="1" y="72"/>
                    <a:pt x="1" y="179"/>
                  </a:cubicBezTo>
                  <a:cubicBezTo>
                    <a:pt x="1" y="286"/>
                    <a:pt x="72" y="357"/>
                    <a:pt x="179" y="357"/>
                  </a:cubicBezTo>
                  <a:cubicBezTo>
                    <a:pt x="275" y="357"/>
                    <a:pt x="358" y="286"/>
                    <a:pt x="358" y="179"/>
                  </a:cubicBezTo>
                  <a:cubicBezTo>
                    <a:pt x="358" y="84"/>
                    <a:pt x="275"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13"/>
            <p:cNvSpPr/>
            <p:nvPr/>
          </p:nvSpPr>
          <p:spPr>
            <a:xfrm>
              <a:off x="4839731" y="2482985"/>
              <a:ext cx="38030" cy="38030"/>
            </a:xfrm>
            <a:custGeom>
              <a:rect b="b" l="l" r="r" t="t"/>
              <a:pathLst>
                <a:path extrusionOk="0" h="358" w="358">
                  <a:moveTo>
                    <a:pt x="179" y="0"/>
                  </a:moveTo>
                  <a:cubicBezTo>
                    <a:pt x="72" y="0"/>
                    <a:pt x="0" y="72"/>
                    <a:pt x="0" y="179"/>
                  </a:cubicBezTo>
                  <a:cubicBezTo>
                    <a:pt x="0" y="286"/>
                    <a:pt x="72" y="357"/>
                    <a:pt x="179" y="357"/>
                  </a:cubicBezTo>
                  <a:cubicBezTo>
                    <a:pt x="286" y="357"/>
                    <a:pt x="358" y="286"/>
                    <a:pt x="358" y="179"/>
                  </a:cubicBezTo>
                  <a:cubicBezTo>
                    <a:pt x="358" y="84"/>
                    <a:pt x="274"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13"/>
            <p:cNvSpPr/>
            <p:nvPr/>
          </p:nvSpPr>
          <p:spPr>
            <a:xfrm>
              <a:off x="4252810" y="2595483"/>
              <a:ext cx="38137" cy="38137"/>
            </a:xfrm>
            <a:custGeom>
              <a:rect b="b" l="l" r="r" t="t"/>
              <a:pathLst>
                <a:path extrusionOk="0" h="359" w="359">
                  <a:moveTo>
                    <a:pt x="180" y="1"/>
                  </a:moveTo>
                  <a:cubicBezTo>
                    <a:pt x="84" y="1"/>
                    <a:pt x="1" y="72"/>
                    <a:pt x="1" y="179"/>
                  </a:cubicBezTo>
                  <a:cubicBezTo>
                    <a:pt x="1" y="287"/>
                    <a:pt x="84" y="358"/>
                    <a:pt x="180" y="358"/>
                  </a:cubicBezTo>
                  <a:cubicBezTo>
                    <a:pt x="287" y="358"/>
                    <a:pt x="358" y="287"/>
                    <a:pt x="358" y="179"/>
                  </a:cubicBezTo>
                  <a:cubicBezTo>
                    <a:pt x="358" y="72"/>
                    <a:pt x="287" y="1"/>
                    <a:pt x="1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13"/>
            <p:cNvSpPr/>
            <p:nvPr/>
          </p:nvSpPr>
          <p:spPr>
            <a:xfrm>
              <a:off x="4351498" y="2595483"/>
              <a:ext cx="38030" cy="38137"/>
            </a:xfrm>
            <a:custGeom>
              <a:rect b="b" l="l" r="r" t="t"/>
              <a:pathLst>
                <a:path extrusionOk="0" h="359" w="358">
                  <a:moveTo>
                    <a:pt x="179" y="1"/>
                  </a:moveTo>
                  <a:cubicBezTo>
                    <a:pt x="72" y="1"/>
                    <a:pt x="1" y="72"/>
                    <a:pt x="1" y="179"/>
                  </a:cubicBezTo>
                  <a:cubicBezTo>
                    <a:pt x="1" y="287"/>
                    <a:pt x="72" y="358"/>
                    <a:pt x="179" y="358"/>
                  </a:cubicBezTo>
                  <a:cubicBezTo>
                    <a:pt x="286" y="358"/>
                    <a:pt x="358" y="287"/>
                    <a:pt x="358" y="179"/>
                  </a:cubicBezTo>
                  <a:cubicBezTo>
                    <a:pt x="358" y="72"/>
                    <a:pt x="286"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13"/>
            <p:cNvSpPr/>
            <p:nvPr/>
          </p:nvSpPr>
          <p:spPr>
            <a:xfrm>
              <a:off x="4448911" y="2595483"/>
              <a:ext cx="38030" cy="38137"/>
            </a:xfrm>
            <a:custGeom>
              <a:rect b="b" l="l" r="r" t="t"/>
              <a:pathLst>
                <a:path extrusionOk="0" h="359" w="358">
                  <a:moveTo>
                    <a:pt x="179" y="1"/>
                  </a:moveTo>
                  <a:cubicBezTo>
                    <a:pt x="84" y="1"/>
                    <a:pt x="0" y="72"/>
                    <a:pt x="0" y="179"/>
                  </a:cubicBezTo>
                  <a:cubicBezTo>
                    <a:pt x="0" y="287"/>
                    <a:pt x="84" y="358"/>
                    <a:pt x="179" y="358"/>
                  </a:cubicBezTo>
                  <a:cubicBezTo>
                    <a:pt x="286" y="358"/>
                    <a:pt x="358" y="287"/>
                    <a:pt x="358" y="179"/>
                  </a:cubicBezTo>
                  <a:cubicBezTo>
                    <a:pt x="358" y="72"/>
                    <a:pt x="286"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13"/>
            <p:cNvSpPr/>
            <p:nvPr/>
          </p:nvSpPr>
          <p:spPr>
            <a:xfrm>
              <a:off x="4547599" y="2595483"/>
              <a:ext cx="38030" cy="38137"/>
            </a:xfrm>
            <a:custGeom>
              <a:rect b="b" l="l" r="r" t="t"/>
              <a:pathLst>
                <a:path extrusionOk="0" h="359" w="358">
                  <a:moveTo>
                    <a:pt x="179" y="1"/>
                  </a:moveTo>
                  <a:cubicBezTo>
                    <a:pt x="72" y="1"/>
                    <a:pt x="0" y="72"/>
                    <a:pt x="0" y="179"/>
                  </a:cubicBezTo>
                  <a:cubicBezTo>
                    <a:pt x="0" y="287"/>
                    <a:pt x="72" y="358"/>
                    <a:pt x="179" y="358"/>
                  </a:cubicBezTo>
                  <a:cubicBezTo>
                    <a:pt x="286" y="358"/>
                    <a:pt x="357" y="287"/>
                    <a:pt x="357" y="179"/>
                  </a:cubicBezTo>
                  <a:cubicBezTo>
                    <a:pt x="357" y="72"/>
                    <a:pt x="262"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13"/>
            <p:cNvSpPr/>
            <p:nvPr/>
          </p:nvSpPr>
          <p:spPr>
            <a:xfrm>
              <a:off x="4643630" y="2595483"/>
              <a:ext cx="38137" cy="38137"/>
            </a:xfrm>
            <a:custGeom>
              <a:rect b="b" l="l" r="r" t="t"/>
              <a:pathLst>
                <a:path extrusionOk="0" h="359" w="359">
                  <a:moveTo>
                    <a:pt x="180" y="1"/>
                  </a:moveTo>
                  <a:cubicBezTo>
                    <a:pt x="72" y="1"/>
                    <a:pt x="1" y="72"/>
                    <a:pt x="1" y="179"/>
                  </a:cubicBezTo>
                  <a:cubicBezTo>
                    <a:pt x="1" y="287"/>
                    <a:pt x="72" y="358"/>
                    <a:pt x="180" y="358"/>
                  </a:cubicBezTo>
                  <a:cubicBezTo>
                    <a:pt x="287" y="358"/>
                    <a:pt x="358" y="287"/>
                    <a:pt x="358" y="179"/>
                  </a:cubicBezTo>
                  <a:cubicBezTo>
                    <a:pt x="358" y="72"/>
                    <a:pt x="287" y="1"/>
                    <a:pt x="1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13"/>
            <p:cNvSpPr/>
            <p:nvPr/>
          </p:nvSpPr>
          <p:spPr>
            <a:xfrm>
              <a:off x="4742318" y="2595483"/>
              <a:ext cx="38030" cy="38137"/>
            </a:xfrm>
            <a:custGeom>
              <a:rect b="b" l="l" r="r" t="t"/>
              <a:pathLst>
                <a:path extrusionOk="0" h="359" w="358">
                  <a:moveTo>
                    <a:pt x="179" y="1"/>
                  </a:moveTo>
                  <a:cubicBezTo>
                    <a:pt x="72" y="1"/>
                    <a:pt x="1" y="72"/>
                    <a:pt x="1" y="179"/>
                  </a:cubicBezTo>
                  <a:cubicBezTo>
                    <a:pt x="1" y="287"/>
                    <a:pt x="72" y="358"/>
                    <a:pt x="179" y="358"/>
                  </a:cubicBezTo>
                  <a:cubicBezTo>
                    <a:pt x="275" y="358"/>
                    <a:pt x="358" y="287"/>
                    <a:pt x="358" y="179"/>
                  </a:cubicBezTo>
                  <a:cubicBezTo>
                    <a:pt x="358" y="72"/>
                    <a:pt x="275"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13"/>
            <p:cNvSpPr/>
            <p:nvPr/>
          </p:nvSpPr>
          <p:spPr>
            <a:xfrm>
              <a:off x="4839731" y="2595483"/>
              <a:ext cx="38030" cy="38137"/>
            </a:xfrm>
            <a:custGeom>
              <a:rect b="b" l="l" r="r" t="t"/>
              <a:pathLst>
                <a:path extrusionOk="0" h="359" w="358">
                  <a:moveTo>
                    <a:pt x="179" y="1"/>
                  </a:moveTo>
                  <a:cubicBezTo>
                    <a:pt x="72" y="1"/>
                    <a:pt x="0" y="72"/>
                    <a:pt x="0" y="179"/>
                  </a:cubicBezTo>
                  <a:cubicBezTo>
                    <a:pt x="0" y="287"/>
                    <a:pt x="72" y="358"/>
                    <a:pt x="179" y="358"/>
                  </a:cubicBezTo>
                  <a:cubicBezTo>
                    <a:pt x="286" y="358"/>
                    <a:pt x="358" y="287"/>
                    <a:pt x="358" y="179"/>
                  </a:cubicBezTo>
                  <a:cubicBezTo>
                    <a:pt x="358" y="72"/>
                    <a:pt x="274"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83" name="Google Shape;483;p1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484" name="Google Shape;484;p13"/>
          <p:cNvSpPr txBox="1"/>
          <p:nvPr>
            <p:ph hasCustomPrompt="1" idx="2" type="title"/>
          </p:nvPr>
        </p:nvSpPr>
        <p:spPr>
          <a:xfrm>
            <a:off x="1333950" y="1480883"/>
            <a:ext cx="1106400" cy="4476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sz="43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85" name="Google Shape;485;p13"/>
          <p:cNvSpPr txBox="1"/>
          <p:nvPr>
            <p:ph hasCustomPrompt="1" idx="3" type="title"/>
          </p:nvPr>
        </p:nvSpPr>
        <p:spPr>
          <a:xfrm>
            <a:off x="1333950" y="2914291"/>
            <a:ext cx="1106400" cy="4476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sz="43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86" name="Google Shape;486;p13"/>
          <p:cNvSpPr txBox="1"/>
          <p:nvPr>
            <p:ph hasCustomPrompt="1" idx="4" type="title"/>
          </p:nvPr>
        </p:nvSpPr>
        <p:spPr>
          <a:xfrm>
            <a:off x="4018800" y="1480883"/>
            <a:ext cx="1106400" cy="4476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sz="43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87" name="Google Shape;487;p13"/>
          <p:cNvSpPr txBox="1"/>
          <p:nvPr>
            <p:ph hasCustomPrompt="1" idx="5" type="title"/>
          </p:nvPr>
        </p:nvSpPr>
        <p:spPr>
          <a:xfrm>
            <a:off x="4018800" y="2914291"/>
            <a:ext cx="1106400" cy="4476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sz="43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88" name="Google Shape;488;p13"/>
          <p:cNvSpPr txBox="1"/>
          <p:nvPr>
            <p:ph hasCustomPrompt="1" idx="6" type="title"/>
          </p:nvPr>
        </p:nvSpPr>
        <p:spPr>
          <a:xfrm>
            <a:off x="6708543" y="1480883"/>
            <a:ext cx="1106400" cy="4476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sz="43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89" name="Google Shape;489;p13"/>
          <p:cNvSpPr txBox="1"/>
          <p:nvPr>
            <p:ph hasCustomPrompt="1" idx="7" type="title"/>
          </p:nvPr>
        </p:nvSpPr>
        <p:spPr>
          <a:xfrm>
            <a:off x="6708543" y="2914291"/>
            <a:ext cx="1106400" cy="4476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sz="43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90" name="Google Shape;490;p13"/>
          <p:cNvSpPr txBox="1"/>
          <p:nvPr>
            <p:ph idx="1" type="subTitle"/>
          </p:nvPr>
        </p:nvSpPr>
        <p:spPr>
          <a:xfrm>
            <a:off x="720000" y="2056575"/>
            <a:ext cx="2334300" cy="457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Raleway"/>
              <a:buNone/>
              <a:defRPr b="1" sz="1800">
                <a:solidFill>
                  <a:schemeClr val="dk1"/>
                </a:solidFill>
                <a:latin typeface="Cabin"/>
                <a:ea typeface="Cabin"/>
                <a:cs typeface="Cabin"/>
                <a:sym typeface="Cabin"/>
              </a:defRPr>
            </a:lvl1pPr>
            <a:lvl2pPr lvl="1" rtl="0">
              <a:lnSpc>
                <a:spcPct val="100000"/>
              </a:lnSpc>
              <a:spcBef>
                <a:spcPts val="0"/>
              </a:spcBef>
              <a:spcAft>
                <a:spcPts val="0"/>
              </a:spcAft>
              <a:buSzPts val="2400"/>
              <a:buFont typeface="Raleway"/>
              <a:buNone/>
              <a:defRPr sz="2400">
                <a:latin typeface="Raleway"/>
                <a:ea typeface="Raleway"/>
                <a:cs typeface="Raleway"/>
                <a:sym typeface="Raleway"/>
              </a:defRPr>
            </a:lvl2pPr>
            <a:lvl3pPr lvl="2" rtl="0">
              <a:lnSpc>
                <a:spcPct val="100000"/>
              </a:lnSpc>
              <a:spcBef>
                <a:spcPts val="0"/>
              </a:spcBef>
              <a:spcAft>
                <a:spcPts val="0"/>
              </a:spcAft>
              <a:buSzPts val="2400"/>
              <a:buFont typeface="Raleway"/>
              <a:buNone/>
              <a:defRPr sz="2400">
                <a:latin typeface="Raleway"/>
                <a:ea typeface="Raleway"/>
                <a:cs typeface="Raleway"/>
                <a:sym typeface="Raleway"/>
              </a:defRPr>
            </a:lvl3pPr>
            <a:lvl4pPr lvl="3" rtl="0">
              <a:lnSpc>
                <a:spcPct val="100000"/>
              </a:lnSpc>
              <a:spcBef>
                <a:spcPts val="0"/>
              </a:spcBef>
              <a:spcAft>
                <a:spcPts val="0"/>
              </a:spcAft>
              <a:buSzPts val="2400"/>
              <a:buFont typeface="Raleway"/>
              <a:buNone/>
              <a:defRPr sz="2400">
                <a:latin typeface="Raleway"/>
                <a:ea typeface="Raleway"/>
                <a:cs typeface="Raleway"/>
                <a:sym typeface="Raleway"/>
              </a:defRPr>
            </a:lvl4pPr>
            <a:lvl5pPr lvl="4" rtl="0">
              <a:lnSpc>
                <a:spcPct val="100000"/>
              </a:lnSpc>
              <a:spcBef>
                <a:spcPts val="0"/>
              </a:spcBef>
              <a:spcAft>
                <a:spcPts val="0"/>
              </a:spcAft>
              <a:buSzPts val="2400"/>
              <a:buFont typeface="Raleway"/>
              <a:buNone/>
              <a:defRPr sz="2400">
                <a:latin typeface="Raleway"/>
                <a:ea typeface="Raleway"/>
                <a:cs typeface="Raleway"/>
                <a:sym typeface="Raleway"/>
              </a:defRPr>
            </a:lvl5pPr>
            <a:lvl6pPr lvl="5" rtl="0">
              <a:lnSpc>
                <a:spcPct val="100000"/>
              </a:lnSpc>
              <a:spcBef>
                <a:spcPts val="0"/>
              </a:spcBef>
              <a:spcAft>
                <a:spcPts val="0"/>
              </a:spcAft>
              <a:buSzPts val="2400"/>
              <a:buFont typeface="Raleway"/>
              <a:buNone/>
              <a:defRPr sz="2400">
                <a:latin typeface="Raleway"/>
                <a:ea typeface="Raleway"/>
                <a:cs typeface="Raleway"/>
                <a:sym typeface="Raleway"/>
              </a:defRPr>
            </a:lvl6pPr>
            <a:lvl7pPr lvl="6" rtl="0">
              <a:lnSpc>
                <a:spcPct val="100000"/>
              </a:lnSpc>
              <a:spcBef>
                <a:spcPts val="0"/>
              </a:spcBef>
              <a:spcAft>
                <a:spcPts val="0"/>
              </a:spcAft>
              <a:buSzPts val="2400"/>
              <a:buFont typeface="Raleway"/>
              <a:buNone/>
              <a:defRPr sz="2400">
                <a:latin typeface="Raleway"/>
                <a:ea typeface="Raleway"/>
                <a:cs typeface="Raleway"/>
                <a:sym typeface="Raleway"/>
              </a:defRPr>
            </a:lvl7pPr>
            <a:lvl8pPr lvl="7" rtl="0">
              <a:lnSpc>
                <a:spcPct val="100000"/>
              </a:lnSpc>
              <a:spcBef>
                <a:spcPts val="0"/>
              </a:spcBef>
              <a:spcAft>
                <a:spcPts val="0"/>
              </a:spcAft>
              <a:buSzPts val="2400"/>
              <a:buFont typeface="Raleway"/>
              <a:buNone/>
              <a:defRPr sz="2400">
                <a:latin typeface="Raleway"/>
                <a:ea typeface="Raleway"/>
                <a:cs typeface="Raleway"/>
                <a:sym typeface="Raleway"/>
              </a:defRPr>
            </a:lvl8pPr>
            <a:lvl9pPr lvl="8" rtl="0">
              <a:lnSpc>
                <a:spcPct val="100000"/>
              </a:lnSpc>
              <a:spcBef>
                <a:spcPts val="0"/>
              </a:spcBef>
              <a:spcAft>
                <a:spcPts val="0"/>
              </a:spcAft>
              <a:buSzPts val="2400"/>
              <a:buFont typeface="Raleway"/>
              <a:buNone/>
              <a:defRPr sz="2400">
                <a:latin typeface="Raleway"/>
                <a:ea typeface="Raleway"/>
                <a:cs typeface="Raleway"/>
                <a:sym typeface="Raleway"/>
              </a:defRPr>
            </a:lvl9pPr>
          </a:lstStyle>
          <a:p/>
        </p:txBody>
      </p:sp>
      <p:sp>
        <p:nvSpPr>
          <p:cNvPr id="491" name="Google Shape;491;p13"/>
          <p:cNvSpPr txBox="1"/>
          <p:nvPr>
            <p:ph idx="8" type="subTitle"/>
          </p:nvPr>
        </p:nvSpPr>
        <p:spPr>
          <a:xfrm>
            <a:off x="3404850" y="2056575"/>
            <a:ext cx="2334300" cy="457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Raleway"/>
              <a:buNone/>
              <a:defRPr b="1" sz="1800">
                <a:solidFill>
                  <a:schemeClr val="dk1"/>
                </a:solidFill>
                <a:latin typeface="Cabin"/>
                <a:ea typeface="Cabin"/>
                <a:cs typeface="Cabin"/>
                <a:sym typeface="Cabin"/>
              </a:defRPr>
            </a:lvl1pPr>
            <a:lvl2pPr lvl="1" rtl="0">
              <a:lnSpc>
                <a:spcPct val="100000"/>
              </a:lnSpc>
              <a:spcBef>
                <a:spcPts val="0"/>
              </a:spcBef>
              <a:spcAft>
                <a:spcPts val="0"/>
              </a:spcAft>
              <a:buSzPts val="2400"/>
              <a:buFont typeface="Raleway"/>
              <a:buNone/>
              <a:defRPr sz="2400">
                <a:latin typeface="Raleway"/>
                <a:ea typeface="Raleway"/>
                <a:cs typeface="Raleway"/>
                <a:sym typeface="Raleway"/>
              </a:defRPr>
            </a:lvl2pPr>
            <a:lvl3pPr lvl="2" rtl="0">
              <a:lnSpc>
                <a:spcPct val="100000"/>
              </a:lnSpc>
              <a:spcBef>
                <a:spcPts val="0"/>
              </a:spcBef>
              <a:spcAft>
                <a:spcPts val="0"/>
              </a:spcAft>
              <a:buSzPts val="2400"/>
              <a:buFont typeface="Raleway"/>
              <a:buNone/>
              <a:defRPr sz="2400">
                <a:latin typeface="Raleway"/>
                <a:ea typeface="Raleway"/>
                <a:cs typeface="Raleway"/>
                <a:sym typeface="Raleway"/>
              </a:defRPr>
            </a:lvl3pPr>
            <a:lvl4pPr lvl="3" rtl="0">
              <a:lnSpc>
                <a:spcPct val="100000"/>
              </a:lnSpc>
              <a:spcBef>
                <a:spcPts val="0"/>
              </a:spcBef>
              <a:spcAft>
                <a:spcPts val="0"/>
              </a:spcAft>
              <a:buSzPts val="2400"/>
              <a:buFont typeface="Raleway"/>
              <a:buNone/>
              <a:defRPr sz="2400">
                <a:latin typeface="Raleway"/>
                <a:ea typeface="Raleway"/>
                <a:cs typeface="Raleway"/>
                <a:sym typeface="Raleway"/>
              </a:defRPr>
            </a:lvl4pPr>
            <a:lvl5pPr lvl="4" rtl="0">
              <a:lnSpc>
                <a:spcPct val="100000"/>
              </a:lnSpc>
              <a:spcBef>
                <a:spcPts val="0"/>
              </a:spcBef>
              <a:spcAft>
                <a:spcPts val="0"/>
              </a:spcAft>
              <a:buSzPts val="2400"/>
              <a:buFont typeface="Raleway"/>
              <a:buNone/>
              <a:defRPr sz="2400">
                <a:latin typeface="Raleway"/>
                <a:ea typeface="Raleway"/>
                <a:cs typeface="Raleway"/>
                <a:sym typeface="Raleway"/>
              </a:defRPr>
            </a:lvl5pPr>
            <a:lvl6pPr lvl="5" rtl="0">
              <a:lnSpc>
                <a:spcPct val="100000"/>
              </a:lnSpc>
              <a:spcBef>
                <a:spcPts val="0"/>
              </a:spcBef>
              <a:spcAft>
                <a:spcPts val="0"/>
              </a:spcAft>
              <a:buSzPts val="2400"/>
              <a:buFont typeface="Raleway"/>
              <a:buNone/>
              <a:defRPr sz="2400">
                <a:latin typeface="Raleway"/>
                <a:ea typeface="Raleway"/>
                <a:cs typeface="Raleway"/>
                <a:sym typeface="Raleway"/>
              </a:defRPr>
            </a:lvl6pPr>
            <a:lvl7pPr lvl="6" rtl="0">
              <a:lnSpc>
                <a:spcPct val="100000"/>
              </a:lnSpc>
              <a:spcBef>
                <a:spcPts val="0"/>
              </a:spcBef>
              <a:spcAft>
                <a:spcPts val="0"/>
              </a:spcAft>
              <a:buSzPts val="2400"/>
              <a:buFont typeface="Raleway"/>
              <a:buNone/>
              <a:defRPr sz="2400">
                <a:latin typeface="Raleway"/>
                <a:ea typeface="Raleway"/>
                <a:cs typeface="Raleway"/>
                <a:sym typeface="Raleway"/>
              </a:defRPr>
            </a:lvl7pPr>
            <a:lvl8pPr lvl="7" rtl="0">
              <a:lnSpc>
                <a:spcPct val="100000"/>
              </a:lnSpc>
              <a:spcBef>
                <a:spcPts val="0"/>
              </a:spcBef>
              <a:spcAft>
                <a:spcPts val="0"/>
              </a:spcAft>
              <a:buSzPts val="2400"/>
              <a:buFont typeface="Raleway"/>
              <a:buNone/>
              <a:defRPr sz="2400">
                <a:latin typeface="Raleway"/>
                <a:ea typeface="Raleway"/>
                <a:cs typeface="Raleway"/>
                <a:sym typeface="Raleway"/>
              </a:defRPr>
            </a:lvl8pPr>
            <a:lvl9pPr lvl="8" rtl="0">
              <a:lnSpc>
                <a:spcPct val="100000"/>
              </a:lnSpc>
              <a:spcBef>
                <a:spcPts val="0"/>
              </a:spcBef>
              <a:spcAft>
                <a:spcPts val="0"/>
              </a:spcAft>
              <a:buSzPts val="2400"/>
              <a:buFont typeface="Raleway"/>
              <a:buNone/>
              <a:defRPr sz="2400">
                <a:latin typeface="Raleway"/>
                <a:ea typeface="Raleway"/>
                <a:cs typeface="Raleway"/>
                <a:sym typeface="Raleway"/>
              </a:defRPr>
            </a:lvl9pPr>
          </a:lstStyle>
          <a:p/>
        </p:txBody>
      </p:sp>
      <p:sp>
        <p:nvSpPr>
          <p:cNvPr id="492" name="Google Shape;492;p13"/>
          <p:cNvSpPr txBox="1"/>
          <p:nvPr>
            <p:ph idx="9" type="subTitle"/>
          </p:nvPr>
        </p:nvSpPr>
        <p:spPr>
          <a:xfrm>
            <a:off x="6094593" y="2056575"/>
            <a:ext cx="2334300" cy="457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Raleway"/>
              <a:buNone/>
              <a:defRPr b="1" sz="1800">
                <a:solidFill>
                  <a:schemeClr val="dk1"/>
                </a:solidFill>
                <a:latin typeface="Cabin"/>
                <a:ea typeface="Cabin"/>
                <a:cs typeface="Cabin"/>
                <a:sym typeface="Cabin"/>
              </a:defRPr>
            </a:lvl1pPr>
            <a:lvl2pPr lvl="1" rtl="0">
              <a:lnSpc>
                <a:spcPct val="100000"/>
              </a:lnSpc>
              <a:spcBef>
                <a:spcPts val="0"/>
              </a:spcBef>
              <a:spcAft>
                <a:spcPts val="0"/>
              </a:spcAft>
              <a:buSzPts val="2400"/>
              <a:buFont typeface="Raleway"/>
              <a:buNone/>
              <a:defRPr sz="2400">
                <a:latin typeface="Raleway"/>
                <a:ea typeface="Raleway"/>
                <a:cs typeface="Raleway"/>
                <a:sym typeface="Raleway"/>
              </a:defRPr>
            </a:lvl2pPr>
            <a:lvl3pPr lvl="2" rtl="0">
              <a:lnSpc>
                <a:spcPct val="100000"/>
              </a:lnSpc>
              <a:spcBef>
                <a:spcPts val="0"/>
              </a:spcBef>
              <a:spcAft>
                <a:spcPts val="0"/>
              </a:spcAft>
              <a:buSzPts val="2400"/>
              <a:buFont typeface="Raleway"/>
              <a:buNone/>
              <a:defRPr sz="2400">
                <a:latin typeface="Raleway"/>
                <a:ea typeface="Raleway"/>
                <a:cs typeface="Raleway"/>
                <a:sym typeface="Raleway"/>
              </a:defRPr>
            </a:lvl3pPr>
            <a:lvl4pPr lvl="3" rtl="0">
              <a:lnSpc>
                <a:spcPct val="100000"/>
              </a:lnSpc>
              <a:spcBef>
                <a:spcPts val="0"/>
              </a:spcBef>
              <a:spcAft>
                <a:spcPts val="0"/>
              </a:spcAft>
              <a:buSzPts val="2400"/>
              <a:buFont typeface="Raleway"/>
              <a:buNone/>
              <a:defRPr sz="2400">
                <a:latin typeface="Raleway"/>
                <a:ea typeface="Raleway"/>
                <a:cs typeface="Raleway"/>
                <a:sym typeface="Raleway"/>
              </a:defRPr>
            </a:lvl4pPr>
            <a:lvl5pPr lvl="4" rtl="0">
              <a:lnSpc>
                <a:spcPct val="100000"/>
              </a:lnSpc>
              <a:spcBef>
                <a:spcPts val="0"/>
              </a:spcBef>
              <a:spcAft>
                <a:spcPts val="0"/>
              </a:spcAft>
              <a:buSzPts val="2400"/>
              <a:buFont typeface="Raleway"/>
              <a:buNone/>
              <a:defRPr sz="2400">
                <a:latin typeface="Raleway"/>
                <a:ea typeface="Raleway"/>
                <a:cs typeface="Raleway"/>
                <a:sym typeface="Raleway"/>
              </a:defRPr>
            </a:lvl5pPr>
            <a:lvl6pPr lvl="5" rtl="0">
              <a:lnSpc>
                <a:spcPct val="100000"/>
              </a:lnSpc>
              <a:spcBef>
                <a:spcPts val="0"/>
              </a:spcBef>
              <a:spcAft>
                <a:spcPts val="0"/>
              </a:spcAft>
              <a:buSzPts val="2400"/>
              <a:buFont typeface="Raleway"/>
              <a:buNone/>
              <a:defRPr sz="2400">
                <a:latin typeface="Raleway"/>
                <a:ea typeface="Raleway"/>
                <a:cs typeface="Raleway"/>
                <a:sym typeface="Raleway"/>
              </a:defRPr>
            </a:lvl6pPr>
            <a:lvl7pPr lvl="6" rtl="0">
              <a:lnSpc>
                <a:spcPct val="100000"/>
              </a:lnSpc>
              <a:spcBef>
                <a:spcPts val="0"/>
              </a:spcBef>
              <a:spcAft>
                <a:spcPts val="0"/>
              </a:spcAft>
              <a:buSzPts val="2400"/>
              <a:buFont typeface="Raleway"/>
              <a:buNone/>
              <a:defRPr sz="2400">
                <a:latin typeface="Raleway"/>
                <a:ea typeface="Raleway"/>
                <a:cs typeface="Raleway"/>
                <a:sym typeface="Raleway"/>
              </a:defRPr>
            </a:lvl7pPr>
            <a:lvl8pPr lvl="7" rtl="0">
              <a:lnSpc>
                <a:spcPct val="100000"/>
              </a:lnSpc>
              <a:spcBef>
                <a:spcPts val="0"/>
              </a:spcBef>
              <a:spcAft>
                <a:spcPts val="0"/>
              </a:spcAft>
              <a:buSzPts val="2400"/>
              <a:buFont typeface="Raleway"/>
              <a:buNone/>
              <a:defRPr sz="2400">
                <a:latin typeface="Raleway"/>
                <a:ea typeface="Raleway"/>
                <a:cs typeface="Raleway"/>
                <a:sym typeface="Raleway"/>
              </a:defRPr>
            </a:lvl8pPr>
            <a:lvl9pPr lvl="8" rtl="0">
              <a:lnSpc>
                <a:spcPct val="100000"/>
              </a:lnSpc>
              <a:spcBef>
                <a:spcPts val="0"/>
              </a:spcBef>
              <a:spcAft>
                <a:spcPts val="0"/>
              </a:spcAft>
              <a:buSzPts val="2400"/>
              <a:buFont typeface="Raleway"/>
              <a:buNone/>
              <a:defRPr sz="2400">
                <a:latin typeface="Raleway"/>
                <a:ea typeface="Raleway"/>
                <a:cs typeface="Raleway"/>
                <a:sym typeface="Raleway"/>
              </a:defRPr>
            </a:lvl9pPr>
          </a:lstStyle>
          <a:p/>
        </p:txBody>
      </p:sp>
      <p:sp>
        <p:nvSpPr>
          <p:cNvPr id="493" name="Google Shape;493;p13"/>
          <p:cNvSpPr txBox="1"/>
          <p:nvPr>
            <p:ph idx="13" type="subTitle"/>
          </p:nvPr>
        </p:nvSpPr>
        <p:spPr>
          <a:xfrm>
            <a:off x="720000" y="3490050"/>
            <a:ext cx="2334300" cy="457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Raleway"/>
              <a:buNone/>
              <a:defRPr b="1" sz="1800">
                <a:solidFill>
                  <a:schemeClr val="dk1"/>
                </a:solidFill>
                <a:latin typeface="Cabin"/>
                <a:ea typeface="Cabin"/>
                <a:cs typeface="Cabin"/>
                <a:sym typeface="Cabin"/>
              </a:defRPr>
            </a:lvl1pPr>
            <a:lvl2pPr lvl="1" rtl="0">
              <a:lnSpc>
                <a:spcPct val="100000"/>
              </a:lnSpc>
              <a:spcBef>
                <a:spcPts val="0"/>
              </a:spcBef>
              <a:spcAft>
                <a:spcPts val="0"/>
              </a:spcAft>
              <a:buSzPts val="2400"/>
              <a:buFont typeface="Raleway"/>
              <a:buNone/>
              <a:defRPr sz="2400">
                <a:latin typeface="Raleway"/>
                <a:ea typeface="Raleway"/>
                <a:cs typeface="Raleway"/>
                <a:sym typeface="Raleway"/>
              </a:defRPr>
            </a:lvl2pPr>
            <a:lvl3pPr lvl="2" rtl="0">
              <a:lnSpc>
                <a:spcPct val="100000"/>
              </a:lnSpc>
              <a:spcBef>
                <a:spcPts val="0"/>
              </a:spcBef>
              <a:spcAft>
                <a:spcPts val="0"/>
              </a:spcAft>
              <a:buSzPts val="2400"/>
              <a:buFont typeface="Raleway"/>
              <a:buNone/>
              <a:defRPr sz="2400">
                <a:latin typeface="Raleway"/>
                <a:ea typeface="Raleway"/>
                <a:cs typeface="Raleway"/>
                <a:sym typeface="Raleway"/>
              </a:defRPr>
            </a:lvl3pPr>
            <a:lvl4pPr lvl="3" rtl="0">
              <a:lnSpc>
                <a:spcPct val="100000"/>
              </a:lnSpc>
              <a:spcBef>
                <a:spcPts val="0"/>
              </a:spcBef>
              <a:spcAft>
                <a:spcPts val="0"/>
              </a:spcAft>
              <a:buSzPts val="2400"/>
              <a:buFont typeface="Raleway"/>
              <a:buNone/>
              <a:defRPr sz="2400">
                <a:latin typeface="Raleway"/>
                <a:ea typeface="Raleway"/>
                <a:cs typeface="Raleway"/>
                <a:sym typeface="Raleway"/>
              </a:defRPr>
            </a:lvl4pPr>
            <a:lvl5pPr lvl="4" rtl="0">
              <a:lnSpc>
                <a:spcPct val="100000"/>
              </a:lnSpc>
              <a:spcBef>
                <a:spcPts val="0"/>
              </a:spcBef>
              <a:spcAft>
                <a:spcPts val="0"/>
              </a:spcAft>
              <a:buSzPts val="2400"/>
              <a:buFont typeface="Raleway"/>
              <a:buNone/>
              <a:defRPr sz="2400">
                <a:latin typeface="Raleway"/>
                <a:ea typeface="Raleway"/>
                <a:cs typeface="Raleway"/>
                <a:sym typeface="Raleway"/>
              </a:defRPr>
            </a:lvl5pPr>
            <a:lvl6pPr lvl="5" rtl="0">
              <a:lnSpc>
                <a:spcPct val="100000"/>
              </a:lnSpc>
              <a:spcBef>
                <a:spcPts val="0"/>
              </a:spcBef>
              <a:spcAft>
                <a:spcPts val="0"/>
              </a:spcAft>
              <a:buSzPts val="2400"/>
              <a:buFont typeface="Raleway"/>
              <a:buNone/>
              <a:defRPr sz="2400">
                <a:latin typeface="Raleway"/>
                <a:ea typeface="Raleway"/>
                <a:cs typeface="Raleway"/>
                <a:sym typeface="Raleway"/>
              </a:defRPr>
            </a:lvl6pPr>
            <a:lvl7pPr lvl="6" rtl="0">
              <a:lnSpc>
                <a:spcPct val="100000"/>
              </a:lnSpc>
              <a:spcBef>
                <a:spcPts val="0"/>
              </a:spcBef>
              <a:spcAft>
                <a:spcPts val="0"/>
              </a:spcAft>
              <a:buSzPts val="2400"/>
              <a:buFont typeface="Raleway"/>
              <a:buNone/>
              <a:defRPr sz="2400">
                <a:latin typeface="Raleway"/>
                <a:ea typeface="Raleway"/>
                <a:cs typeface="Raleway"/>
                <a:sym typeface="Raleway"/>
              </a:defRPr>
            </a:lvl7pPr>
            <a:lvl8pPr lvl="7" rtl="0">
              <a:lnSpc>
                <a:spcPct val="100000"/>
              </a:lnSpc>
              <a:spcBef>
                <a:spcPts val="0"/>
              </a:spcBef>
              <a:spcAft>
                <a:spcPts val="0"/>
              </a:spcAft>
              <a:buSzPts val="2400"/>
              <a:buFont typeface="Raleway"/>
              <a:buNone/>
              <a:defRPr sz="2400">
                <a:latin typeface="Raleway"/>
                <a:ea typeface="Raleway"/>
                <a:cs typeface="Raleway"/>
                <a:sym typeface="Raleway"/>
              </a:defRPr>
            </a:lvl8pPr>
            <a:lvl9pPr lvl="8" rtl="0">
              <a:lnSpc>
                <a:spcPct val="100000"/>
              </a:lnSpc>
              <a:spcBef>
                <a:spcPts val="0"/>
              </a:spcBef>
              <a:spcAft>
                <a:spcPts val="0"/>
              </a:spcAft>
              <a:buSzPts val="2400"/>
              <a:buFont typeface="Raleway"/>
              <a:buNone/>
              <a:defRPr sz="2400">
                <a:latin typeface="Raleway"/>
                <a:ea typeface="Raleway"/>
                <a:cs typeface="Raleway"/>
                <a:sym typeface="Raleway"/>
              </a:defRPr>
            </a:lvl9pPr>
          </a:lstStyle>
          <a:p/>
        </p:txBody>
      </p:sp>
      <p:sp>
        <p:nvSpPr>
          <p:cNvPr id="494" name="Google Shape;494;p13"/>
          <p:cNvSpPr txBox="1"/>
          <p:nvPr>
            <p:ph idx="14" type="subTitle"/>
          </p:nvPr>
        </p:nvSpPr>
        <p:spPr>
          <a:xfrm>
            <a:off x="3404850" y="3490050"/>
            <a:ext cx="2334300" cy="457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Raleway"/>
              <a:buNone/>
              <a:defRPr b="1" sz="1800">
                <a:solidFill>
                  <a:schemeClr val="dk1"/>
                </a:solidFill>
                <a:latin typeface="Cabin"/>
                <a:ea typeface="Cabin"/>
                <a:cs typeface="Cabin"/>
                <a:sym typeface="Cabin"/>
              </a:defRPr>
            </a:lvl1pPr>
            <a:lvl2pPr lvl="1" rtl="0">
              <a:lnSpc>
                <a:spcPct val="100000"/>
              </a:lnSpc>
              <a:spcBef>
                <a:spcPts val="0"/>
              </a:spcBef>
              <a:spcAft>
                <a:spcPts val="0"/>
              </a:spcAft>
              <a:buSzPts val="2400"/>
              <a:buFont typeface="Raleway"/>
              <a:buNone/>
              <a:defRPr sz="2400">
                <a:latin typeface="Raleway"/>
                <a:ea typeface="Raleway"/>
                <a:cs typeface="Raleway"/>
                <a:sym typeface="Raleway"/>
              </a:defRPr>
            </a:lvl2pPr>
            <a:lvl3pPr lvl="2" rtl="0">
              <a:lnSpc>
                <a:spcPct val="100000"/>
              </a:lnSpc>
              <a:spcBef>
                <a:spcPts val="0"/>
              </a:spcBef>
              <a:spcAft>
                <a:spcPts val="0"/>
              </a:spcAft>
              <a:buSzPts val="2400"/>
              <a:buFont typeface="Raleway"/>
              <a:buNone/>
              <a:defRPr sz="2400">
                <a:latin typeface="Raleway"/>
                <a:ea typeface="Raleway"/>
                <a:cs typeface="Raleway"/>
                <a:sym typeface="Raleway"/>
              </a:defRPr>
            </a:lvl3pPr>
            <a:lvl4pPr lvl="3" rtl="0">
              <a:lnSpc>
                <a:spcPct val="100000"/>
              </a:lnSpc>
              <a:spcBef>
                <a:spcPts val="0"/>
              </a:spcBef>
              <a:spcAft>
                <a:spcPts val="0"/>
              </a:spcAft>
              <a:buSzPts val="2400"/>
              <a:buFont typeface="Raleway"/>
              <a:buNone/>
              <a:defRPr sz="2400">
                <a:latin typeface="Raleway"/>
                <a:ea typeface="Raleway"/>
                <a:cs typeface="Raleway"/>
                <a:sym typeface="Raleway"/>
              </a:defRPr>
            </a:lvl4pPr>
            <a:lvl5pPr lvl="4" rtl="0">
              <a:lnSpc>
                <a:spcPct val="100000"/>
              </a:lnSpc>
              <a:spcBef>
                <a:spcPts val="0"/>
              </a:spcBef>
              <a:spcAft>
                <a:spcPts val="0"/>
              </a:spcAft>
              <a:buSzPts val="2400"/>
              <a:buFont typeface="Raleway"/>
              <a:buNone/>
              <a:defRPr sz="2400">
                <a:latin typeface="Raleway"/>
                <a:ea typeface="Raleway"/>
                <a:cs typeface="Raleway"/>
                <a:sym typeface="Raleway"/>
              </a:defRPr>
            </a:lvl5pPr>
            <a:lvl6pPr lvl="5" rtl="0">
              <a:lnSpc>
                <a:spcPct val="100000"/>
              </a:lnSpc>
              <a:spcBef>
                <a:spcPts val="0"/>
              </a:spcBef>
              <a:spcAft>
                <a:spcPts val="0"/>
              </a:spcAft>
              <a:buSzPts val="2400"/>
              <a:buFont typeface="Raleway"/>
              <a:buNone/>
              <a:defRPr sz="2400">
                <a:latin typeface="Raleway"/>
                <a:ea typeface="Raleway"/>
                <a:cs typeface="Raleway"/>
                <a:sym typeface="Raleway"/>
              </a:defRPr>
            </a:lvl6pPr>
            <a:lvl7pPr lvl="6" rtl="0">
              <a:lnSpc>
                <a:spcPct val="100000"/>
              </a:lnSpc>
              <a:spcBef>
                <a:spcPts val="0"/>
              </a:spcBef>
              <a:spcAft>
                <a:spcPts val="0"/>
              </a:spcAft>
              <a:buSzPts val="2400"/>
              <a:buFont typeface="Raleway"/>
              <a:buNone/>
              <a:defRPr sz="2400">
                <a:latin typeface="Raleway"/>
                <a:ea typeface="Raleway"/>
                <a:cs typeface="Raleway"/>
                <a:sym typeface="Raleway"/>
              </a:defRPr>
            </a:lvl7pPr>
            <a:lvl8pPr lvl="7" rtl="0">
              <a:lnSpc>
                <a:spcPct val="100000"/>
              </a:lnSpc>
              <a:spcBef>
                <a:spcPts val="0"/>
              </a:spcBef>
              <a:spcAft>
                <a:spcPts val="0"/>
              </a:spcAft>
              <a:buSzPts val="2400"/>
              <a:buFont typeface="Raleway"/>
              <a:buNone/>
              <a:defRPr sz="2400">
                <a:latin typeface="Raleway"/>
                <a:ea typeface="Raleway"/>
                <a:cs typeface="Raleway"/>
                <a:sym typeface="Raleway"/>
              </a:defRPr>
            </a:lvl8pPr>
            <a:lvl9pPr lvl="8" rtl="0">
              <a:lnSpc>
                <a:spcPct val="100000"/>
              </a:lnSpc>
              <a:spcBef>
                <a:spcPts val="0"/>
              </a:spcBef>
              <a:spcAft>
                <a:spcPts val="0"/>
              </a:spcAft>
              <a:buSzPts val="2400"/>
              <a:buFont typeface="Raleway"/>
              <a:buNone/>
              <a:defRPr sz="2400">
                <a:latin typeface="Raleway"/>
                <a:ea typeface="Raleway"/>
                <a:cs typeface="Raleway"/>
                <a:sym typeface="Raleway"/>
              </a:defRPr>
            </a:lvl9pPr>
          </a:lstStyle>
          <a:p/>
        </p:txBody>
      </p:sp>
      <p:sp>
        <p:nvSpPr>
          <p:cNvPr id="495" name="Google Shape;495;p13"/>
          <p:cNvSpPr txBox="1"/>
          <p:nvPr>
            <p:ph idx="15" type="subTitle"/>
          </p:nvPr>
        </p:nvSpPr>
        <p:spPr>
          <a:xfrm>
            <a:off x="6094593" y="3490050"/>
            <a:ext cx="2334300" cy="457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Raleway"/>
              <a:buNone/>
              <a:defRPr b="1" sz="1800">
                <a:solidFill>
                  <a:schemeClr val="dk1"/>
                </a:solidFill>
                <a:latin typeface="Cabin"/>
                <a:ea typeface="Cabin"/>
                <a:cs typeface="Cabin"/>
                <a:sym typeface="Cabin"/>
              </a:defRPr>
            </a:lvl1pPr>
            <a:lvl2pPr lvl="1" rtl="0">
              <a:lnSpc>
                <a:spcPct val="100000"/>
              </a:lnSpc>
              <a:spcBef>
                <a:spcPts val="0"/>
              </a:spcBef>
              <a:spcAft>
                <a:spcPts val="0"/>
              </a:spcAft>
              <a:buSzPts val="2400"/>
              <a:buFont typeface="Raleway"/>
              <a:buNone/>
              <a:defRPr sz="2400">
                <a:latin typeface="Raleway"/>
                <a:ea typeface="Raleway"/>
                <a:cs typeface="Raleway"/>
                <a:sym typeface="Raleway"/>
              </a:defRPr>
            </a:lvl2pPr>
            <a:lvl3pPr lvl="2" rtl="0">
              <a:lnSpc>
                <a:spcPct val="100000"/>
              </a:lnSpc>
              <a:spcBef>
                <a:spcPts val="0"/>
              </a:spcBef>
              <a:spcAft>
                <a:spcPts val="0"/>
              </a:spcAft>
              <a:buSzPts val="2400"/>
              <a:buFont typeface="Raleway"/>
              <a:buNone/>
              <a:defRPr sz="2400">
                <a:latin typeface="Raleway"/>
                <a:ea typeface="Raleway"/>
                <a:cs typeface="Raleway"/>
                <a:sym typeface="Raleway"/>
              </a:defRPr>
            </a:lvl3pPr>
            <a:lvl4pPr lvl="3" rtl="0">
              <a:lnSpc>
                <a:spcPct val="100000"/>
              </a:lnSpc>
              <a:spcBef>
                <a:spcPts val="0"/>
              </a:spcBef>
              <a:spcAft>
                <a:spcPts val="0"/>
              </a:spcAft>
              <a:buSzPts val="2400"/>
              <a:buFont typeface="Raleway"/>
              <a:buNone/>
              <a:defRPr sz="2400">
                <a:latin typeface="Raleway"/>
                <a:ea typeface="Raleway"/>
                <a:cs typeface="Raleway"/>
                <a:sym typeface="Raleway"/>
              </a:defRPr>
            </a:lvl4pPr>
            <a:lvl5pPr lvl="4" rtl="0">
              <a:lnSpc>
                <a:spcPct val="100000"/>
              </a:lnSpc>
              <a:spcBef>
                <a:spcPts val="0"/>
              </a:spcBef>
              <a:spcAft>
                <a:spcPts val="0"/>
              </a:spcAft>
              <a:buSzPts val="2400"/>
              <a:buFont typeface="Raleway"/>
              <a:buNone/>
              <a:defRPr sz="2400">
                <a:latin typeface="Raleway"/>
                <a:ea typeface="Raleway"/>
                <a:cs typeface="Raleway"/>
                <a:sym typeface="Raleway"/>
              </a:defRPr>
            </a:lvl5pPr>
            <a:lvl6pPr lvl="5" rtl="0">
              <a:lnSpc>
                <a:spcPct val="100000"/>
              </a:lnSpc>
              <a:spcBef>
                <a:spcPts val="0"/>
              </a:spcBef>
              <a:spcAft>
                <a:spcPts val="0"/>
              </a:spcAft>
              <a:buSzPts val="2400"/>
              <a:buFont typeface="Raleway"/>
              <a:buNone/>
              <a:defRPr sz="2400">
                <a:latin typeface="Raleway"/>
                <a:ea typeface="Raleway"/>
                <a:cs typeface="Raleway"/>
                <a:sym typeface="Raleway"/>
              </a:defRPr>
            </a:lvl6pPr>
            <a:lvl7pPr lvl="6" rtl="0">
              <a:lnSpc>
                <a:spcPct val="100000"/>
              </a:lnSpc>
              <a:spcBef>
                <a:spcPts val="0"/>
              </a:spcBef>
              <a:spcAft>
                <a:spcPts val="0"/>
              </a:spcAft>
              <a:buSzPts val="2400"/>
              <a:buFont typeface="Raleway"/>
              <a:buNone/>
              <a:defRPr sz="2400">
                <a:latin typeface="Raleway"/>
                <a:ea typeface="Raleway"/>
                <a:cs typeface="Raleway"/>
                <a:sym typeface="Raleway"/>
              </a:defRPr>
            </a:lvl7pPr>
            <a:lvl8pPr lvl="7" rtl="0">
              <a:lnSpc>
                <a:spcPct val="100000"/>
              </a:lnSpc>
              <a:spcBef>
                <a:spcPts val="0"/>
              </a:spcBef>
              <a:spcAft>
                <a:spcPts val="0"/>
              </a:spcAft>
              <a:buSzPts val="2400"/>
              <a:buFont typeface="Raleway"/>
              <a:buNone/>
              <a:defRPr sz="2400">
                <a:latin typeface="Raleway"/>
                <a:ea typeface="Raleway"/>
                <a:cs typeface="Raleway"/>
                <a:sym typeface="Raleway"/>
              </a:defRPr>
            </a:lvl8pPr>
            <a:lvl9pPr lvl="8" rtl="0">
              <a:lnSpc>
                <a:spcPct val="100000"/>
              </a:lnSpc>
              <a:spcBef>
                <a:spcPts val="0"/>
              </a:spcBef>
              <a:spcAft>
                <a:spcPts val="0"/>
              </a:spcAft>
              <a:buSzPts val="2400"/>
              <a:buFont typeface="Raleway"/>
              <a:buNone/>
              <a:defRPr sz="2400">
                <a:latin typeface="Raleway"/>
                <a:ea typeface="Raleway"/>
                <a:cs typeface="Raleway"/>
                <a:sym typeface="Raleway"/>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LANK_1_1_1_1_1_1">
    <p:spTree>
      <p:nvGrpSpPr>
        <p:cNvPr id="496" name="Shape 496"/>
        <p:cNvGrpSpPr/>
        <p:nvPr/>
      </p:nvGrpSpPr>
      <p:grpSpPr>
        <a:xfrm>
          <a:off x="0" y="0"/>
          <a:ext cx="0" cy="0"/>
          <a:chOff x="0" y="0"/>
          <a:chExt cx="0" cy="0"/>
        </a:xfrm>
      </p:grpSpPr>
      <p:sp>
        <p:nvSpPr>
          <p:cNvPr id="497" name="Google Shape;497;p14"/>
          <p:cNvSpPr txBox="1"/>
          <p:nvPr>
            <p:ph hasCustomPrompt="1" type="title"/>
          </p:nvPr>
        </p:nvSpPr>
        <p:spPr>
          <a:xfrm>
            <a:off x="1026838" y="2748382"/>
            <a:ext cx="3035700" cy="7689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4800">
                <a:solidFill>
                  <a:schemeClr val="dk2"/>
                </a:solidFill>
              </a:defRPr>
            </a:lvl1pPr>
            <a:lvl2pPr lvl="1" rtl="0" algn="ctr">
              <a:spcBef>
                <a:spcPts val="0"/>
              </a:spcBef>
              <a:spcAft>
                <a:spcPts val="0"/>
              </a:spcAft>
              <a:buClr>
                <a:schemeClr val="lt1"/>
              </a:buClr>
              <a:buSzPts val="6000"/>
              <a:buNone/>
              <a:defRPr b="1" sz="6000">
                <a:solidFill>
                  <a:schemeClr val="lt1"/>
                </a:solidFill>
              </a:defRPr>
            </a:lvl2pPr>
            <a:lvl3pPr lvl="2" rtl="0" algn="ctr">
              <a:spcBef>
                <a:spcPts val="0"/>
              </a:spcBef>
              <a:spcAft>
                <a:spcPts val="0"/>
              </a:spcAft>
              <a:buClr>
                <a:schemeClr val="lt1"/>
              </a:buClr>
              <a:buSzPts val="6000"/>
              <a:buNone/>
              <a:defRPr b="1" sz="6000">
                <a:solidFill>
                  <a:schemeClr val="lt1"/>
                </a:solidFill>
              </a:defRPr>
            </a:lvl3pPr>
            <a:lvl4pPr lvl="3" rtl="0" algn="ctr">
              <a:spcBef>
                <a:spcPts val="0"/>
              </a:spcBef>
              <a:spcAft>
                <a:spcPts val="0"/>
              </a:spcAft>
              <a:buClr>
                <a:schemeClr val="lt1"/>
              </a:buClr>
              <a:buSzPts val="6000"/>
              <a:buNone/>
              <a:defRPr b="1" sz="6000">
                <a:solidFill>
                  <a:schemeClr val="lt1"/>
                </a:solidFill>
              </a:defRPr>
            </a:lvl4pPr>
            <a:lvl5pPr lvl="4" rtl="0" algn="ctr">
              <a:spcBef>
                <a:spcPts val="0"/>
              </a:spcBef>
              <a:spcAft>
                <a:spcPts val="0"/>
              </a:spcAft>
              <a:buClr>
                <a:schemeClr val="lt1"/>
              </a:buClr>
              <a:buSzPts val="6000"/>
              <a:buNone/>
              <a:defRPr b="1" sz="6000">
                <a:solidFill>
                  <a:schemeClr val="lt1"/>
                </a:solidFill>
              </a:defRPr>
            </a:lvl5pPr>
            <a:lvl6pPr lvl="5" rtl="0" algn="ctr">
              <a:spcBef>
                <a:spcPts val="0"/>
              </a:spcBef>
              <a:spcAft>
                <a:spcPts val="0"/>
              </a:spcAft>
              <a:buClr>
                <a:schemeClr val="lt1"/>
              </a:buClr>
              <a:buSzPts val="6000"/>
              <a:buNone/>
              <a:defRPr b="1" sz="6000">
                <a:solidFill>
                  <a:schemeClr val="lt1"/>
                </a:solidFill>
              </a:defRPr>
            </a:lvl6pPr>
            <a:lvl7pPr lvl="6" rtl="0" algn="ctr">
              <a:spcBef>
                <a:spcPts val="0"/>
              </a:spcBef>
              <a:spcAft>
                <a:spcPts val="0"/>
              </a:spcAft>
              <a:buClr>
                <a:schemeClr val="lt1"/>
              </a:buClr>
              <a:buSzPts val="6000"/>
              <a:buNone/>
              <a:defRPr b="1" sz="6000">
                <a:solidFill>
                  <a:schemeClr val="lt1"/>
                </a:solidFill>
              </a:defRPr>
            </a:lvl7pPr>
            <a:lvl8pPr lvl="7" rtl="0" algn="ctr">
              <a:spcBef>
                <a:spcPts val="0"/>
              </a:spcBef>
              <a:spcAft>
                <a:spcPts val="0"/>
              </a:spcAft>
              <a:buClr>
                <a:schemeClr val="lt1"/>
              </a:buClr>
              <a:buSzPts val="6000"/>
              <a:buNone/>
              <a:defRPr b="1" sz="6000">
                <a:solidFill>
                  <a:schemeClr val="lt1"/>
                </a:solidFill>
              </a:defRPr>
            </a:lvl8pPr>
            <a:lvl9pPr lvl="8" rtl="0" algn="ctr">
              <a:spcBef>
                <a:spcPts val="0"/>
              </a:spcBef>
              <a:spcAft>
                <a:spcPts val="0"/>
              </a:spcAft>
              <a:buClr>
                <a:schemeClr val="lt1"/>
              </a:buClr>
              <a:buSzPts val="6000"/>
              <a:buNone/>
              <a:defRPr b="1" sz="6000">
                <a:solidFill>
                  <a:schemeClr val="lt1"/>
                </a:solidFill>
              </a:defRPr>
            </a:lvl9pPr>
          </a:lstStyle>
          <a:p>
            <a:r>
              <a:t>xx%</a:t>
            </a:r>
          </a:p>
        </p:txBody>
      </p:sp>
      <p:sp>
        <p:nvSpPr>
          <p:cNvPr id="498" name="Google Shape;498;p14"/>
          <p:cNvSpPr txBox="1"/>
          <p:nvPr>
            <p:ph idx="1" type="subTitle"/>
          </p:nvPr>
        </p:nvSpPr>
        <p:spPr>
          <a:xfrm>
            <a:off x="1026838" y="3507304"/>
            <a:ext cx="3035700" cy="598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200"/>
              <a:buNone/>
              <a:defRPr b="1" sz="1400">
                <a:solidFill>
                  <a:schemeClr val="dk1"/>
                </a:solidFill>
              </a:defRPr>
            </a:lvl1pPr>
            <a:lvl2pPr lvl="1" rtl="0" algn="ctr">
              <a:lnSpc>
                <a:spcPct val="100000"/>
              </a:lnSpc>
              <a:spcBef>
                <a:spcPts val="0"/>
              </a:spcBef>
              <a:spcAft>
                <a:spcPts val="0"/>
              </a:spcAft>
              <a:buClr>
                <a:schemeClr val="dk1"/>
              </a:buClr>
              <a:buSzPts val="1200"/>
              <a:buNone/>
              <a:defRPr>
                <a:solidFill>
                  <a:schemeClr val="dk1"/>
                </a:solidFill>
              </a:defRPr>
            </a:lvl2pPr>
            <a:lvl3pPr lvl="2" rtl="0" algn="ctr">
              <a:lnSpc>
                <a:spcPct val="100000"/>
              </a:lnSpc>
              <a:spcBef>
                <a:spcPts val="0"/>
              </a:spcBef>
              <a:spcAft>
                <a:spcPts val="0"/>
              </a:spcAft>
              <a:buClr>
                <a:schemeClr val="dk1"/>
              </a:buClr>
              <a:buSzPts val="1200"/>
              <a:buNone/>
              <a:defRPr>
                <a:solidFill>
                  <a:schemeClr val="dk1"/>
                </a:solidFill>
              </a:defRPr>
            </a:lvl3pPr>
            <a:lvl4pPr lvl="3" rtl="0" algn="ctr">
              <a:lnSpc>
                <a:spcPct val="100000"/>
              </a:lnSpc>
              <a:spcBef>
                <a:spcPts val="0"/>
              </a:spcBef>
              <a:spcAft>
                <a:spcPts val="0"/>
              </a:spcAft>
              <a:buClr>
                <a:schemeClr val="dk1"/>
              </a:buClr>
              <a:buSzPts val="1200"/>
              <a:buNone/>
              <a:defRPr>
                <a:solidFill>
                  <a:schemeClr val="dk1"/>
                </a:solidFill>
              </a:defRPr>
            </a:lvl4pPr>
            <a:lvl5pPr lvl="4" rtl="0" algn="ctr">
              <a:lnSpc>
                <a:spcPct val="100000"/>
              </a:lnSpc>
              <a:spcBef>
                <a:spcPts val="0"/>
              </a:spcBef>
              <a:spcAft>
                <a:spcPts val="0"/>
              </a:spcAft>
              <a:buClr>
                <a:schemeClr val="dk1"/>
              </a:buClr>
              <a:buSzPts val="1200"/>
              <a:buNone/>
              <a:defRPr>
                <a:solidFill>
                  <a:schemeClr val="dk1"/>
                </a:solidFill>
              </a:defRPr>
            </a:lvl5pPr>
            <a:lvl6pPr lvl="5" rtl="0" algn="ctr">
              <a:lnSpc>
                <a:spcPct val="100000"/>
              </a:lnSpc>
              <a:spcBef>
                <a:spcPts val="0"/>
              </a:spcBef>
              <a:spcAft>
                <a:spcPts val="0"/>
              </a:spcAft>
              <a:buClr>
                <a:schemeClr val="dk1"/>
              </a:buClr>
              <a:buSzPts val="1200"/>
              <a:buNone/>
              <a:defRPr>
                <a:solidFill>
                  <a:schemeClr val="dk1"/>
                </a:solidFill>
              </a:defRPr>
            </a:lvl6pPr>
            <a:lvl7pPr lvl="6" rtl="0" algn="ctr">
              <a:lnSpc>
                <a:spcPct val="100000"/>
              </a:lnSpc>
              <a:spcBef>
                <a:spcPts val="0"/>
              </a:spcBef>
              <a:spcAft>
                <a:spcPts val="0"/>
              </a:spcAft>
              <a:buClr>
                <a:schemeClr val="dk1"/>
              </a:buClr>
              <a:buSzPts val="1200"/>
              <a:buNone/>
              <a:defRPr>
                <a:solidFill>
                  <a:schemeClr val="dk1"/>
                </a:solidFill>
              </a:defRPr>
            </a:lvl7pPr>
            <a:lvl8pPr lvl="7" rtl="0" algn="ctr">
              <a:lnSpc>
                <a:spcPct val="100000"/>
              </a:lnSpc>
              <a:spcBef>
                <a:spcPts val="0"/>
              </a:spcBef>
              <a:spcAft>
                <a:spcPts val="0"/>
              </a:spcAft>
              <a:buClr>
                <a:schemeClr val="dk1"/>
              </a:buClr>
              <a:buSzPts val="1200"/>
              <a:buNone/>
              <a:defRPr>
                <a:solidFill>
                  <a:schemeClr val="dk1"/>
                </a:solidFill>
              </a:defRPr>
            </a:lvl8pPr>
            <a:lvl9pPr lvl="8" rtl="0" algn="ctr">
              <a:lnSpc>
                <a:spcPct val="100000"/>
              </a:lnSpc>
              <a:spcBef>
                <a:spcPts val="0"/>
              </a:spcBef>
              <a:spcAft>
                <a:spcPts val="0"/>
              </a:spcAft>
              <a:buClr>
                <a:schemeClr val="dk1"/>
              </a:buClr>
              <a:buSzPts val="1200"/>
              <a:buNone/>
              <a:defRPr>
                <a:solidFill>
                  <a:schemeClr val="dk1"/>
                </a:solidFill>
              </a:defRPr>
            </a:lvl9pPr>
          </a:lstStyle>
          <a:p/>
        </p:txBody>
      </p:sp>
      <p:sp>
        <p:nvSpPr>
          <p:cNvPr id="499" name="Google Shape;499;p14"/>
          <p:cNvSpPr txBox="1"/>
          <p:nvPr>
            <p:ph hasCustomPrompt="1" idx="2" type="title"/>
          </p:nvPr>
        </p:nvSpPr>
        <p:spPr>
          <a:xfrm>
            <a:off x="3054150" y="1037396"/>
            <a:ext cx="3035700" cy="7689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4800">
                <a:solidFill>
                  <a:schemeClr val="dk2"/>
                </a:solidFill>
              </a:defRPr>
            </a:lvl1pPr>
            <a:lvl2pPr lvl="1" rtl="0" algn="ctr">
              <a:spcBef>
                <a:spcPts val="0"/>
              </a:spcBef>
              <a:spcAft>
                <a:spcPts val="0"/>
              </a:spcAft>
              <a:buClr>
                <a:schemeClr val="lt1"/>
              </a:buClr>
              <a:buSzPts val="6000"/>
              <a:buNone/>
              <a:defRPr b="1" sz="6000">
                <a:solidFill>
                  <a:schemeClr val="lt1"/>
                </a:solidFill>
              </a:defRPr>
            </a:lvl2pPr>
            <a:lvl3pPr lvl="2" rtl="0" algn="ctr">
              <a:spcBef>
                <a:spcPts val="0"/>
              </a:spcBef>
              <a:spcAft>
                <a:spcPts val="0"/>
              </a:spcAft>
              <a:buClr>
                <a:schemeClr val="lt1"/>
              </a:buClr>
              <a:buSzPts val="6000"/>
              <a:buNone/>
              <a:defRPr b="1" sz="6000">
                <a:solidFill>
                  <a:schemeClr val="lt1"/>
                </a:solidFill>
              </a:defRPr>
            </a:lvl3pPr>
            <a:lvl4pPr lvl="3" rtl="0" algn="ctr">
              <a:spcBef>
                <a:spcPts val="0"/>
              </a:spcBef>
              <a:spcAft>
                <a:spcPts val="0"/>
              </a:spcAft>
              <a:buClr>
                <a:schemeClr val="lt1"/>
              </a:buClr>
              <a:buSzPts val="6000"/>
              <a:buNone/>
              <a:defRPr b="1" sz="6000">
                <a:solidFill>
                  <a:schemeClr val="lt1"/>
                </a:solidFill>
              </a:defRPr>
            </a:lvl4pPr>
            <a:lvl5pPr lvl="4" rtl="0" algn="ctr">
              <a:spcBef>
                <a:spcPts val="0"/>
              </a:spcBef>
              <a:spcAft>
                <a:spcPts val="0"/>
              </a:spcAft>
              <a:buClr>
                <a:schemeClr val="lt1"/>
              </a:buClr>
              <a:buSzPts val="6000"/>
              <a:buNone/>
              <a:defRPr b="1" sz="6000">
                <a:solidFill>
                  <a:schemeClr val="lt1"/>
                </a:solidFill>
              </a:defRPr>
            </a:lvl5pPr>
            <a:lvl6pPr lvl="5" rtl="0" algn="ctr">
              <a:spcBef>
                <a:spcPts val="0"/>
              </a:spcBef>
              <a:spcAft>
                <a:spcPts val="0"/>
              </a:spcAft>
              <a:buClr>
                <a:schemeClr val="lt1"/>
              </a:buClr>
              <a:buSzPts val="6000"/>
              <a:buNone/>
              <a:defRPr b="1" sz="6000">
                <a:solidFill>
                  <a:schemeClr val="lt1"/>
                </a:solidFill>
              </a:defRPr>
            </a:lvl6pPr>
            <a:lvl7pPr lvl="6" rtl="0" algn="ctr">
              <a:spcBef>
                <a:spcPts val="0"/>
              </a:spcBef>
              <a:spcAft>
                <a:spcPts val="0"/>
              </a:spcAft>
              <a:buClr>
                <a:schemeClr val="lt1"/>
              </a:buClr>
              <a:buSzPts val="6000"/>
              <a:buNone/>
              <a:defRPr b="1" sz="6000">
                <a:solidFill>
                  <a:schemeClr val="lt1"/>
                </a:solidFill>
              </a:defRPr>
            </a:lvl7pPr>
            <a:lvl8pPr lvl="7" rtl="0" algn="ctr">
              <a:spcBef>
                <a:spcPts val="0"/>
              </a:spcBef>
              <a:spcAft>
                <a:spcPts val="0"/>
              </a:spcAft>
              <a:buClr>
                <a:schemeClr val="lt1"/>
              </a:buClr>
              <a:buSzPts val="6000"/>
              <a:buNone/>
              <a:defRPr b="1" sz="6000">
                <a:solidFill>
                  <a:schemeClr val="lt1"/>
                </a:solidFill>
              </a:defRPr>
            </a:lvl8pPr>
            <a:lvl9pPr lvl="8" rtl="0" algn="ctr">
              <a:spcBef>
                <a:spcPts val="0"/>
              </a:spcBef>
              <a:spcAft>
                <a:spcPts val="0"/>
              </a:spcAft>
              <a:buClr>
                <a:schemeClr val="lt1"/>
              </a:buClr>
              <a:buSzPts val="6000"/>
              <a:buNone/>
              <a:defRPr b="1" sz="6000">
                <a:solidFill>
                  <a:schemeClr val="lt1"/>
                </a:solidFill>
              </a:defRPr>
            </a:lvl9pPr>
          </a:lstStyle>
          <a:p>
            <a:r>
              <a:t>xx%</a:t>
            </a:r>
          </a:p>
        </p:txBody>
      </p:sp>
      <p:sp>
        <p:nvSpPr>
          <p:cNvPr id="500" name="Google Shape;500;p14"/>
          <p:cNvSpPr txBox="1"/>
          <p:nvPr>
            <p:ph idx="3" type="subTitle"/>
          </p:nvPr>
        </p:nvSpPr>
        <p:spPr>
          <a:xfrm>
            <a:off x="3054150" y="1796308"/>
            <a:ext cx="3035700" cy="598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200"/>
              <a:buNone/>
              <a:defRPr b="1" sz="1400">
                <a:solidFill>
                  <a:schemeClr val="dk1"/>
                </a:solidFill>
              </a:defRPr>
            </a:lvl1pPr>
            <a:lvl2pPr lvl="1" rtl="0" algn="ctr">
              <a:lnSpc>
                <a:spcPct val="100000"/>
              </a:lnSpc>
              <a:spcBef>
                <a:spcPts val="0"/>
              </a:spcBef>
              <a:spcAft>
                <a:spcPts val="0"/>
              </a:spcAft>
              <a:buClr>
                <a:schemeClr val="dk1"/>
              </a:buClr>
              <a:buSzPts val="1200"/>
              <a:buNone/>
              <a:defRPr>
                <a:solidFill>
                  <a:schemeClr val="dk1"/>
                </a:solidFill>
              </a:defRPr>
            </a:lvl2pPr>
            <a:lvl3pPr lvl="2" rtl="0" algn="ctr">
              <a:lnSpc>
                <a:spcPct val="100000"/>
              </a:lnSpc>
              <a:spcBef>
                <a:spcPts val="0"/>
              </a:spcBef>
              <a:spcAft>
                <a:spcPts val="0"/>
              </a:spcAft>
              <a:buClr>
                <a:schemeClr val="dk1"/>
              </a:buClr>
              <a:buSzPts val="1200"/>
              <a:buNone/>
              <a:defRPr>
                <a:solidFill>
                  <a:schemeClr val="dk1"/>
                </a:solidFill>
              </a:defRPr>
            </a:lvl3pPr>
            <a:lvl4pPr lvl="3" rtl="0" algn="ctr">
              <a:lnSpc>
                <a:spcPct val="100000"/>
              </a:lnSpc>
              <a:spcBef>
                <a:spcPts val="0"/>
              </a:spcBef>
              <a:spcAft>
                <a:spcPts val="0"/>
              </a:spcAft>
              <a:buClr>
                <a:schemeClr val="dk1"/>
              </a:buClr>
              <a:buSzPts val="1200"/>
              <a:buNone/>
              <a:defRPr>
                <a:solidFill>
                  <a:schemeClr val="dk1"/>
                </a:solidFill>
              </a:defRPr>
            </a:lvl4pPr>
            <a:lvl5pPr lvl="4" rtl="0" algn="ctr">
              <a:lnSpc>
                <a:spcPct val="100000"/>
              </a:lnSpc>
              <a:spcBef>
                <a:spcPts val="0"/>
              </a:spcBef>
              <a:spcAft>
                <a:spcPts val="0"/>
              </a:spcAft>
              <a:buClr>
                <a:schemeClr val="dk1"/>
              </a:buClr>
              <a:buSzPts val="1200"/>
              <a:buNone/>
              <a:defRPr>
                <a:solidFill>
                  <a:schemeClr val="dk1"/>
                </a:solidFill>
              </a:defRPr>
            </a:lvl5pPr>
            <a:lvl6pPr lvl="5" rtl="0" algn="ctr">
              <a:lnSpc>
                <a:spcPct val="100000"/>
              </a:lnSpc>
              <a:spcBef>
                <a:spcPts val="0"/>
              </a:spcBef>
              <a:spcAft>
                <a:spcPts val="0"/>
              </a:spcAft>
              <a:buClr>
                <a:schemeClr val="dk1"/>
              </a:buClr>
              <a:buSzPts val="1200"/>
              <a:buNone/>
              <a:defRPr>
                <a:solidFill>
                  <a:schemeClr val="dk1"/>
                </a:solidFill>
              </a:defRPr>
            </a:lvl6pPr>
            <a:lvl7pPr lvl="6" rtl="0" algn="ctr">
              <a:lnSpc>
                <a:spcPct val="100000"/>
              </a:lnSpc>
              <a:spcBef>
                <a:spcPts val="0"/>
              </a:spcBef>
              <a:spcAft>
                <a:spcPts val="0"/>
              </a:spcAft>
              <a:buClr>
                <a:schemeClr val="dk1"/>
              </a:buClr>
              <a:buSzPts val="1200"/>
              <a:buNone/>
              <a:defRPr>
                <a:solidFill>
                  <a:schemeClr val="dk1"/>
                </a:solidFill>
              </a:defRPr>
            </a:lvl7pPr>
            <a:lvl8pPr lvl="7" rtl="0" algn="ctr">
              <a:lnSpc>
                <a:spcPct val="100000"/>
              </a:lnSpc>
              <a:spcBef>
                <a:spcPts val="0"/>
              </a:spcBef>
              <a:spcAft>
                <a:spcPts val="0"/>
              </a:spcAft>
              <a:buClr>
                <a:schemeClr val="dk1"/>
              </a:buClr>
              <a:buSzPts val="1200"/>
              <a:buNone/>
              <a:defRPr>
                <a:solidFill>
                  <a:schemeClr val="dk1"/>
                </a:solidFill>
              </a:defRPr>
            </a:lvl8pPr>
            <a:lvl9pPr lvl="8" rtl="0" algn="ctr">
              <a:lnSpc>
                <a:spcPct val="100000"/>
              </a:lnSpc>
              <a:spcBef>
                <a:spcPts val="0"/>
              </a:spcBef>
              <a:spcAft>
                <a:spcPts val="0"/>
              </a:spcAft>
              <a:buClr>
                <a:schemeClr val="dk1"/>
              </a:buClr>
              <a:buSzPts val="1200"/>
              <a:buNone/>
              <a:defRPr>
                <a:solidFill>
                  <a:schemeClr val="dk1"/>
                </a:solidFill>
              </a:defRPr>
            </a:lvl9pPr>
          </a:lstStyle>
          <a:p/>
        </p:txBody>
      </p:sp>
      <p:sp>
        <p:nvSpPr>
          <p:cNvPr id="501" name="Google Shape;501;p14"/>
          <p:cNvSpPr txBox="1"/>
          <p:nvPr>
            <p:ph hasCustomPrompt="1" idx="4" type="title"/>
          </p:nvPr>
        </p:nvSpPr>
        <p:spPr>
          <a:xfrm>
            <a:off x="5081463" y="2748382"/>
            <a:ext cx="3035700" cy="7689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4800">
                <a:solidFill>
                  <a:schemeClr val="dk2"/>
                </a:solidFill>
              </a:defRPr>
            </a:lvl1pPr>
            <a:lvl2pPr lvl="1" rtl="0" algn="ctr">
              <a:spcBef>
                <a:spcPts val="0"/>
              </a:spcBef>
              <a:spcAft>
                <a:spcPts val="0"/>
              </a:spcAft>
              <a:buClr>
                <a:schemeClr val="lt1"/>
              </a:buClr>
              <a:buSzPts val="6000"/>
              <a:buNone/>
              <a:defRPr b="1" sz="6000">
                <a:solidFill>
                  <a:schemeClr val="lt1"/>
                </a:solidFill>
              </a:defRPr>
            </a:lvl2pPr>
            <a:lvl3pPr lvl="2" rtl="0" algn="ctr">
              <a:spcBef>
                <a:spcPts val="0"/>
              </a:spcBef>
              <a:spcAft>
                <a:spcPts val="0"/>
              </a:spcAft>
              <a:buClr>
                <a:schemeClr val="lt1"/>
              </a:buClr>
              <a:buSzPts val="6000"/>
              <a:buNone/>
              <a:defRPr b="1" sz="6000">
                <a:solidFill>
                  <a:schemeClr val="lt1"/>
                </a:solidFill>
              </a:defRPr>
            </a:lvl3pPr>
            <a:lvl4pPr lvl="3" rtl="0" algn="ctr">
              <a:spcBef>
                <a:spcPts val="0"/>
              </a:spcBef>
              <a:spcAft>
                <a:spcPts val="0"/>
              </a:spcAft>
              <a:buClr>
                <a:schemeClr val="lt1"/>
              </a:buClr>
              <a:buSzPts val="6000"/>
              <a:buNone/>
              <a:defRPr b="1" sz="6000">
                <a:solidFill>
                  <a:schemeClr val="lt1"/>
                </a:solidFill>
              </a:defRPr>
            </a:lvl4pPr>
            <a:lvl5pPr lvl="4" rtl="0" algn="ctr">
              <a:spcBef>
                <a:spcPts val="0"/>
              </a:spcBef>
              <a:spcAft>
                <a:spcPts val="0"/>
              </a:spcAft>
              <a:buClr>
                <a:schemeClr val="lt1"/>
              </a:buClr>
              <a:buSzPts val="6000"/>
              <a:buNone/>
              <a:defRPr b="1" sz="6000">
                <a:solidFill>
                  <a:schemeClr val="lt1"/>
                </a:solidFill>
              </a:defRPr>
            </a:lvl5pPr>
            <a:lvl6pPr lvl="5" rtl="0" algn="ctr">
              <a:spcBef>
                <a:spcPts val="0"/>
              </a:spcBef>
              <a:spcAft>
                <a:spcPts val="0"/>
              </a:spcAft>
              <a:buClr>
                <a:schemeClr val="lt1"/>
              </a:buClr>
              <a:buSzPts val="6000"/>
              <a:buNone/>
              <a:defRPr b="1" sz="6000">
                <a:solidFill>
                  <a:schemeClr val="lt1"/>
                </a:solidFill>
              </a:defRPr>
            </a:lvl6pPr>
            <a:lvl7pPr lvl="6" rtl="0" algn="ctr">
              <a:spcBef>
                <a:spcPts val="0"/>
              </a:spcBef>
              <a:spcAft>
                <a:spcPts val="0"/>
              </a:spcAft>
              <a:buClr>
                <a:schemeClr val="lt1"/>
              </a:buClr>
              <a:buSzPts val="6000"/>
              <a:buNone/>
              <a:defRPr b="1" sz="6000">
                <a:solidFill>
                  <a:schemeClr val="lt1"/>
                </a:solidFill>
              </a:defRPr>
            </a:lvl7pPr>
            <a:lvl8pPr lvl="7" rtl="0" algn="ctr">
              <a:spcBef>
                <a:spcPts val="0"/>
              </a:spcBef>
              <a:spcAft>
                <a:spcPts val="0"/>
              </a:spcAft>
              <a:buClr>
                <a:schemeClr val="lt1"/>
              </a:buClr>
              <a:buSzPts val="6000"/>
              <a:buNone/>
              <a:defRPr b="1" sz="6000">
                <a:solidFill>
                  <a:schemeClr val="lt1"/>
                </a:solidFill>
              </a:defRPr>
            </a:lvl8pPr>
            <a:lvl9pPr lvl="8" rtl="0" algn="ctr">
              <a:spcBef>
                <a:spcPts val="0"/>
              </a:spcBef>
              <a:spcAft>
                <a:spcPts val="0"/>
              </a:spcAft>
              <a:buClr>
                <a:schemeClr val="lt1"/>
              </a:buClr>
              <a:buSzPts val="6000"/>
              <a:buNone/>
              <a:defRPr b="1" sz="6000">
                <a:solidFill>
                  <a:schemeClr val="lt1"/>
                </a:solidFill>
              </a:defRPr>
            </a:lvl9pPr>
          </a:lstStyle>
          <a:p>
            <a:r>
              <a:t>xx%</a:t>
            </a:r>
          </a:p>
        </p:txBody>
      </p:sp>
      <p:sp>
        <p:nvSpPr>
          <p:cNvPr id="502" name="Google Shape;502;p14"/>
          <p:cNvSpPr txBox="1"/>
          <p:nvPr>
            <p:ph idx="5" type="subTitle"/>
          </p:nvPr>
        </p:nvSpPr>
        <p:spPr>
          <a:xfrm>
            <a:off x="5081463" y="3507304"/>
            <a:ext cx="3035700" cy="598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200"/>
              <a:buNone/>
              <a:defRPr b="1" sz="1400">
                <a:solidFill>
                  <a:schemeClr val="dk1"/>
                </a:solidFill>
              </a:defRPr>
            </a:lvl1pPr>
            <a:lvl2pPr lvl="1" rtl="0" algn="ctr">
              <a:lnSpc>
                <a:spcPct val="100000"/>
              </a:lnSpc>
              <a:spcBef>
                <a:spcPts val="0"/>
              </a:spcBef>
              <a:spcAft>
                <a:spcPts val="0"/>
              </a:spcAft>
              <a:buClr>
                <a:schemeClr val="dk1"/>
              </a:buClr>
              <a:buSzPts val="1200"/>
              <a:buNone/>
              <a:defRPr>
                <a:solidFill>
                  <a:schemeClr val="dk1"/>
                </a:solidFill>
              </a:defRPr>
            </a:lvl2pPr>
            <a:lvl3pPr lvl="2" rtl="0" algn="ctr">
              <a:lnSpc>
                <a:spcPct val="100000"/>
              </a:lnSpc>
              <a:spcBef>
                <a:spcPts val="0"/>
              </a:spcBef>
              <a:spcAft>
                <a:spcPts val="0"/>
              </a:spcAft>
              <a:buClr>
                <a:schemeClr val="dk1"/>
              </a:buClr>
              <a:buSzPts val="1200"/>
              <a:buNone/>
              <a:defRPr>
                <a:solidFill>
                  <a:schemeClr val="dk1"/>
                </a:solidFill>
              </a:defRPr>
            </a:lvl3pPr>
            <a:lvl4pPr lvl="3" rtl="0" algn="ctr">
              <a:lnSpc>
                <a:spcPct val="100000"/>
              </a:lnSpc>
              <a:spcBef>
                <a:spcPts val="0"/>
              </a:spcBef>
              <a:spcAft>
                <a:spcPts val="0"/>
              </a:spcAft>
              <a:buClr>
                <a:schemeClr val="dk1"/>
              </a:buClr>
              <a:buSzPts val="1200"/>
              <a:buNone/>
              <a:defRPr>
                <a:solidFill>
                  <a:schemeClr val="dk1"/>
                </a:solidFill>
              </a:defRPr>
            </a:lvl4pPr>
            <a:lvl5pPr lvl="4" rtl="0" algn="ctr">
              <a:lnSpc>
                <a:spcPct val="100000"/>
              </a:lnSpc>
              <a:spcBef>
                <a:spcPts val="0"/>
              </a:spcBef>
              <a:spcAft>
                <a:spcPts val="0"/>
              </a:spcAft>
              <a:buClr>
                <a:schemeClr val="dk1"/>
              </a:buClr>
              <a:buSzPts val="1200"/>
              <a:buNone/>
              <a:defRPr>
                <a:solidFill>
                  <a:schemeClr val="dk1"/>
                </a:solidFill>
              </a:defRPr>
            </a:lvl5pPr>
            <a:lvl6pPr lvl="5" rtl="0" algn="ctr">
              <a:lnSpc>
                <a:spcPct val="100000"/>
              </a:lnSpc>
              <a:spcBef>
                <a:spcPts val="0"/>
              </a:spcBef>
              <a:spcAft>
                <a:spcPts val="0"/>
              </a:spcAft>
              <a:buClr>
                <a:schemeClr val="dk1"/>
              </a:buClr>
              <a:buSzPts val="1200"/>
              <a:buNone/>
              <a:defRPr>
                <a:solidFill>
                  <a:schemeClr val="dk1"/>
                </a:solidFill>
              </a:defRPr>
            </a:lvl6pPr>
            <a:lvl7pPr lvl="6" rtl="0" algn="ctr">
              <a:lnSpc>
                <a:spcPct val="100000"/>
              </a:lnSpc>
              <a:spcBef>
                <a:spcPts val="0"/>
              </a:spcBef>
              <a:spcAft>
                <a:spcPts val="0"/>
              </a:spcAft>
              <a:buClr>
                <a:schemeClr val="dk1"/>
              </a:buClr>
              <a:buSzPts val="1200"/>
              <a:buNone/>
              <a:defRPr>
                <a:solidFill>
                  <a:schemeClr val="dk1"/>
                </a:solidFill>
              </a:defRPr>
            </a:lvl7pPr>
            <a:lvl8pPr lvl="7" rtl="0" algn="ctr">
              <a:lnSpc>
                <a:spcPct val="100000"/>
              </a:lnSpc>
              <a:spcBef>
                <a:spcPts val="0"/>
              </a:spcBef>
              <a:spcAft>
                <a:spcPts val="0"/>
              </a:spcAft>
              <a:buClr>
                <a:schemeClr val="dk1"/>
              </a:buClr>
              <a:buSzPts val="1200"/>
              <a:buNone/>
              <a:defRPr>
                <a:solidFill>
                  <a:schemeClr val="dk1"/>
                </a:solidFill>
              </a:defRPr>
            </a:lvl8pPr>
            <a:lvl9pPr lvl="8" rtl="0" algn="ctr">
              <a:lnSpc>
                <a:spcPct val="100000"/>
              </a:lnSpc>
              <a:spcBef>
                <a:spcPts val="0"/>
              </a:spcBef>
              <a:spcAft>
                <a:spcPts val="0"/>
              </a:spcAft>
              <a:buClr>
                <a:schemeClr val="dk1"/>
              </a:buClr>
              <a:buSzPts val="1200"/>
              <a:buNone/>
              <a:defRPr>
                <a:solidFill>
                  <a:schemeClr val="dk1"/>
                </a:solidFill>
              </a:defRPr>
            </a:lvl9pPr>
          </a:lstStyle>
          <a:p/>
        </p:txBody>
      </p:sp>
      <p:grpSp>
        <p:nvGrpSpPr>
          <p:cNvPr id="503" name="Google Shape;503;p14"/>
          <p:cNvGrpSpPr/>
          <p:nvPr/>
        </p:nvGrpSpPr>
        <p:grpSpPr>
          <a:xfrm>
            <a:off x="8343010" y="4084789"/>
            <a:ext cx="1105788" cy="1058857"/>
            <a:chOff x="4252810" y="2035226"/>
            <a:chExt cx="624951" cy="598394"/>
          </a:xfrm>
        </p:grpSpPr>
        <p:sp>
          <p:nvSpPr>
            <p:cNvPr id="504" name="Google Shape;504;p14"/>
            <p:cNvSpPr/>
            <p:nvPr/>
          </p:nvSpPr>
          <p:spPr>
            <a:xfrm>
              <a:off x="4252810" y="2035226"/>
              <a:ext cx="38137" cy="39305"/>
            </a:xfrm>
            <a:custGeom>
              <a:rect b="b" l="l" r="r" t="t"/>
              <a:pathLst>
                <a:path extrusionOk="0" h="370" w="359">
                  <a:moveTo>
                    <a:pt x="180" y="0"/>
                  </a:moveTo>
                  <a:cubicBezTo>
                    <a:pt x="84" y="0"/>
                    <a:pt x="1" y="84"/>
                    <a:pt x="1" y="191"/>
                  </a:cubicBezTo>
                  <a:cubicBezTo>
                    <a:pt x="1" y="286"/>
                    <a:pt x="84" y="369"/>
                    <a:pt x="180" y="369"/>
                  </a:cubicBezTo>
                  <a:cubicBezTo>
                    <a:pt x="287" y="369"/>
                    <a:pt x="358" y="286"/>
                    <a:pt x="358" y="191"/>
                  </a:cubicBezTo>
                  <a:cubicBezTo>
                    <a:pt x="358" y="96"/>
                    <a:pt x="287" y="0"/>
                    <a:pt x="18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14"/>
            <p:cNvSpPr/>
            <p:nvPr/>
          </p:nvSpPr>
          <p:spPr>
            <a:xfrm>
              <a:off x="4351498" y="2035226"/>
              <a:ext cx="38030" cy="39305"/>
            </a:xfrm>
            <a:custGeom>
              <a:rect b="b" l="l" r="r" t="t"/>
              <a:pathLst>
                <a:path extrusionOk="0" h="370" w="358">
                  <a:moveTo>
                    <a:pt x="179" y="0"/>
                  </a:moveTo>
                  <a:cubicBezTo>
                    <a:pt x="72" y="0"/>
                    <a:pt x="1" y="84"/>
                    <a:pt x="1" y="191"/>
                  </a:cubicBezTo>
                  <a:cubicBezTo>
                    <a:pt x="1" y="286"/>
                    <a:pt x="72" y="369"/>
                    <a:pt x="179" y="369"/>
                  </a:cubicBezTo>
                  <a:cubicBezTo>
                    <a:pt x="286" y="369"/>
                    <a:pt x="358" y="286"/>
                    <a:pt x="358" y="191"/>
                  </a:cubicBezTo>
                  <a:cubicBezTo>
                    <a:pt x="358" y="96"/>
                    <a:pt x="286" y="0"/>
                    <a:pt x="17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14"/>
            <p:cNvSpPr/>
            <p:nvPr/>
          </p:nvSpPr>
          <p:spPr>
            <a:xfrm>
              <a:off x="4448911" y="2035226"/>
              <a:ext cx="38030" cy="39305"/>
            </a:xfrm>
            <a:custGeom>
              <a:rect b="b" l="l" r="r" t="t"/>
              <a:pathLst>
                <a:path extrusionOk="0" h="370" w="358">
                  <a:moveTo>
                    <a:pt x="179" y="0"/>
                  </a:moveTo>
                  <a:cubicBezTo>
                    <a:pt x="84" y="0"/>
                    <a:pt x="0" y="84"/>
                    <a:pt x="0" y="191"/>
                  </a:cubicBezTo>
                  <a:cubicBezTo>
                    <a:pt x="0" y="286"/>
                    <a:pt x="84" y="369"/>
                    <a:pt x="179" y="369"/>
                  </a:cubicBezTo>
                  <a:cubicBezTo>
                    <a:pt x="286" y="369"/>
                    <a:pt x="358" y="286"/>
                    <a:pt x="358" y="191"/>
                  </a:cubicBezTo>
                  <a:cubicBezTo>
                    <a:pt x="358" y="96"/>
                    <a:pt x="286" y="0"/>
                    <a:pt x="17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14"/>
            <p:cNvSpPr/>
            <p:nvPr/>
          </p:nvSpPr>
          <p:spPr>
            <a:xfrm>
              <a:off x="4547599" y="2035226"/>
              <a:ext cx="38030" cy="39305"/>
            </a:xfrm>
            <a:custGeom>
              <a:rect b="b" l="l" r="r" t="t"/>
              <a:pathLst>
                <a:path extrusionOk="0" h="370" w="358">
                  <a:moveTo>
                    <a:pt x="179" y="0"/>
                  </a:moveTo>
                  <a:cubicBezTo>
                    <a:pt x="72" y="0"/>
                    <a:pt x="0" y="84"/>
                    <a:pt x="0" y="191"/>
                  </a:cubicBezTo>
                  <a:cubicBezTo>
                    <a:pt x="0" y="286"/>
                    <a:pt x="72" y="369"/>
                    <a:pt x="179" y="369"/>
                  </a:cubicBezTo>
                  <a:cubicBezTo>
                    <a:pt x="286" y="369"/>
                    <a:pt x="357" y="286"/>
                    <a:pt x="357" y="191"/>
                  </a:cubicBezTo>
                  <a:cubicBezTo>
                    <a:pt x="357" y="96"/>
                    <a:pt x="262" y="0"/>
                    <a:pt x="17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14"/>
            <p:cNvSpPr/>
            <p:nvPr/>
          </p:nvSpPr>
          <p:spPr>
            <a:xfrm>
              <a:off x="4643630" y="2035226"/>
              <a:ext cx="38137" cy="39305"/>
            </a:xfrm>
            <a:custGeom>
              <a:rect b="b" l="l" r="r" t="t"/>
              <a:pathLst>
                <a:path extrusionOk="0" h="370" w="359">
                  <a:moveTo>
                    <a:pt x="180" y="0"/>
                  </a:moveTo>
                  <a:cubicBezTo>
                    <a:pt x="72" y="0"/>
                    <a:pt x="1" y="84"/>
                    <a:pt x="1" y="191"/>
                  </a:cubicBezTo>
                  <a:cubicBezTo>
                    <a:pt x="1" y="286"/>
                    <a:pt x="72" y="369"/>
                    <a:pt x="180" y="369"/>
                  </a:cubicBezTo>
                  <a:cubicBezTo>
                    <a:pt x="287" y="369"/>
                    <a:pt x="358" y="286"/>
                    <a:pt x="358" y="191"/>
                  </a:cubicBezTo>
                  <a:cubicBezTo>
                    <a:pt x="358" y="96"/>
                    <a:pt x="287" y="0"/>
                    <a:pt x="18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14"/>
            <p:cNvSpPr/>
            <p:nvPr/>
          </p:nvSpPr>
          <p:spPr>
            <a:xfrm>
              <a:off x="4742318" y="2035226"/>
              <a:ext cx="38030" cy="39305"/>
            </a:xfrm>
            <a:custGeom>
              <a:rect b="b" l="l" r="r" t="t"/>
              <a:pathLst>
                <a:path extrusionOk="0" h="370" w="358">
                  <a:moveTo>
                    <a:pt x="179" y="0"/>
                  </a:moveTo>
                  <a:cubicBezTo>
                    <a:pt x="72" y="0"/>
                    <a:pt x="1" y="84"/>
                    <a:pt x="1" y="191"/>
                  </a:cubicBezTo>
                  <a:cubicBezTo>
                    <a:pt x="1" y="286"/>
                    <a:pt x="72" y="369"/>
                    <a:pt x="179" y="369"/>
                  </a:cubicBezTo>
                  <a:cubicBezTo>
                    <a:pt x="275" y="369"/>
                    <a:pt x="358" y="286"/>
                    <a:pt x="358" y="191"/>
                  </a:cubicBezTo>
                  <a:cubicBezTo>
                    <a:pt x="358" y="96"/>
                    <a:pt x="275" y="0"/>
                    <a:pt x="17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14"/>
            <p:cNvSpPr/>
            <p:nvPr/>
          </p:nvSpPr>
          <p:spPr>
            <a:xfrm>
              <a:off x="4839731" y="2035226"/>
              <a:ext cx="38030" cy="39305"/>
            </a:xfrm>
            <a:custGeom>
              <a:rect b="b" l="l" r="r" t="t"/>
              <a:pathLst>
                <a:path extrusionOk="0" h="370" w="358">
                  <a:moveTo>
                    <a:pt x="179" y="0"/>
                  </a:moveTo>
                  <a:cubicBezTo>
                    <a:pt x="72" y="0"/>
                    <a:pt x="0" y="84"/>
                    <a:pt x="0" y="191"/>
                  </a:cubicBezTo>
                  <a:cubicBezTo>
                    <a:pt x="0" y="286"/>
                    <a:pt x="72" y="369"/>
                    <a:pt x="179" y="369"/>
                  </a:cubicBezTo>
                  <a:cubicBezTo>
                    <a:pt x="286" y="369"/>
                    <a:pt x="358" y="286"/>
                    <a:pt x="358" y="191"/>
                  </a:cubicBezTo>
                  <a:cubicBezTo>
                    <a:pt x="358" y="96"/>
                    <a:pt x="274" y="0"/>
                    <a:pt x="17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14"/>
            <p:cNvSpPr/>
            <p:nvPr/>
          </p:nvSpPr>
          <p:spPr>
            <a:xfrm>
              <a:off x="4252810" y="2147829"/>
              <a:ext cx="38137" cy="38030"/>
            </a:xfrm>
            <a:custGeom>
              <a:rect b="b" l="l" r="r" t="t"/>
              <a:pathLst>
                <a:path extrusionOk="0" h="358" w="359">
                  <a:moveTo>
                    <a:pt x="180" y="0"/>
                  </a:moveTo>
                  <a:cubicBezTo>
                    <a:pt x="84" y="0"/>
                    <a:pt x="1" y="83"/>
                    <a:pt x="1" y="179"/>
                  </a:cubicBezTo>
                  <a:cubicBezTo>
                    <a:pt x="1" y="286"/>
                    <a:pt x="84" y="357"/>
                    <a:pt x="180" y="357"/>
                  </a:cubicBezTo>
                  <a:cubicBezTo>
                    <a:pt x="287" y="357"/>
                    <a:pt x="358" y="286"/>
                    <a:pt x="358" y="179"/>
                  </a:cubicBezTo>
                  <a:cubicBezTo>
                    <a:pt x="358" y="83"/>
                    <a:pt x="287" y="0"/>
                    <a:pt x="18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14"/>
            <p:cNvSpPr/>
            <p:nvPr/>
          </p:nvSpPr>
          <p:spPr>
            <a:xfrm>
              <a:off x="4351498" y="2147829"/>
              <a:ext cx="38030" cy="38030"/>
            </a:xfrm>
            <a:custGeom>
              <a:rect b="b" l="l" r="r" t="t"/>
              <a:pathLst>
                <a:path extrusionOk="0" h="358" w="358">
                  <a:moveTo>
                    <a:pt x="179" y="0"/>
                  </a:moveTo>
                  <a:cubicBezTo>
                    <a:pt x="72" y="0"/>
                    <a:pt x="1" y="83"/>
                    <a:pt x="1" y="179"/>
                  </a:cubicBezTo>
                  <a:cubicBezTo>
                    <a:pt x="1" y="286"/>
                    <a:pt x="72" y="357"/>
                    <a:pt x="179" y="357"/>
                  </a:cubicBezTo>
                  <a:cubicBezTo>
                    <a:pt x="286" y="357"/>
                    <a:pt x="358" y="286"/>
                    <a:pt x="358" y="179"/>
                  </a:cubicBezTo>
                  <a:cubicBezTo>
                    <a:pt x="358" y="83"/>
                    <a:pt x="286" y="0"/>
                    <a:pt x="17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14"/>
            <p:cNvSpPr/>
            <p:nvPr/>
          </p:nvSpPr>
          <p:spPr>
            <a:xfrm>
              <a:off x="4448911" y="2147829"/>
              <a:ext cx="38030" cy="38030"/>
            </a:xfrm>
            <a:custGeom>
              <a:rect b="b" l="l" r="r" t="t"/>
              <a:pathLst>
                <a:path extrusionOk="0" h="358" w="358">
                  <a:moveTo>
                    <a:pt x="179" y="0"/>
                  </a:moveTo>
                  <a:cubicBezTo>
                    <a:pt x="84" y="0"/>
                    <a:pt x="0" y="83"/>
                    <a:pt x="0" y="179"/>
                  </a:cubicBezTo>
                  <a:cubicBezTo>
                    <a:pt x="0" y="286"/>
                    <a:pt x="84" y="357"/>
                    <a:pt x="179" y="357"/>
                  </a:cubicBezTo>
                  <a:cubicBezTo>
                    <a:pt x="286" y="357"/>
                    <a:pt x="358" y="286"/>
                    <a:pt x="358" y="179"/>
                  </a:cubicBezTo>
                  <a:cubicBezTo>
                    <a:pt x="358" y="83"/>
                    <a:pt x="286" y="0"/>
                    <a:pt x="17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14"/>
            <p:cNvSpPr/>
            <p:nvPr/>
          </p:nvSpPr>
          <p:spPr>
            <a:xfrm>
              <a:off x="4547599" y="2147829"/>
              <a:ext cx="38030" cy="38030"/>
            </a:xfrm>
            <a:custGeom>
              <a:rect b="b" l="l" r="r" t="t"/>
              <a:pathLst>
                <a:path extrusionOk="0" h="358" w="358">
                  <a:moveTo>
                    <a:pt x="179" y="0"/>
                  </a:moveTo>
                  <a:cubicBezTo>
                    <a:pt x="72" y="0"/>
                    <a:pt x="0" y="83"/>
                    <a:pt x="0" y="179"/>
                  </a:cubicBezTo>
                  <a:cubicBezTo>
                    <a:pt x="0" y="286"/>
                    <a:pt x="72" y="357"/>
                    <a:pt x="179" y="357"/>
                  </a:cubicBezTo>
                  <a:cubicBezTo>
                    <a:pt x="286" y="357"/>
                    <a:pt x="357" y="286"/>
                    <a:pt x="357" y="179"/>
                  </a:cubicBezTo>
                  <a:cubicBezTo>
                    <a:pt x="357" y="83"/>
                    <a:pt x="262" y="0"/>
                    <a:pt x="17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14"/>
            <p:cNvSpPr/>
            <p:nvPr/>
          </p:nvSpPr>
          <p:spPr>
            <a:xfrm>
              <a:off x="4643630" y="2147829"/>
              <a:ext cx="38137" cy="38030"/>
            </a:xfrm>
            <a:custGeom>
              <a:rect b="b" l="l" r="r" t="t"/>
              <a:pathLst>
                <a:path extrusionOk="0" h="358" w="359">
                  <a:moveTo>
                    <a:pt x="180" y="0"/>
                  </a:moveTo>
                  <a:cubicBezTo>
                    <a:pt x="72" y="0"/>
                    <a:pt x="1" y="83"/>
                    <a:pt x="1" y="179"/>
                  </a:cubicBezTo>
                  <a:cubicBezTo>
                    <a:pt x="1" y="286"/>
                    <a:pt x="72" y="357"/>
                    <a:pt x="180" y="357"/>
                  </a:cubicBezTo>
                  <a:cubicBezTo>
                    <a:pt x="287" y="357"/>
                    <a:pt x="358" y="286"/>
                    <a:pt x="358" y="179"/>
                  </a:cubicBezTo>
                  <a:cubicBezTo>
                    <a:pt x="358" y="83"/>
                    <a:pt x="287" y="0"/>
                    <a:pt x="18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14"/>
            <p:cNvSpPr/>
            <p:nvPr/>
          </p:nvSpPr>
          <p:spPr>
            <a:xfrm>
              <a:off x="4742318" y="2147829"/>
              <a:ext cx="38030" cy="38030"/>
            </a:xfrm>
            <a:custGeom>
              <a:rect b="b" l="l" r="r" t="t"/>
              <a:pathLst>
                <a:path extrusionOk="0" h="358" w="358">
                  <a:moveTo>
                    <a:pt x="179" y="0"/>
                  </a:moveTo>
                  <a:cubicBezTo>
                    <a:pt x="72" y="0"/>
                    <a:pt x="1" y="83"/>
                    <a:pt x="1" y="179"/>
                  </a:cubicBezTo>
                  <a:cubicBezTo>
                    <a:pt x="1" y="286"/>
                    <a:pt x="72" y="357"/>
                    <a:pt x="179" y="357"/>
                  </a:cubicBezTo>
                  <a:cubicBezTo>
                    <a:pt x="275" y="357"/>
                    <a:pt x="358" y="286"/>
                    <a:pt x="358" y="179"/>
                  </a:cubicBezTo>
                  <a:cubicBezTo>
                    <a:pt x="358" y="83"/>
                    <a:pt x="275" y="0"/>
                    <a:pt x="17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14"/>
            <p:cNvSpPr/>
            <p:nvPr/>
          </p:nvSpPr>
          <p:spPr>
            <a:xfrm>
              <a:off x="4839731" y="2147829"/>
              <a:ext cx="38030" cy="38030"/>
            </a:xfrm>
            <a:custGeom>
              <a:rect b="b" l="l" r="r" t="t"/>
              <a:pathLst>
                <a:path extrusionOk="0" h="358" w="358">
                  <a:moveTo>
                    <a:pt x="179" y="0"/>
                  </a:moveTo>
                  <a:cubicBezTo>
                    <a:pt x="72" y="0"/>
                    <a:pt x="0" y="83"/>
                    <a:pt x="0" y="179"/>
                  </a:cubicBezTo>
                  <a:cubicBezTo>
                    <a:pt x="0" y="286"/>
                    <a:pt x="72" y="357"/>
                    <a:pt x="179" y="357"/>
                  </a:cubicBezTo>
                  <a:cubicBezTo>
                    <a:pt x="286" y="357"/>
                    <a:pt x="358" y="286"/>
                    <a:pt x="358" y="179"/>
                  </a:cubicBezTo>
                  <a:cubicBezTo>
                    <a:pt x="358" y="83"/>
                    <a:pt x="274" y="0"/>
                    <a:pt x="17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14"/>
            <p:cNvSpPr/>
            <p:nvPr/>
          </p:nvSpPr>
          <p:spPr>
            <a:xfrm>
              <a:off x="4252810" y="2260327"/>
              <a:ext cx="38137" cy="38030"/>
            </a:xfrm>
            <a:custGeom>
              <a:rect b="b" l="l" r="r" t="t"/>
              <a:pathLst>
                <a:path extrusionOk="0" h="358" w="359">
                  <a:moveTo>
                    <a:pt x="180" y="1"/>
                  </a:moveTo>
                  <a:cubicBezTo>
                    <a:pt x="84" y="1"/>
                    <a:pt x="1" y="72"/>
                    <a:pt x="1" y="179"/>
                  </a:cubicBezTo>
                  <a:cubicBezTo>
                    <a:pt x="1" y="286"/>
                    <a:pt x="84" y="358"/>
                    <a:pt x="180" y="358"/>
                  </a:cubicBezTo>
                  <a:cubicBezTo>
                    <a:pt x="287" y="358"/>
                    <a:pt x="358" y="286"/>
                    <a:pt x="358" y="179"/>
                  </a:cubicBezTo>
                  <a:cubicBezTo>
                    <a:pt x="358" y="72"/>
                    <a:pt x="287" y="1"/>
                    <a:pt x="18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14"/>
            <p:cNvSpPr/>
            <p:nvPr/>
          </p:nvSpPr>
          <p:spPr>
            <a:xfrm>
              <a:off x="4351498" y="2260327"/>
              <a:ext cx="38030" cy="38030"/>
            </a:xfrm>
            <a:custGeom>
              <a:rect b="b" l="l" r="r" t="t"/>
              <a:pathLst>
                <a:path extrusionOk="0" h="358" w="358">
                  <a:moveTo>
                    <a:pt x="179" y="1"/>
                  </a:moveTo>
                  <a:cubicBezTo>
                    <a:pt x="72" y="1"/>
                    <a:pt x="1" y="72"/>
                    <a:pt x="1" y="179"/>
                  </a:cubicBezTo>
                  <a:cubicBezTo>
                    <a:pt x="1" y="286"/>
                    <a:pt x="72" y="358"/>
                    <a:pt x="179" y="358"/>
                  </a:cubicBezTo>
                  <a:cubicBezTo>
                    <a:pt x="286" y="358"/>
                    <a:pt x="358" y="286"/>
                    <a:pt x="358" y="179"/>
                  </a:cubicBezTo>
                  <a:cubicBezTo>
                    <a:pt x="358" y="72"/>
                    <a:pt x="286" y="1"/>
                    <a:pt x="17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14"/>
            <p:cNvSpPr/>
            <p:nvPr/>
          </p:nvSpPr>
          <p:spPr>
            <a:xfrm>
              <a:off x="4448911" y="2260327"/>
              <a:ext cx="38030" cy="38030"/>
            </a:xfrm>
            <a:custGeom>
              <a:rect b="b" l="l" r="r" t="t"/>
              <a:pathLst>
                <a:path extrusionOk="0" h="358" w="358">
                  <a:moveTo>
                    <a:pt x="179" y="1"/>
                  </a:moveTo>
                  <a:cubicBezTo>
                    <a:pt x="84" y="1"/>
                    <a:pt x="0" y="72"/>
                    <a:pt x="0" y="179"/>
                  </a:cubicBezTo>
                  <a:cubicBezTo>
                    <a:pt x="0" y="286"/>
                    <a:pt x="84" y="358"/>
                    <a:pt x="179" y="358"/>
                  </a:cubicBezTo>
                  <a:cubicBezTo>
                    <a:pt x="286" y="358"/>
                    <a:pt x="358" y="286"/>
                    <a:pt x="358" y="179"/>
                  </a:cubicBezTo>
                  <a:cubicBezTo>
                    <a:pt x="358" y="72"/>
                    <a:pt x="286" y="1"/>
                    <a:pt x="17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14"/>
            <p:cNvSpPr/>
            <p:nvPr/>
          </p:nvSpPr>
          <p:spPr>
            <a:xfrm>
              <a:off x="4547599" y="2260327"/>
              <a:ext cx="38030" cy="38030"/>
            </a:xfrm>
            <a:custGeom>
              <a:rect b="b" l="l" r="r" t="t"/>
              <a:pathLst>
                <a:path extrusionOk="0" h="358" w="358">
                  <a:moveTo>
                    <a:pt x="179" y="1"/>
                  </a:moveTo>
                  <a:cubicBezTo>
                    <a:pt x="72" y="1"/>
                    <a:pt x="0" y="72"/>
                    <a:pt x="0" y="179"/>
                  </a:cubicBezTo>
                  <a:cubicBezTo>
                    <a:pt x="0" y="286"/>
                    <a:pt x="72" y="358"/>
                    <a:pt x="179" y="358"/>
                  </a:cubicBezTo>
                  <a:cubicBezTo>
                    <a:pt x="286" y="358"/>
                    <a:pt x="357" y="286"/>
                    <a:pt x="357" y="179"/>
                  </a:cubicBezTo>
                  <a:cubicBezTo>
                    <a:pt x="357" y="72"/>
                    <a:pt x="262" y="1"/>
                    <a:pt x="17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14"/>
            <p:cNvSpPr/>
            <p:nvPr/>
          </p:nvSpPr>
          <p:spPr>
            <a:xfrm>
              <a:off x="4643630" y="2260327"/>
              <a:ext cx="38137" cy="38030"/>
            </a:xfrm>
            <a:custGeom>
              <a:rect b="b" l="l" r="r" t="t"/>
              <a:pathLst>
                <a:path extrusionOk="0" h="358" w="359">
                  <a:moveTo>
                    <a:pt x="180" y="1"/>
                  </a:moveTo>
                  <a:cubicBezTo>
                    <a:pt x="72" y="1"/>
                    <a:pt x="1" y="72"/>
                    <a:pt x="1" y="179"/>
                  </a:cubicBezTo>
                  <a:cubicBezTo>
                    <a:pt x="1" y="286"/>
                    <a:pt x="72" y="358"/>
                    <a:pt x="180" y="358"/>
                  </a:cubicBezTo>
                  <a:cubicBezTo>
                    <a:pt x="287" y="358"/>
                    <a:pt x="358" y="286"/>
                    <a:pt x="358" y="179"/>
                  </a:cubicBezTo>
                  <a:cubicBezTo>
                    <a:pt x="358" y="72"/>
                    <a:pt x="287" y="1"/>
                    <a:pt x="18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14"/>
            <p:cNvSpPr/>
            <p:nvPr/>
          </p:nvSpPr>
          <p:spPr>
            <a:xfrm>
              <a:off x="4742318" y="2260327"/>
              <a:ext cx="38030" cy="38030"/>
            </a:xfrm>
            <a:custGeom>
              <a:rect b="b" l="l" r="r" t="t"/>
              <a:pathLst>
                <a:path extrusionOk="0" h="358" w="358">
                  <a:moveTo>
                    <a:pt x="179" y="1"/>
                  </a:moveTo>
                  <a:cubicBezTo>
                    <a:pt x="72" y="1"/>
                    <a:pt x="1" y="72"/>
                    <a:pt x="1" y="179"/>
                  </a:cubicBezTo>
                  <a:cubicBezTo>
                    <a:pt x="1" y="286"/>
                    <a:pt x="72" y="358"/>
                    <a:pt x="179" y="358"/>
                  </a:cubicBezTo>
                  <a:cubicBezTo>
                    <a:pt x="275" y="358"/>
                    <a:pt x="358" y="286"/>
                    <a:pt x="358" y="179"/>
                  </a:cubicBezTo>
                  <a:cubicBezTo>
                    <a:pt x="358" y="72"/>
                    <a:pt x="275" y="1"/>
                    <a:pt x="17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14"/>
            <p:cNvSpPr/>
            <p:nvPr/>
          </p:nvSpPr>
          <p:spPr>
            <a:xfrm>
              <a:off x="4839731" y="2260327"/>
              <a:ext cx="38030" cy="38030"/>
            </a:xfrm>
            <a:custGeom>
              <a:rect b="b" l="l" r="r" t="t"/>
              <a:pathLst>
                <a:path extrusionOk="0" h="358" w="358">
                  <a:moveTo>
                    <a:pt x="179" y="1"/>
                  </a:moveTo>
                  <a:cubicBezTo>
                    <a:pt x="72" y="1"/>
                    <a:pt x="0" y="72"/>
                    <a:pt x="0" y="179"/>
                  </a:cubicBezTo>
                  <a:cubicBezTo>
                    <a:pt x="0" y="286"/>
                    <a:pt x="72" y="358"/>
                    <a:pt x="179" y="358"/>
                  </a:cubicBezTo>
                  <a:cubicBezTo>
                    <a:pt x="286" y="358"/>
                    <a:pt x="358" y="286"/>
                    <a:pt x="358" y="179"/>
                  </a:cubicBezTo>
                  <a:cubicBezTo>
                    <a:pt x="358" y="72"/>
                    <a:pt x="274" y="1"/>
                    <a:pt x="17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14"/>
            <p:cNvSpPr/>
            <p:nvPr/>
          </p:nvSpPr>
          <p:spPr>
            <a:xfrm>
              <a:off x="4252810" y="2371656"/>
              <a:ext cx="38137" cy="38030"/>
            </a:xfrm>
            <a:custGeom>
              <a:rect b="b" l="l" r="r" t="t"/>
              <a:pathLst>
                <a:path extrusionOk="0" h="358" w="359">
                  <a:moveTo>
                    <a:pt x="180" y="0"/>
                  </a:moveTo>
                  <a:cubicBezTo>
                    <a:pt x="84" y="0"/>
                    <a:pt x="1" y="72"/>
                    <a:pt x="1" y="179"/>
                  </a:cubicBezTo>
                  <a:cubicBezTo>
                    <a:pt x="1" y="274"/>
                    <a:pt x="84" y="358"/>
                    <a:pt x="180" y="358"/>
                  </a:cubicBezTo>
                  <a:cubicBezTo>
                    <a:pt x="287" y="358"/>
                    <a:pt x="358" y="274"/>
                    <a:pt x="358" y="179"/>
                  </a:cubicBezTo>
                  <a:cubicBezTo>
                    <a:pt x="358" y="84"/>
                    <a:pt x="287" y="0"/>
                    <a:pt x="18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14"/>
            <p:cNvSpPr/>
            <p:nvPr/>
          </p:nvSpPr>
          <p:spPr>
            <a:xfrm>
              <a:off x="4351498" y="2371656"/>
              <a:ext cx="38030" cy="38030"/>
            </a:xfrm>
            <a:custGeom>
              <a:rect b="b" l="l" r="r" t="t"/>
              <a:pathLst>
                <a:path extrusionOk="0" h="358" w="358">
                  <a:moveTo>
                    <a:pt x="179" y="0"/>
                  </a:moveTo>
                  <a:cubicBezTo>
                    <a:pt x="72" y="0"/>
                    <a:pt x="1" y="72"/>
                    <a:pt x="1" y="179"/>
                  </a:cubicBezTo>
                  <a:cubicBezTo>
                    <a:pt x="1" y="274"/>
                    <a:pt x="72" y="358"/>
                    <a:pt x="179" y="358"/>
                  </a:cubicBezTo>
                  <a:cubicBezTo>
                    <a:pt x="286" y="358"/>
                    <a:pt x="358" y="274"/>
                    <a:pt x="358" y="179"/>
                  </a:cubicBezTo>
                  <a:cubicBezTo>
                    <a:pt x="358" y="84"/>
                    <a:pt x="286" y="0"/>
                    <a:pt x="17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14"/>
            <p:cNvSpPr/>
            <p:nvPr/>
          </p:nvSpPr>
          <p:spPr>
            <a:xfrm>
              <a:off x="4448911" y="2371656"/>
              <a:ext cx="38030" cy="38030"/>
            </a:xfrm>
            <a:custGeom>
              <a:rect b="b" l="l" r="r" t="t"/>
              <a:pathLst>
                <a:path extrusionOk="0" h="358" w="358">
                  <a:moveTo>
                    <a:pt x="179" y="0"/>
                  </a:moveTo>
                  <a:cubicBezTo>
                    <a:pt x="84" y="0"/>
                    <a:pt x="0" y="72"/>
                    <a:pt x="0" y="179"/>
                  </a:cubicBezTo>
                  <a:cubicBezTo>
                    <a:pt x="0" y="274"/>
                    <a:pt x="84" y="358"/>
                    <a:pt x="179" y="358"/>
                  </a:cubicBezTo>
                  <a:cubicBezTo>
                    <a:pt x="286" y="358"/>
                    <a:pt x="358" y="274"/>
                    <a:pt x="358" y="179"/>
                  </a:cubicBezTo>
                  <a:cubicBezTo>
                    <a:pt x="358" y="84"/>
                    <a:pt x="286" y="0"/>
                    <a:pt x="17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14"/>
            <p:cNvSpPr/>
            <p:nvPr/>
          </p:nvSpPr>
          <p:spPr>
            <a:xfrm>
              <a:off x="4547599" y="2371656"/>
              <a:ext cx="38030" cy="38030"/>
            </a:xfrm>
            <a:custGeom>
              <a:rect b="b" l="l" r="r" t="t"/>
              <a:pathLst>
                <a:path extrusionOk="0" h="358" w="358">
                  <a:moveTo>
                    <a:pt x="179" y="0"/>
                  </a:moveTo>
                  <a:cubicBezTo>
                    <a:pt x="72" y="0"/>
                    <a:pt x="0" y="72"/>
                    <a:pt x="0" y="179"/>
                  </a:cubicBezTo>
                  <a:cubicBezTo>
                    <a:pt x="0" y="274"/>
                    <a:pt x="72" y="358"/>
                    <a:pt x="179" y="358"/>
                  </a:cubicBezTo>
                  <a:cubicBezTo>
                    <a:pt x="286" y="358"/>
                    <a:pt x="357" y="274"/>
                    <a:pt x="357" y="179"/>
                  </a:cubicBezTo>
                  <a:cubicBezTo>
                    <a:pt x="357" y="84"/>
                    <a:pt x="262" y="0"/>
                    <a:pt x="17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14"/>
            <p:cNvSpPr/>
            <p:nvPr/>
          </p:nvSpPr>
          <p:spPr>
            <a:xfrm>
              <a:off x="4643630" y="2371656"/>
              <a:ext cx="38137" cy="38030"/>
            </a:xfrm>
            <a:custGeom>
              <a:rect b="b" l="l" r="r" t="t"/>
              <a:pathLst>
                <a:path extrusionOk="0" h="358" w="359">
                  <a:moveTo>
                    <a:pt x="180" y="0"/>
                  </a:moveTo>
                  <a:cubicBezTo>
                    <a:pt x="72" y="0"/>
                    <a:pt x="1" y="72"/>
                    <a:pt x="1" y="179"/>
                  </a:cubicBezTo>
                  <a:cubicBezTo>
                    <a:pt x="1" y="274"/>
                    <a:pt x="72" y="358"/>
                    <a:pt x="180" y="358"/>
                  </a:cubicBezTo>
                  <a:cubicBezTo>
                    <a:pt x="287" y="358"/>
                    <a:pt x="358" y="274"/>
                    <a:pt x="358" y="179"/>
                  </a:cubicBezTo>
                  <a:cubicBezTo>
                    <a:pt x="358" y="84"/>
                    <a:pt x="287" y="0"/>
                    <a:pt x="18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14"/>
            <p:cNvSpPr/>
            <p:nvPr/>
          </p:nvSpPr>
          <p:spPr>
            <a:xfrm>
              <a:off x="4742318" y="2371656"/>
              <a:ext cx="38030" cy="38030"/>
            </a:xfrm>
            <a:custGeom>
              <a:rect b="b" l="l" r="r" t="t"/>
              <a:pathLst>
                <a:path extrusionOk="0" h="358" w="358">
                  <a:moveTo>
                    <a:pt x="179" y="0"/>
                  </a:moveTo>
                  <a:cubicBezTo>
                    <a:pt x="72" y="0"/>
                    <a:pt x="1" y="72"/>
                    <a:pt x="1" y="179"/>
                  </a:cubicBezTo>
                  <a:cubicBezTo>
                    <a:pt x="1" y="274"/>
                    <a:pt x="72" y="358"/>
                    <a:pt x="179" y="358"/>
                  </a:cubicBezTo>
                  <a:cubicBezTo>
                    <a:pt x="275" y="358"/>
                    <a:pt x="358" y="274"/>
                    <a:pt x="358" y="179"/>
                  </a:cubicBezTo>
                  <a:cubicBezTo>
                    <a:pt x="358" y="84"/>
                    <a:pt x="275" y="0"/>
                    <a:pt x="17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14"/>
            <p:cNvSpPr/>
            <p:nvPr/>
          </p:nvSpPr>
          <p:spPr>
            <a:xfrm>
              <a:off x="4839731" y="2371656"/>
              <a:ext cx="38030" cy="38030"/>
            </a:xfrm>
            <a:custGeom>
              <a:rect b="b" l="l" r="r" t="t"/>
              <a:pathLst>
                <a:path extrusionOk="0" h="358" w="358">
                  <a:moveTo>
                    <a:pt x="179" y="0"/>
                  </a:moveTo>
                  <a:cubicBezTo>
                    <a:pt x="72" y="0"/>
                    <a:pt x="0" y="72"/>
                    <a:pt x="0" y="179"/>
                  </a:cubicBezTo>
                  <a:cubicBezTo>
                    <a:pt x="0" y="274"/>
                    <a:pt x="72" y="358"/>
                    <a:pt x="179" y="358"/>
                  </a:cubicBezTo>
                  <a:cubicBezTo>
                    <a:pt x="286" y="358"/>
                    <a:pt x="358" y="274"/>
                    <a:pt x="358" y="179"/>
                  </a:cubicBezTo>
                  <a:cubicBezTo>
                    <a:pt x="358" y="84"/>
                    <a:pt x="274" y="0"/>
                    <a:pt x="17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14"/>
            <p:cNvSpPr/>
            <p:nvPr/>
          </p:nvSpPr>
          <p:spPr>
            <a:xfrm>
              <a:off x="4252810" y="2482985"/>
              <a:ext cx="38137" cy="38030"/>
            </a:xfrm>
            <a:custGeom>
              <a:rect b="b" l="l" r="r" t="t"/>
              <a:pathLst>
                <a:path extrusionOk="0" h="358" w="359">
                  <a:moveTo>
                    <a:pt x="180" y="0"/>
                  </a:moveTo>
                  <a:cubicBezTo>
                    <a:pt x="84" y="0"/>
                    <a:pt x="1" y="72"/>
                    <a:pt x="1" y="179"/>
                  </a:cubicBezTo>
                  <a:cubicBezTo>
                    <a:pt x="1" y="286"/>
                    <a:pt x="84" y="357"/>
                    <a:pt x="180" y="357"/>
                  </a:cubicBezTo>
                  <a:cubicBezTo>
                    <a:pt x="287" y="357"/>
                    <a:pt x="358" y="286"/>
                    <a:pt x="358" y="179"/>
                  </a:cubicBezTo>
                  <a:cubicBezTo>
                    <a:pt x="358" y="84"/>
                    <a:pt x="287" y="0"/>
                    <a:pt x="18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14"/>
            <p:cNvSpPr/>
            <p:nvPr/>
          </p:nvSpPr>
          <p:spPr>
            <a:xfrm>
              <a:off x="4351498" y="2482985"/>
              <a:ext cx="38030" cy="38030"/>
            </a:xfrm>
            <a:custGeom>
              <a:rect b="b" l="l" r="r" t="t"/>
              <a:pathLst>
                <a:path extrusionOk="0" h="358" w="358">
                  <a:moveTo>
                    <a:pt x="179" y="0"/>
                  </a:moveTo>
                  <a:cubicBezTo>
                    <a:pt x="72" y="0"/>
                    <a:pt x="1" y="72"/>
                    <a:pt x="1" y="179"/>
                  </a:cubicBezTo>
                  <a:cubicBezTo>
                    <a:pt x="1" y="286"/>
                    <a:pt x="72" y="357"/>
                    <a:pt x="179" y="357"/>
                  </a:cubicBezTo>
                  <a:cubicBezTo>
                    <a:pt x="286" y="357"/>
                    <a:pt x="358" y="286"/>
                    <a:pt x="358" y="179"/>
                  </a:cubicBezTo>
                  <a:cubicBezTo>
                    <a:pt x="358" y="84"/>
                    <a:pt x="286" y="0"/>
                    <a:pt x="17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14"/>
            <p:cNvSpPr/>
            <p:nvPr/>
          </p:nvSpPr>
          <p:spPr>
            <a:xfrm>
              <a:off x="4448911" y="2482985"/>
              <a:ext cx="38030" cy="38030"/>
            </a:xfrm>
            <a:custGeom>
              <a:rect b="b" l="l" r="r" t="t"/>
              <a:pathLst>
                <a:path extrusionOk="0" h="358" w="358">
                  <a:moveTo>
                    <a:pt x="179" y="0"/>
                  </a:moveTo>
                  <a:cubicBezTo>
                    <a:pt x="84" y="0"/>
                    <a:pt x="0" y="72"/>
                    <a:pt x="0" y="179"/>
                  </a:cubicBezTo>
                  <a:cubicBezTo>
                    <a:pt x="0" y="286"/>
                    <a:pt x="84" y="357"/>
                    <a:pt x="179" y="357"/>
                  </a:cubicBezTo>
                  <a:cubicBezTo>
                    <a:pt x="286" y="357"/>
                    <a:pt x="358" y="286"/>
                    <a:pt x="358" y="179"/>
                  </a:cubicBezTo>
                  <a:cubicBezTo>
                    <a:pt x="358" y="84"/>
                    <a:pt x="286" y="0"/>
                    <a:pt x="17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14"/>
            <p:cNvSpPr/>
            <p:nvPr/>
          </p:nvSpPr>
          <p:spPr>
            <a:xfrm>
              <a:off x="4547599" y="2482985"/>
              <a:ext cx="38030" cy="38030"/>
            </a:xfrm>
            <a:custGeom>
              <a:rect b="b" l="l" r="r" t="t"/>
              <a:pathLst>
                <a:path extrusionOk="0" h="358" w="358">
                  <a:moveTo>
                    <a:pt x="179" y="0"/>
                  </a:moveTo>
                  <a:cubicBezTo>
                    <a:pt x="72" y="0"/>
                    <a:pt x="0" y="72"/>
                    <a:pt x="0" y="179"/>
                  </a:cubicBezTo>
                  <a:cubicBezTo>
                    <a:pt x="0" y="286"/>
                    <a:pt x="72" y="357"/>
                    <a:pt x="179" y="357"/>
                  </a:cubicBezTo>
                  <a:cubicBezTo>
                    <a:pt x="286" y="357"/>
                    <a:pt x="357" y="286"/>
                    <a:pt x="357" y="179"/>
                  </a:cubicBezTo>
                  <a:cubicBezTo>
                    <a:pt x="357" y="84"/>
                    <a:pt x="262" y="0"/>
                    <a:pt x="17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14"/>
            <p:cNvSpPr/>
            <p:nvPr/>
          </p:nvSpPr>
          <p:spPr>
            <a:xfrm>
              <a:off x="4643630" y="2482985"/>
              <a:ext cx="38137" cy="38030"/>
            </a:xfrm>
            <a:custGeom>
              <a:rect b="b" l="l" r="r" t="t"/>
              <a:pathLst>
                <a:path extrusionOk="0" h="358" w="359">
                  <a:moveTo>
                    <a:pt x="180" y="0"/>
                  </a:moveTo>
                  <a:cubicBezTo>
                    <a:pt x="72" y="0"/>
                    <a:pt x="1" y="72"/>
                    <a:pt x="1" y="179"/>
                  </a:cubicBezTo>
                  <a:cubicBezTo>
                    <a:pt x="1" y="286"/>
                    <a:pt x="72" y="357"/>
                    <a:pt x="180" y="357"/>
                  </a:cubicBezTo>
                  <a:cubicBezTo>
                    <a:pt x="287" y="357"/>
                    <a:pt x="358" y="286"/>
                    <a:pt x="358" y="179"/>
                  </a:cubicBezTo>
                  <a:cubicBezTo>
                    <a:pt x="358" y="84"/>
                    <a:pt x="287" y="0"/>
                    <a:pt x="18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14"/>
            <p:cNvSpPr/>
            <p:nvPr/>
          </p:nvSpPr>
          <p:spPr>
            <a:xfrm>
              <a:off x="4742318" y="2482985"/>
              <a:ext cx="38030" cy="38030"/>
            </a:xfrm>
            <a:custGeom>
              <a:rect b="b" l="l" r="r" t="t"/>
              <a:pathLst>
                <a:path extrusionOk="0" h="358" w="358">
                  <a:moveTo>
                    <a:pt x="179" y="0"/>
                  </a:moveTo>
                  <a:cubicBezTo>
                    <a:pt x="72" y="0"/>
                    <a:pt x="1" y="72"/>
                    <a:pt x="1" y="179"/>
                  </a:cubicBezTo>
                  <a:cubicBezTo>
                    <a:pt x="1" y="286"/>
                    <a:pt x="72" y="357"/>
                    <a:pt x="179" y="357"/>
                  </a:cubicBezTo>
                  <a:cubicBezTo>
                    <a:pt x="275" y="357"/>
                    <a:pt x="358" y="286"/>
                    <a:pt x="358" y="179"/>
                  </a:cubicBezTo>
                  <a:cubicBezTo>
                    <a:pt x="358" y="84"/>
                    <a:pt x="275" y="0"/>
                    <a:pt x="17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14"/>
            <p:cNvSpPr/>
            <p:nvPr/>
          </p:nvSpPr>
          <p:spPr>
            <a:xfrm>
              <a:off x="4839731" y="2482985"/>
              <a:ext cx="38030" cy="38030"/>
            </a:xfrm>
            <a:custGeom>
              <a:rect b="b" l="l" r="r" t="t"/>
              <a:pathLst>
                <a:path extrusionOk="0" h="358" w="358">
                  <a:moveTo>
                    <a:pt x="179" y="0"/>
                  </a:moveTo>
                  <a:cubicBezTo>
                    <a:pt x="72" y="0"/>
                    <a:pt x="0" y="72"/>
                    <a:pt x="0" y="179"/>
                  </a:cubicBezTo>
                  <a:cubicBezTo>
                    <a:pt x="0" y="286"/>
                    <a:pt x="72" y="357"/>
                    <a:pt x="179" y="357"/>
                  </a:cubicBezTo>
                  <a:cubicBezTo>
                    <a:pt x="286" y="357"/>
                    <a:pt x="358" y="286"/>
                    <a:pt x="358" y="179"/>
                  </a:cubicBezTo>
                  <a:cubicBezTo>
                    <a:pt x="358" y="84"/>
                    <a:pt x="274" y="0"/>
                    <a:pt x="17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14"/>
            <p:cNvSpPr/>
            <p:nvPr/>
          </p:nvSpPr>
          <p:spPr>
            <a:xfrm>
              <a:off x="4252810" y="2595483"/>
              <a:ext cx="38137" cy="38137"/>
            </a:xfrm>
            <a:custGeom>
              <a:rect b="b" l="l" r="r" t="t"/>
              <a:pathLst>
                <a:path extrusionOk="0" h="359" w="359">
                  <a:moveTo>
                    <a:pt x="180" y="1"/>
                  </a:moveTo>
                  <a:cubicBezTo>
                    <a:pt x="84" y="1"/>
                    <a:pt x="1" y="72"/>
                    <a:pt x="1" y="179"/>
                  </a:cubicBezTo>
                  <a:cubicBezTo>
                    <a:pt x="1" y="287"/>
                    <a:pt x="84" y="358"/>
                    <a:pt x="180" y="358"/>
                  </a:cubicBezTo>
                  <a:cubicBezTo>
                    <a:pt x="287" y="358"/>
                    <a:pt x="358" y="287"/>
                    <a:pt x="358" y="179"/>
                  </a:cubicBezTo>
                  <a:cubicBezTo>
                    <a:pt x="358" y="72"/>
                    <a:pt x="287" y="1"/>
                    <a:pt x="18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14"/>
            <p:cNvSpPr/>
            <p:nvPr/>
          </p:nvSpPr>
          <p:spPr>
            <a:xfrm>
              <a:off x="4351498" y="2595483"/>
              <a:ext cx="38030" cy="38137"/>
            </a:xfrm>
            <a:custGeom>
              <a:rect b="b" l="l" r="r" t="t"/>
              <a:pathLst>
                <a:path extrusionOk="0" h="359" w="358">
                  <a:moveTo>
                    <a:pt x="179" y="1"/>
                  </a:moveTo>
                  <a:cubicBezTo>
                    <a:pt x="72" y="1"/>
                    <a:pt x="1" y="72"/>
                    <a:pt x="1" y="179"/>
                  </a:cubicBezTo>
                  <a:cubicBezTo>
                    <a:pt x="1" y="287"/>
                    <a:pt x="72" y="358"/>
                    <a:pt x="179" y="358"/>
                  </a:cubicBezTo>
                  <a:cubicBezTo>
                    <a:pt x="286" y="358"/>
                    <a:pt x="358" y="287"/>
                    <a:pt x="358" y="179"/>
                  </a:cubicBezTo>
                  <a:cubicBezTo>
                    <a:pt x="358" y="72"/>
                    <a:pt x="286" y="1"/>
                    <a:pt x="17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14"/>
            <p:cNvSpPr/>
            <p:nvPr/>
          </p:nvSpPr>
          <p:spPr>
            <a:xfrm>
              <a:off x="4448911" y="2595483"/>
              <a:ext cx="38030" cy="38137"/>
            </a:xfrm>
            <a:custGeom>
              <a:rect b="b" l="l" r="r" t="t"/>
              <a:pathLst>
                <a:path extrusionOk="0" h="359" w="358">
                  <a:moveTo>
                    <a:pt x="179" y="1"/>
                  </a:moveTo>
                  <a:cubicBezTo>
                    <a:pt x="84" y="1"/>
                    <a:pt x="0" y="72"/>
                    <a:pt x="0" y="179"/>
                  </a:cubicBezTo>
                  <a:cubicBezTo>
                    <a:pt x="0" y="287"/>
                    <a:pt x="84" y="358"/>
                    <a:pt x="179" y="358"/>
                  </a:cubicBezTo>
                  <a:cubicBezTo>
                    <a:pt x="286" y="358"/>
                    <a:pt x="358" y="287"/>
                    <a:pt x="358" y="179"/>
                  </a:cubicBezTo>
                  <a:cubicBezTo>
                    <a:pt x="358" y="72"/>
                    <a:pt x="286" y="1"/>
                    <a:pt x="17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14"/>
            <p:cNvSpPr/>
            <p:nvPr/>
          </p:nvSpPr>
          <p:spPr>
            <a:xfrm>
              <a:off x="4547599" y="2595483"/>
              <a:ext cx="38030" cy="38137"/>
            </a:xfrm>
            <a:custGeom>
              <a:rect b="b" l="l" r="r" t="t"/>
              <a:pathLst>
                <a:path extrusionOk="0" h="359" w="358">
                  <a:moveTo>
                    <a:pt x="179" y="1"/>
                  </a:moveTo>
                  <a:cubicBezTo>
                    <a:pt x="72" y="1"/>
                    <a:pt x="0" y="72"/>
                    <a:pt x="0" y="179"/>
                  </a:cubicBezTo>
                  <a:cubicBezTo>
                    <a:pt x="0" y="287"/>
                    <a:pt x="72" y="358"/>
                    <a:pt x="179" y="358"/>
                  </a:cubicBezTo>
                  <a:cubicBezTo>
                    <a:pt x="286" y="358"/>
                    <a:pt x="357" y="287"/>
                    <a:pt x="357" y="179"/>
                  </a:cubicBezTo>
                  <a:cubicBezTo>
                    <a:pt x="357" y="72"/>
                    <a:pt x="262" y="1"/>
                    <a:pt x="17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14"/>
            <p:cNvSpPr/>
            <p:nvPr/>
          </p:nvSpPr>
          <p:spPr>
            <a:xfrm>
              <a:off x="4643630" y="2595483"/>
              <a:ext cx="38137" cy="38137"/>
            </a:xfrm>
            <a:custGeom>
              <a:rect b="b" l="l" r="r" t="t"/>
              <a:pathLst>
                <a:path extrusionOk="0" h="359" w="359">
                  <a:moveTo>
                    <a:pt x="180" y="1"/>
                  </a:moveTo>
                  <a:cubicBezTo>
                    <a:pt x="72" y="1"/>
                    <a:pt x="1" y="72"/>
                    <a:pt x="1" y="179"/>
                  </a:cubicBezTo>
                  <a:cubicBezTo>
                    <a:pt x="1" y="287"/>
                    <a:pt x="72" y="358"/>
                    <a:pt x="180" y="358"/>
                  </a:cubicBezTo>
                  <a:cubicBezTo>
                    <a:pt x="287" y="358"/>
                    <a:pt x="358" y="287"/>
                    <a:pt x="358" y="179"/>
                  </a:cubicBezTo>
                  <a:cubicBezTo>
                    <a:pt x="358" y="72"/>
                    <a:pt x="287" y="1"/>
                    <a:pt x="18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14"/>
            <p:cNvSpPr/>
            <p:nvPr/>
          </p:nvSpPr>
          <p:spPr>
            <a:xfrm>
              <a:off x="4742318" y="2595483"/>
              <a:ext cx="38030" cy="38137"/>
            </a:xfrm>
            <a:custGeom>
              <a:rect b="b" l="l" r="r" t="t"/>
              <a:pathLst>
                <a:path extrusionOk="0" h="359" w="358">
                  <a:moveTo>
                    <a:pt x="179" y="1"/>
                  </a:moveTo>
                  <a:cubicBezTo>
                    <a:pt x="72" y="1"/>
                    <a:pt x="1" y="72"/>
                    <a:pt x="1" y="179"/>
                  </a:cubicBezTo>
                  <a:cubicBezTo>
                    <a:pt x="1" y="287"/>
                    <a:pt x="72" y="358"/>
                    <a:pt x="179" y="358"/>
                  </a:cubicBezTo>
                  <a:cubicBezTo>
                    <a:pt x="275" y="358"/>
                    <a:pt x="358" y="287"/>
                    <a:pt x="358" y="179"/>
                  </a:cubicBezTo>
                  <a:cubicBezTo>
                    <a:pt x="358" y="72"/>
                    <a:pt x="275" y="1"/>
                    <a:pt x="17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14"/>
            <p:cNvSpPr/>
            <p:nvPr/>
          </p:nvSpPr>
          <p:spPr>
            <a:xfrm>
              <a:off x="4839731" y="2595483"/>
              <a:ext cx="38030" cy="38137"/>
            </a:xfrm>
            <a:custGeom>
              <a:rect b="b" l="l" r="r" t="t"/>
              <a:pathLst>
                <a:path extrusionOk="0" h="359" w="358">
                  <a:moveTo>
                    <a:pt x="179" y="1"/>
                  </a:moveTo>
                  <a:cubicBezTo>
                    <a:pt x="72" y="1"/>
                    <a:pt x="0" y="72"/>
                    <a:pt x="0" y="179"/>
                  </a:cubicBezTo>
                  <a:cubicBezTo>
                    <a:pt x="0" y="287"/>
                    <a:pt x="72" y="358"/>
                    <a:pt x="179" y="358"/>
                  </a:cubicBezTo>
                  <a:cubicBezTo>
                    <a:pt x="286" y="358"/>
                    <a:pt x="358" y="287"/>
                    <a:pt x="358" y="179"/>
                  </a:cubicBezTo>
                  <a:cubicBezTo>
                    <a:pt x="358" y="72"/>
                    <a:pt x="274" y="1"/>
                    <a:pt x="17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46" name="Google Shape;546;p14"/>
          <p:cNvSpPr/>
          <p:nvPr/>
        </p:nvSpPr>
        <p:spPr>
          <a:xfrm>
            <a:off x="8212075" y="2075550"/>
            <a:ext cx="1901100" cy="30219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4_1">
    <p:spTree>
      <p:nvGrpSpPr>
        <p:cNvPr id="547" name="Shape 547"/>
        <p:cNvGrpSpPr/>
        <p:nvPr/>
      </p:nvGrpSpPr>
      <p:grpSpPr>
        <a:xfrm>
          <a:off x="0" y="0"/>
          <a:ext cx="0" cy="0"/>
          <a:chOff x="0" y="0"/>
          <a:chExt cx="0" cy="0"/>
        </a:xfrm>
      </p:grpSpPr>
      <p:grpSp>
        <p:nvGrpSpPr>
          <p:cNvPr id="548" name="Google Shape;548;p15"/>
          <p:cNvGrpSpPr/>
          <p:nvPr/>
        </p:nvGrpSpPr>
        <p:grpSpPr>
          <a:xfrm>
            <a:off x="6811511" y="-1089762"/>
            <a:ext cx="1617386" cy="1624770"/>
            <a:chOff x="3992334" y="189904"/>
            <a:chExt cx="1116902" cy="1122001"/>
          </a:xfrm>
        </p:grpSpPr>
        <p:sp>
          <p:nvSpPr>
            <p:cNvPr id="549" name="Google Shape;549;p15"/>
            <p:cNvSpPr/>
            <p:nvPr/>
          </p:nvSpPr>
          <p:spPr>
            <a:xfrm>
              <a:off x="3992334" y="804551"/>
              <a:ext cx="232750" cy="403568"/>
            </a:xfrm>
            <a:custGeom>
              <a:rect b="b" l="l" r="r" t="t"/>
              <a:pathLst>
                <a:path extrusionOk="0" h="3799" w="2191">
                  <a:moveTo>
                    <a:pt x="0" y="1"/>
                  </a:moveTo>
                  <a:cubicBezTo>
                    <a:pt x="36" y="227"/>
                    <a:pt x="60" y="441"/>
                    <a:pt x="107" y="667"/>
                  </a:cubicBezTo>
                  <a:lnTo>
                    <a:pt x="1667" y="3382"/>
                  </a:lnTo>
                  <a:cubicBezTo>
                    <a:pt x="1834" y="3525"/>
                    <a:pt x="2012" y="3680"/>
                    <a:pt x="2191" y="3799"/>
                  </a:cubicBezTo>
                  <a:lnTo>
                    <a:pt x="0"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15"/>
            <p:cNvSpPr/>
            <p:nvPr/>
          </p:nvSpPr>
          <p:spPr>
            <a:xfrm>
              <a:off x="3998602" y="619923"/>
              <a:ext cx="396025" cy="671692"/>
            </a:xfrm>
            <a:custGeom>
              <a:rect b="b" l="l" r="r" t="t"/>
              <a:pathLst>
                <a:path extrusionOk="0" h="6323" w="3728">
                  <a:moveTo>
                    <a:pt x="96" y="0"/>
                  </a:moveTo>
                  <a:cubicBezTo>
                    <a:pt x="48" y="96"/>
                    <a:pt x="13" y="215"/>
                    <a:pt x="1" y="334"/>
                  </a:cubicBezTo>
                  <a:lnTo>
                    <a:pt x="3382" y="6203"/>
                  </a:lnTo>
                  <a:cubicBezTo>
                    <a:pt x="3489" y="6251"/>
                    <a:pt x="3608" y="6275"/>
                    <a:pt x="3727" y="6323"/>
                  </a:cubicBezTo>
                  <a:lnTo>
                    <a:pt x="96"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15"/>
            <p:cNvSpPr/>
            <p:nvPr/>
          </p:nvSpPr>
          <p:spPr>
            <a:xfrm>
              <a:off x="4040350" y="490854"/>
              <a:ext cx="484515" cy="821052"/>
            </a:xfrm>
            <a:custGeom>
              <a:rect b="b" l="l" r="r" t="t"/>
              <a:pathLst>
                <a:path extrusionOk="0" h="7729" w="4561">
                  <a:moveTo>
                    <a:pt x="108" y="1"/>
                  </a:moveTo>
                  <a:cubicBezTo>
                    <a:pt x="84" y="84"/>
                    <a:pt x="36" y="168"/>
                    <a:pt x="1" y="263"/>
                  </a:cubicBezTo>
                  <a:lnTo>
                    <a:pt x="4275" y="7716"/>
                  </a:lnTo>
                  <a:cubicBezTo>
                    <a:pt x="4370" y="7728"/>
                    <a:pt x="4477" y="7728"/>
                    <a:pt x="4561" y="7728"/>
                  </a:cubicBezTo>
                  <a:lnTo>
                    <a:pt x="108"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15"/>
            <p:cNvSpPr/>
            <p:nvPr/>
          </p:nvSpPr>
          <p:spPr>
            <a:xfrm>
              <a:off x="4101114" y="393547"/>
              <a:ext cx="542623" cy="915809"/>
            </a:xfrm>
            <a:custGeom>
              <a:rect b="b" l="l" r="r" t="t"/>
              <a:pathLst>
                <a:path extrusionOk="0" h="8621" w="5108">
                  <a:moveTo>
                    <a:pt x="167" y="0"/>
                  </a:moveTo>
                  <a:cubicBezTo>
                    <a:pt x="107" y="60"/>
                    <a:pt x="48" y="131"/>
                    <a:pt x="0" y="191"/>
                  </a:cubicBezTo>
                  <a:lnTo>
                    <a:pt x="4858" y="8620"/>
                  </a:lnTo>
                  <a:cubicBezTo>
                    <a:pt x="4941" y="8596"/>
                    <a:pt x="5025" y="8596"/>
                    <a:pt x="5108" y="8585"/>
                  </a:cubicBezTo>
                  <a:lnTo>
                    <a:pt x="167"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15"/>
            <p:cNvSpPr/>
            <p:nvPr/>
          </p:nvSpPr>
          <p:spPr>
            <a:xfrm>
              <a:off x="4175687" y="316318"/>
              <a:ext cx="573111" cy="969030"/>
            </a:xfrm>
            <a:custGeom>
              <a:rect b="b" l="l" r="r" t="t"/>
              <a:pathLst>
                <a:path extrusionOk="0" h="9122" w="5395">
                  <a:moveTo>
                    <a:pt x="179" y="1"/>
                  </a:moveTo>
                  <a:cubicBezTo>
                    <a:pt x="120" y="60"/>
                    <a:pt x="60" y="96"/>
                    <a:pt x="1" y="156"/>
                  </a:cubicBezTo>
                  <a:lnTo>
                    <a:pt x="5168" y="9121"/>
                  </a:lnTo>
                  <a:cubicBezTo>
                    <a:pt x="5239" y="9085"/>
                    <a:pt x="5311" y="9073"/>
                    <a:pt x="5394" y="9050"/>
                  </a:cubicBezTo>
                  <a:lnTo>
                    <a:pt x="179"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15"/>
            <p:cNvSpPr/>
            <p:nvPr/>
          </p:nvSpPr>
          <p:spPr>
            <a:xfrm>
              <a:off x="4259184" y="256935"/>
              <a:ext cx="581928" cy="986664"/>
            </a:xfrm>
            <a:custGeom>
              <a:rect b="b" l="l" r="r" t="t"/>
              <a:pathLst>
                <a:path extrusionOk="0" h="9288" w="5478">
                  <a:moveTo>
                    <a:pt x="215" y="0"/>
                  </a:moveTo>
                  <a:cubicBezTo>
                    <a:pt x="167" y="24"/>
                    <a:pt x="143" y="48"/>
                    <a:pt x="108" y="60"/>
                  </a:cubicBezTo>
                  <a:cubicBezTo>
                    <a:pt x="84" y="84"/>
                    <a:pt x="36" y="107"/>
                    <a:pt x="0" y="119"/>
                  </a:cubicBezTo>
                  <a:lnTo>
                    <a:pt x="5275" y="9287"/>
                  </a:lnTo>
                  <a:cubicBezTo>
                    <a:pt x="5299" y="9275"/>
                    <a:pt x="5346" y="9251"/>
                    <a:pt x="5382" y="9228"/>
                  </a:cubicBezTo>
                  <a:cubicBezTo>
                    <a:pt x="5406" y="9216"/>
                    <a:pt x="5454" y="9192"/>
                    <a:pt x="5477" y="9168"/>
                  </a:cubicBezTo>
                  <a:lnTo>
                    <a:pt x="215"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15"/>
            <p:cNvSpPr/>
            <p:nvPr/>
          </p:nvSpPr>
          <p:spPr>
            <a:xfrm>
              <a:off x="4354047" y="216462"/>
              <a:ext cx="573005" cy="968924"/>
            </a:xfrm>
            <a:custGeom>
              <a:rect b="b" l="l" r="r" t="t"/>
              <a:pathLst>
                <a:path extrusionOk="0" h="9121" w="5394">
                  <a:moveTo>
                    <a:pt x="227" y="0"/>
                  </a:moveTo>
                  <a:cubicBezTo>
                    <a:pt x="155" y="12"/>
                    <a:pt x="84" y="48"/>
                    <a:pt x="0" y="72"/>
                  </a:cubicBezTo>
                  <a:lnTo>
                    <a:pt x="5215" y="9120"/>
                  </a:lnTo>
                  <a:cubicBezTo>
                    <a:pt x="5275" y="9073"/>
                    <a:pt x="5334" y="9013"/>
                    <a:pt x="5394" y="8954"/>
                  </a:cubicBezTo>
                  <a:lnTo>
                    <a:pt x="227"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15"/>
            <p:cNvSpPr/>
            <p:nvPr/>
          </p:nvSpPr>
          <p:spPr>
            <a:xfrm>
              <a:off x="4459003" y="192454"/>
              <a:ext cx="542729" cy="915809"/>
            </a:xfrm>
            <a:custGeom>
              <a:rect b="b" l="l" r="r" t="t"/>
              <a:pathLst>
                <a:path extrusionOk="0" h="8621" w="5109">
                  <a:moveTo>
                    <a:pt x="251" y="0"/>
                  </a:moveTo>
                  <a:cubicBezTo>
                    <a:pt x="167" y="0"/>
                    <a:pt x="72" y="12"/>
                    <a:pt x="1" y="36"/>
                  </a:cubicBezTo>
                  <a:lnTo>
                    <a:pt x="4942" y="8620"/>
                  </a:lnTo>
                  <a:cubicBezTo>
                    <a:pt x="5001" y="8561"/>
                    <a:pt x="5049" y="8489"/>
                    <a:pt x="5108" y="8406"/>
                  </a:cubicBezTo>
                  <a:lnTo>
                    <a:pt x="251"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15"/>
            <p:cNvSpPr/>
            <p:nvPr/>
          </p:nvSpPr>
          <p:spPr>
            <a:xfrm>
              <a:off x="4575431" y="189904"/>
              <a:ext cx="485790" cy="819671"/>
            </a:xfrm>
            <a:custGeom>
              <a:rect b="b" l="l" r="r" t="t"/>
              <a:pathLst>
                <a:path extrusionOk="0" h="7716" w="4573">
                  <a:moveTo>
                    <a:pt x="0" y="0"/>
                  </a:moveTo>
                  <a:lnTo>
                    <a:pt x="4453" y="7715"/>
                  </a:lnTo>
                  <a:cubicBezTo>
                    <a:pt x="4501" y="7632"/>
                    <a:pt x="4548" y="7549"/>
                    <a:pt x="4572" y="7465"/>
                  </a:cubicBezTo>
                  <a:lnTo>
                    <a:pt x="286" y="12"/>
                  </a:lnTo>
                  <a:cubicBezTo>
                    <a:pt x="179" y="0"/>
                    <a:pt x="95" y="0"/>
                    <a:pt x="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15"/>
            <p:cNvSpPr/>
            <p:nvPr/>
          </p:nvSpPr>
          <p:spPr>
            <a:xfrm>
              <a:off x="4708218" y="211363"/>
              <a:ext cx="394644" cy="671692"/>
            </a:xfrm>
            <a:custGeom>
              <a:rect b="b" l="l" r="r" t="t"/>
              <a:pathLst>
                <a:path extrusionOk="0" h="6323" w="3715">
                  <a:moveTo>
                    <a:pt x="0" y="1"/>
                  </a:moveTo>
                  <a:lnTo>
                    <a:pt x="3632" y="6323"/>
                  </a:lnTo>
                  <a:cubicBezTo>
                    <a:pt x="3667" y="6204"/>
                    <a:pt x="3679" y="6085"/>
                    <a:pt x="3715" y="5989"/>
                  </a:cubicBezTo>
                  <a:lnTo>
                    <a:pt x="334" y="120"/>
                  </a:lnTo>
                  <a:cubicBezTo>
                    <a:pt x="226" y="72"/>
                    <a:pt x="119" y="36"/>
                    <a:pt x="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15"/>
            <p:cNvSpPr/>
            <p:nvPr/>
          </p:nvSpPr>
          <p:spPr>
            <a:xfrm>
              <a:off x="4876380" y="293585"/>
              <a:ext cx="232856" cy="403568"/>
            </a:xfrm>
            <a:custGeom>
              <a:rect b="b" l="l" r="r" t="t"/>
              <a:pathLst>
                <a:path extrusionOk="0" h="3799" w="2192">
                  <a:moveTo>
                    <a:pt x="1" y="1"/>
                  </a:moveTo>
                  <a:lnTo>
                    <a:pt x="2191" y="3799"/>
                  </a:lnTo>
                  <a:cubicBezTo>
                    <a:pt x="2168" y="3572"/>
                    <a:pt x="2132" y="3346"/>
                    <a:pt x="2084" y="3144"/>
                  </a:cubicBezTo>
                  <a:lnTo>
                    <a:pt x="525" y="429"/>
                  </a:lnTo>
                  <a:cubicBezTo>
                    <a:pt x="358" y="274"/>
                    <a:pt x="179" y="120"/>
                    <a:pt x="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0" name="Google Shape;560;p15"/>
          <p:cNvGrpSpPr/>
          <p:nvPr/>
        </p:nvGrpSpPr>
        <p:grpSpPr>
          <a:xfrm rot="5400000">
            <a:off x="7958137" y="3445097"/>
            <a:ext cx="2337963" cy="1058857"/>
            <a:chOff x="867497" y="4760889"/>
            <a:chExt cx="2337963" cy="1058857"/>
          </a:xfrm>
        </p:grpSpPr>
        <p:grpSp>
          <p:nvGrpSpPr>
            <p:cNvPr id="561" name="Google Shape;561;p15"/>
            <p:cNvGrpSpPr/>
            <p:nvPr/>
          </p:nvGrpSpPr>
          <p:grpSpPr>
            <a:xfrm>
              <a:off x="2099672" y="4760889"/>
              <a:ext cx="1105788" cy="1058857"/>
              <a:chOff x="4252810" y="2035226"/>
              <a:chExt cx="624951" cy="598394"/>
            </a:xfrm>
          </p:grpSpPr>
          <p:sp>
            <p:nvSpPr>
              <p:cNvPr id="562" name="Google Shape;562;p15"/>
              <p:cNvSpPr/>
              <p:nvPr/>
            </p:nvSpPr>
            <p:spPr>
              <a:xfrm>
                <a:off x="4252810" y="2035226"/>
                <a:ext cx="38137" cy="39305"/>
              </a:xfrm>
              <a:custGeom>
                <a:rect b="b" l="l" r="r" t="t"/>
                <a:pathLst>
                  <a:path extrusionOk="0" h="370" w="359">
                    <a:moveTo>
                      <a:pt x="180" y="0"/>
                    </a:moveTo>
                    <a:cubicBezTo>
                      <a:pt x="84" y="0"/>
                      <a:pt x="1" y="84"/>
                      <a:pt x="1" y="191"/>
                    </a:cubicBezTo>
                    <a:cubicBezTo>
                      <a:pt x="1" y="286"/>
                      <a:pt x="84" y="369"/>
                      <a:pt x="180" y="369"/>
                    </a:cubicBezTo>
                    <a:cubicBezTo>
                      <a:pt x="287" y="369"/>
                      <a:pt x="358" y="286"/>
                      <a:pt x="358" y="191"/>
                    </a:cubicBezTo>
                    <a:cubicBezTo>
                      <a:pt x="358" y="96"/>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15"/>
              <p:cNvSpPr/>
              <p:nvPr/>
            </p:nvSpPr>
            <p:spPr>
              <a:xfrm>
                <a:off x="4351498" y="2035226"/>
                <a:ext cx="38030" cy="39305"/>
              </a:xfrm>
              <a:custGeom>
                <a:rect b="b" l="l" r="r" t="t"/>
                <a:pathLst>
                  <a:path extrusionOk="0" h="370" w="358">
                    <a:moveTo>
                      <a:pt x="179" y="0"/>
                    </a:moveTo>
                    <a:cubicBezTo>
                      <a:pt x="72" y="0"/>
                      <a:pt x="1" y="84"/>
                      <a:pt x="1" y="191"/>
                    </a:cubicBezTo>
                    <a:cubicBezTo>
                      <a:pt x="1" y="286"/>
                      <a:pt x="72" y="369"/>
                      <a:pt x="179" y="369"/>
                    </a:cubicBezTo>
                    <a:cubicBezTo>
                      <a:pt x="286" y="369"/>
                      <a:pt x="358" y="286"/>
                      <a:pt x="358" y="191"/>
                    </a:cubicBezTo>
                    <a:cubicBezTo>
                      <a:pt x="358" y="96"/>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15"/>
              <p:cNvSpPr/>
              <p:nvPr/>
            </p:nvSpPr>
            <p:spPr>
              <a:xfrm>
                <a:off x="4448911" y="2035226"/>
                <a:ext cx="38030" cy="39305"/>
              </a:xfrm>
              <a:custGeom>
                <a:rect b="b" l="l" r="r" t="t"/>
                <a:pathLst>
                  <a:path extrusionOk="0" h="370" w="358">
                    <a:moveTo>
                      <a:pt x="179" y="0"/>
                    </a:moveTo>
                    <a:cubicBezTo>
                      <a:pt x="84" y="0"/>
                      <a:pt x="0" y="84"/>
                      <a:pt x="0" y="191"/>
                    </a:cubicBezTo>
                    <a:cubicBezTo>
                      <a:pt x="0" y="286"/>
                      <a:pt x="84" y="369"/>
                      <a:pt x="179" y="369"/>
                    </a:cubicBezTo>
                    <a:cubicBezTo>
                      <a:pt x="286" y="369"/>
                      <a:pt x="358" y="286"/>
                      <a:pt x="358" y="191"/>
                    </a:cubicBezTo>
                    <a:cubicBezTo>
                      <a:pt x="358" y="96"/>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15"/>
              <p:cNvSpPr/>
              <p:nvPr/>
            </p:nvSpPr>
            <p:spPr>
              <a:xfrm>
                <a:off x="4547599" y="2035226"/>
                <a:ext cx="38030" cy="39305"/>
              </a:xfrm>
              <a:custGeom>
                <a:rect b="b" l="l" r="r" t="t"/>
                <a:pathLst>
                  <a:path extrusionOk="0" h="370" w="358">
                    <a:moveTo>
                      <a:pt x="179" y="0"/>
                    </a:moveTo>
                    <a:cubicBezTo>
                      <a:pt x="72" y="0"/>
                      <a:pt x="0" y="84"/>
                      <a:pt x="0" y="191"/>
                    </a:cubicBezTo>
                    <a:cubicBezTo>
                      <a:pt x="0" y="286"/>
                      <a:pt x="72" y="369"/>
                      <a:pt x="179" y="369"/>
                    </a:cubicBezTo>
                    <a:cubicBezTo>
                      <a:pt x="286" y="369"/>
                      <a:pt x="357" y="286"/>
                      <a:pt x="357" y="191"/>
                    </a:cubicBezTo>
                    <a:cubicBezTo>
                      <a:pt x="357" y="96"/>
                      <a:pt x="262"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15"/>
              <p:cNvSpPr/>
              <p:nvPr/>
            </p:nvSpPr>
            <p:spPr>
              <a:xfrm>
                <a:off x="4643630" y="2035226"/>
                <a:ext cx="38137" cy="39305"/>
              </a:xfrm>
              <a:custGeom>
                <a:rect b="b" l="l" r="r" t="t"/>
                <a:pathLst>
                  <a:path extrusionOk="0" h="370" w="359">
                    <a:moveTo>
                      <a:pt x="180" y="0"/>
                    </a:moveTo>
                    <a:cubicBezTo>
                      <a:pt x="72" y="0"/>
                      <a:pt x="1" y="84"/>
                      <a:pt x="1" y="191"/>
                    </a:cubicBezTo>
                    <a:cubicBezTo>
                      <a:pt x="1" y="286"/>
                      <a:pt x="72" y="369"/>
                      <a:pt x="180" y="369"/>
                    </a:cubicBezTo>
                    <a:cubicBezTo>
                      <a:pt x="287" y="369"/>
                      <a:pt x="358" y="286"/>
                      <a:pt x="358" y="191"/>
                    </a:cubicBezTo>
                    <a:cubicBezTo>
                      <a:pt x="358" y="96"/>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15"/>
              <p:cNvSpPr/>
              <p:nvPr/>
            </p:nvSpPr>
            <p:spPr>
              <a:xfrm>
                <a:off x="4742318" y="2035226"/>
                <a:ext cx="38030" cy="39305"/>
              </a:xfrm>
              <a:custGeom>
                <a:rect b="b" l="l" r="r" t="t"/>
                <a:pathLst>
                  <a:path extrusionOk="0" h="370" w="358">
                    <a:moveTo>
                      <a:pt x="179" y="0"/>
                    </a:moveTo>
                    <a:cubicBezTo>
                      <a:pt x="72" y="0"/>
                      <a:pt x="1" y="84"/>
                      <a:pt x="1" y="191"/>
                    </a:cubicBezTo>
                    <a:cubicBezTo>
                      <a:pt x="1" y="286"/>
                      <a:pt x="72" y="369"/>
                      <a:pt x="179" y="369"/>
                    </a:cubicBezTo>
                    <a:cubicBezTo>
                      <a:pt x="275" y="369"/>
                      <a:pt x="358" y="286"/>
                      <a:pt x="358" y="191"/>
                    </a:cubicBezTo>
                    <a:cubicBezTo>
                      <a:pt x="358" y="96"/>
                      <a:pt x="275"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15"/>
              <p:cNvSpPr/>
              <p:nvPr/>
            </p:nvSpPr>
            <p:spPr>
              <a:xfrm>
                <a:off x="4839731" y="2035226"/>
                <a:ext cx="38030" cy="39305"/>
              </a:xfrm>
              <a:custGeom>
                <a:rect b="b" l="l" r="r" t="t"/>
                <a:pathLst>
                  <a:path extrusionOk="0" h="370" w="358">
                    <a:moveTo>
                      <a:pt x="179" y="0"/>
                    </a:moveTo>
                    <a:cubicBezTo>
                      <a:pt x="72" y="0"/>
                      <a:pt x="0" y="84"/>
                      <a:pt x="0" y="191"/>
                    </a:cubicBezTo>
                    <a:cubicBezTo>
                      <a:pt x="0" y="286"/>
                      <a:pt x="72" y="369"/>
                      <a:pt x="179" y="369"/>
                    </a:cubicBezTo>
                    <a:cubicBezTo>
                      <a:pt x="286" y="369"/>
                      <a:pt x="358" y="286"/>
                      <a:pt x="358" y="191"/>
                    </a:cubicBezTo>
                    <a:cubicBezTo>
                      <a:pt x="358" y="96"/>
                      <a:pt x="274"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15"/>
              <p:cNvSpPr/>
              <p:nvPr/>
            </p:nvSpPr>
            <p:spPr>
              <a:xfrm>
                <a:off x="4252810" y="2147829"/>
                <a:ext cx="38137" cy="38030"/>
              </a:xfrm>
              <a:custGeom>
                <a:rect b="b" l="l" r="r" t="t"/>
                <a:pathLst>
                  <a:path extrusionOk="0" h="358" w="359">
                    <a:moveTo>
                      <a:pt x="180" y="0"/>
                    </a:moveTo>
                    <a:cubicBezTo>
                      <a:pt x="84" y="0"/>
                      <a:pt x="1" y="83"/>
                      <a:pt x="1" y="179"/>
                    </a:cubicBezTo>
                    <a:cubicBezTo>
                      <a:pt x="1" y="286"/>
                      <a:pt x="84" y="357"/>
                      <a:pt x="180" y="357"/>
                    </a:cubicBezTo>
                    <a:cubicBezTo>
                      <a:pt x="287" y="357"/>
                      <a:pt x="358" y="286"/>
                      <a:pt x="358" y="179"/>
                    </a:cubicBezTo>
                    <a:cubicBezTo>
                      <a:pt x="358" y="83"/>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15"/>
              <p:cNvSpPr/>
              <p:nvPr/>
            </p:nvSpPr>
            <p:spPr>
              <a:xfrm>
                <a:off x="4351498" y="2147829"/>
                <a:ext cx="38030" cy="38030"/>
              </a:xfrm>
              <a:custGeom>
                <a:rect b="b" l="l" r="r" t="t"/>
                <a:pathLst>
                  <a:path extrusionOk="0" h="358" w="358">
                    <a:moveTo>
                      <a:pt x="179" y="0"/>
                    </a:moveTo>
                    <a:cubicBezTo>
                      <a:pt x="72" y="0"/>
                      <a:pt x="1" y="83"/>
                      <a:pt x="1" y="179"/>
                    </a:cubicBezTo>
                    <a:cubicBezTo>
                      <a:pt x="1" y="286"/>
                      <a:pt x="72" y="357"/>
                      <a:pt x="179" y="357"/>
                    </a:cubicBezTo>
                    <a:cubicBezTo>
                      <a:pt x="286" y="357"/>
                      <a:pt x="358" y="286"/>
                      <a:pt x="358" y="179"/>
                    </a:cubicBezTo>
                    <a:cubicBezTo>
                      <a:pt x="358" y="83"/>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15"/>
              <p:cNvSpPr/>
              <p:nvPr/>
            </p:nvSpPr>
            <p:spPr>
              <a:xfrm>
                <a:off x="4448911" y="2147829"/>
                <a:ext cx="38030" cy="38030"/>
              </a:xfrm>
              <a:custGeom>
                <a:rect b="b" l="l" r="r" t="t"/>
                <a:pathLst>
                  <a:path extrusionOk="0" h="358" w="358">
                    <a:moveTo>
                      <a:pt x="179" y="0"/>
                    </a:moveTo>
                    <a:cubicBezTo>
                      <a:pt x="84" y="0"/>
                      <a:pt x="0" y="83"/>
                      <a:pt x="0" y="179"/>
                    </a:cubicBezTo>
                    <a:cubicBezTo>
                      <a:pt x="0" y="286"/>
                      <a:pt x="84" y="357"/>
                      <a:pt x="179" y="357"/>
                    </a:cubicBezTo>
                    <a:cubicBezTo>
                      <a:pt x="286" y="357"/>
                      <a:pt x="358" y="286"/>
                      <a:pt x="358" y="179"/>
                    </a:cubicBezTo>
                    <a:cubicBezTo>
                      <a:pt x="358" y="83"/>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15"/>
              <p:cNvSpPr/>
              <p:nvPr/>
            </p:nvSpPr>
            <p:spPr>
              <a:xfrm>
                <a:off x="4547599" y="2147829"/>
                <a:ext cx="38030" cy="38030"/>
              </a:xfrm>
              <a:custGeom>
                <a:rect b="b" l="l" r="r" t="t"/>
                <a:pathLst>
                  <a:path extrusionOk="0" h="358" w="358">
                    <a:moveTo>
                      <a:pt x="179" y="0"/>
                    </a:moveTo>
                    <a:cubicBezTo>
                      <a:pt x="72" y="0"/>
                      <a:pt x="0" y="83"/>
                      <a:pt x="0" y="179"/>
                    </a:cubicBezTo>
                    <a:cubicBezTo>
                      <a:pt x="0" y="286"/>
                      <a:pt x="72" y="357"/>
                      <a:pt x="179" y="357"/>
                    </a:cubicBezTo>
                    <a:cubicBezTo>
                      <a:pt x="286" y="357"/>
                      <a:pt x="357" y="286"/>
                      <a:pt x="357" y="179"/>
                    </a:cubicBezTo>
                    <a:cubicBezTo>
                      <a:pt x="357" y="83"/>
                      <a:pt x="262"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15"/>
              <p:cNvSpPr/>
              <p:nvPr/>
            </p:nvSpPr>
            <p:spPr>
              <a:xfrm>
                <a:off x="4643630" y="2147829"/>
                <a:ext cx="38137" cy="38030"/>
              </a:xfrm>
              <a:custGeom>
                <a:rect b="b" l="l" r="r" t="t"/>
                <a:pathLst>
                  <a:path extrusionOk="0" h="358" w="359">
                    <a:moveTo>
                      <a:pt x="180" y="0"/>
                    </a:moveTo>
                    <a:cubicBezTo>
                      <a:pt x="72" y="0"/>
                      <a:pt x="1" y="83"/>
                      <a:pt x="1" y="179"/>
                    </a:cubicBezTo>
                    <a:cubicBezTo>
                      <a:pt x="1" y="286"/>
                      <a:pt x="72" y="357"/>
                      <a:pt x="180" y="357"/>
                    </a:cubicBezTo>
                    <a:cubicBezTo>
                      <a:pt x="287" y="357"/>
                      <a:pt x="358" y="286"/>
                      <a:pt x="358" y="179"/>
                    </a:cubicBezTo>
                    <a:cubicBezTo>
                      <a:pt x="358" y="83"/>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15"/>
              <p:cNvSpPr/>
              <p:nvPr/>
            </p:nvSpPr>
            <p:spPr>
              <a:xfrm>
                <a:off x="4742318" y="2147829"/>
                <a:ext cx="38030" cy="38030"/>
              </a:xfrm>
              <a:custGeom>
                <a:rect b="b" l="l" r="r" t="t"/>
                <a:pathLst>
                  <a:path extrusionOk="0" h="358" w="358">
                    <a:moveTo>
                      <a:pt x="179" y="0"/>
                    </a:moveTo>
                    <a:cubicBezTo>
                      <a:pt x="72" y="0"/>
                      <a:pt x="1" y="83"/>
                      <a:pt x="1" y="179"/>
                    </a:cubicBezTo>
                    <a:cubicBezTo>
                      <a:pt x="1" y="286"/>
                      <a:pt x="72" y="357"/>
                      <a:pt x="179" y="357"/>
                    </a:cubicBezTo>
                    <a:cubicBezTo>
                      <a:pt x="275" y="357"/>
                      <a:pt x="358" y="286"/>
                      <a:pt x="358" y="179"/>
                    </a:cubicBezTo>
                    <a:cubicBezTo>
                      <a:pt x="358" y="83"/>
                      <a:pt x="275"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15"/>
              <p:cNvSpPr/>
              <p:nvPr/>
            </p:nvSpPr>
            <p:spPr>
              <a:xfrm>
                <a:off x="4839731" y="2147829"/>
                <a:ext cx="38030" cy="38030"/>
              </a:xfrm>
              <a:custGeom>
                <a:rect b="b" l="l" r="r" t="t"/>
                <a:pathLst>
                  <a:path extrusionOk="0" h="358" w="358">
                    <a:moveTo>
                      <a:pt x="179" y="0"/>
                    </a:moveTo>
                    <a:cubicBezTo>
                      <a:pt x="72" y="0"/>
                      <a:pt x="0" y="83"/>
                      <a:pt x="0" y="179"/>
                    </a:cubicBezTo>
                    <a:cubicBezTo>
                      <a:pt x="0" y="286"/>
                      <a:pt x="72" y="357"/>
                      <a:pt x="179" y="357"/>
                    </a:cubicBezTo>
                    <a:cubicBezTo>
                      <a:pt x="286" y="357"/>
                      <a:pt x="358" y="286"/>
                      <a:pt x="358" y="179"/>
                    </a:cubicBezTo>
                    <a:cubicBezTo>
                      <a:pt x="358" y="83"/>
                      <a:pt x="274"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15"/>
              <p:cNvSpPr/>
              <p:nvPr/>
            </p:nvSpPr>
            <p:spPr>
              <a:xfrm>
                <a:off x="4252810" y="2260327"/>
                <a:ext cx="38137" cy="38030"/>
              </a:xfrm>
              <a:custGeom>
                <a:rect b="b" l="l" r="r" t="t"/>
                <a:pathLst>
                  <a:path extrusionOk="0" h="358" w="359">
                    <a:moveTo>
                      <a:pt x="180" y="1"/>
                    </a:moveTo>
                    <a:cubicBezTo>
                      <a:pt x="84" y="1"/>
                      <a:pt x="1" y="72"/>
                      <a:pt x="1" y="179"/>
                    </a:cubicBezTo>
                    <a:cubicBezTo>
                      <a:pt x="1" y="286"/>
                      <a:pt x="84" y="358"/>
                      <a:pt x="180" y="358"/>
                    </a:cubicBezTo>
                    <a:cubicBezTo>
                      <a:pt x="287" y="358"/>
                      <a:pt x="358" y="286"/>
                      <a:pt x="358" y="179"/>
                    </a:cubicBezTo>
                    <a:cubicBezTo>
                      <a:pt x="358" y="72"/>
                      <a:pt x="287" y="1"/>
                      <a:pt x="1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15"/>
              <p:cNvSpPr/>
              <p:nvPr/>
            </p:nvSpPr>
            <p:spPr>
              <a:xfrm>
                <a:off x="4351498" y="2260327"/>
                <a:ext cx="38030" cy="38030"/>
              </a:xfrm>
              <a:custGeom>
                <a:rect b="b" l="l" r="r" t="t"/>
                <a:pathLst>
                  <a:path extrusionOk="0" h="358" w="358">
                    <a:moveTo>
                      <a:pt x="179" y="1"/>
                    </a:moveTo>
                    <a:cubicBezTo>
                      <a:pt x="72" y="1"/>
                      <a:pt x="1" y="72"/>
                      <a:pt x="1" y="179"/>
                    </a:cubicBezTo>
                    <a:cubicBezTo>
                      <a:pt x="1" y="286"/>
                      <a:pt x="72" y="358"/>
                      <a:pt x="179" y="358"/>
                    </a:cubicBezTo>
                    <a:cubicBezTo>
                      <a:pt x="286" y="358"/>
                      <a:pt x="358" y="286"/>
                      <a:pt x="358" y="179"/>
                    </a:cubicBezTo>
                    <a:cubicBezTo>
                      <a:pt x="358" y="72"/>
                      <a:pt x="286"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15"/>
              <p:cNvSpPr/>
              <p:nvPr/>
            </p:nvSpPr>
            <p:spPr>
              <a:xfrm>
                <a:off x="4448911" y="2260327"/>
                <a:ext cx="38030" cy="38030"/>
              </a:xfrm>
              <a:custGeom>
                <a:rect b="b" l="l" r="r" t="t"/>
                <a:pathLst>
                  <a:path extrusionOk="0" h="358" w="358">
                    <a:moveTo>
                      <a:pt x="179" y="1"/>
                    </a:moveTo>
                    <a:cubicBezTo>
                      <a:pt x="84" y="1"/>
                      <a:pt x="0" y="72"/>
                      <a:pt x="0" y="179"/>
                    </a:cubicBezTo>
                    <a:cubicBezTo>
                      <a:pt x="0" y="286"/>
                      <a:pt x="84" y="358"/>
                      <a:pt x="179" y="358"/>
                    </a:cubicBezTo>
                    <a:cubicBezTo>
                      <a:pt x="286" y="358"/>
                      <a:pt x="358" y="286"/>
                      <a:pt x="358" y="179"/>
                    </a:cubicBezTo>
                    <a:cubicBezTo>
                      <a:pt x="358" y="72"/>
                      <a:pt x="286"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15"/>
              <p:cNvSpPr/>
              <p:nvPr/>
            </p:nvSpPr>
            <p:spPr>
              <a:xfrm>
                <a:off x="4547599" y="2260327"/>
                <a:ext cx="38030" cy="38030"/>
              </a:xfrm>
              <a:custGeom>
                <a:rect b="b" l="l" r="r" t="t"/>
                <a:pathLst>
                  <a:path extrusionOk="0" h="358" w="358">
                    <a:moveTo>
                      <a:pt x="179" y="1"/>
                    </a:moveTo>
                    <a:cubicBezTo>
                      <a:pt x="72" y="1"/>
                      <a:pt x="0" y="72"/>
                      <a:pt x="0" y="179"/>
                    </a:cubicBezTo>
                    <a:cubicBezTo>
                      <a:pt x="0" y="286"/>
                      <a:pt x="72" y="358"/>
                      <a:pt x="179" y="358"/>
                    </a:cubicBezTo>
                    <a:cubicBezTo>
                      <a:pt x="286" y="358"/>
                      <a:pt x="357" y="286"/>
                      <a:pt x="357" y="179"/>
                    </a:cubicBezTo>
                    <a:cubicBezTo>
                      <a:pt x="357" y="72"/>
                      <a:pt x="262"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15"/>
              <p:cNvSpPr/>
              <p:nvPr/>
            </p:nvSpPr>
            <p:spPr>
              <a:xfrm>
                <a:off x="4643630" y="2260327"/>
                <a:ext cx="38137" cy="38030"/>
              </a:xfrm>
              <a:custGeom>
                <a:rect b="b" l="l" r="r" t="t"/>
                <a:pathLst>
                  <a:path extrusionOk="0" h="358" w="359">
                    <a:moveTo>
                      <a:pt x="180" y="1"/>
                    </a:moveTo>
                    <a:cubicBezTo>
                      <a:pt x="72" y="1"/>
                      <a:pt x="1" y="72"/>
                      <a:pt x="1" y="179"/>
                    </a:cubicBezTo>
                    <a:cubicBezTo>
                      <a:pt x="1" y="286"/>
                      <a:pt x="72" y="358"/>
                      <a:pt x="180" y="358"/>
                    </a:cubicBezTo>
                    <a:cubicBezTo>
                      <a:pt x="287" y="358"/>
                      <a:pt x="358" y="286"/>
                      <a:pt x="358" y="179"/>
                    </a:cubicBezTo>
                    <a:cubicBezTo>
                      <a:pt x="358" y="72"/>
                      <a:pt x="287" y="1"/>
                      <a:pt x="1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15"/>
              <p:cNvSpPr/>
              <p:nvPr/>
            </p:nvSpPr>
            <p:spPr>
              <a:xfrm>
                <a:off x="4742318" y="2260327"/>
                <a:ext cx="38030" cy="38030"/>
              </a:xfrm>
              <a:custGeom>
                <a:rect b="b" l="l" r="r" t="t"/>
                <a:pathLst>
                  <a:path extrusionOk="0" h="358" w="358">
                    <a:moveTo>
                      <a:pt x="179" y="1"/>
                    </a:moveTo>
                    <a:cubicBezTo>
                      <a:pt x="72" y="1"/>
                      <a:pt x="1" y="72"/>
                      <a:pt x="1" y="179"/>
                    </a:cubicBezTo>
                    <a:cubicBezTo>
                      <a:pt x="1" y="286"/>
                      <a:pt x="72" y="358"/>
                      <a:pt x="179" y="358"/>
                    </a:cubicBezTo>
                    <a:cubicBezTo>
                      <a:pt x="275" y="358"/>
                      <a:pt x="358" y="286"/>
                      <a:pt x="358" y="179"/>
                    </a:cubicBezTo>
                    <a:cubicBezTo>
                      <a:pt x="358" y="72"/>
                      <a:pt x="275"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15"/>
              <p:cNvSpPr/>
              <p:nvPr/>
            </p:nvSpPr>
            <p:spPr>
              <a:xfrm>
                <a:off x="4839731" y="2260327"/>
                <a:ext cx="38030" cy="38030"/>
              </a:xfrm>
              <a:custGeom>
                <a:rect b="b" l="l" r="r" t="t"/>
                <a:pathLst>
                  <a:path extrusionOk="0" h="358" w="358">
                    <a:moveTo>
                      <a:pt x="179" y="1"/>
                    </a:moveTo>
                    <a:cubicBezTo>
                      <a:pt x="72" y="1"/>
                      <a:pt x="0" y="72"/>
                      <a:pt x="0" y="179"/>
                    </a:cubicBezTo>
                    <a:cubicBezTo>
                      <a:pt x="0" y="286"/>
                      <a:pt x="72" y="358"/>
                      <a:pt x="179" y="358"/>
                    </a:cubicBezTo>
                    <a:cubicBezTo>
                      <a:pt x="286" y="358"/>
                      <a:pt x="358" y="286"/>
                      <a:pt x="358" y="179"/>
                    </a:cubicBezTo>
                    <a:cubicBezTo>
                      <a:pt x="358" y="72"/>
                      <a:pt x="274"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15"/>
              <p:cNvSpPr/>
              <p:nvPr/>
            </p:nvSpPr>
            <p:spPr>
              <a:xfrm>
                <a:off x="4252810" y="2371656"/>
                <a:ext cx="38137" cy="38030"/>
              </a:xfrm>
              <a:custGeom>
                <a:rect b="b" l="l" r="r" t="t"/>
                <a:pathLst>
                  <a:path extrusionOk="0" h="358" w="359">
                    <a:moveTo>
                      <a:pt x="180" y="0"/>
                    </a:moveTo>
                    <a:cubicBezTo>
                      <a:pt x="84" y="0"/>
                      <a:pt x="1" y="72"/>
                      <a:pt x="1" y="179"/>
                    </a:cubicBezTo>
                    <a:cubicBezTo>
                      <a:pt x="1" y="274"/>
                      <a:pt x="84" y="358"/>
                      <a:pt x="180" y="358"/>
                    </a:cubicBezTo>
                    <a:cubicBezTo>
                      <a:pt x="287" y="358"/>
                      <a:pt x="358" y="274"/>
                      <a:pt x="358" y="179"/>
                    </a:cubicBezTo>
                    <a:cubicBezTo>
                      <a:pt x="358" y="84"/>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15"/>
              <p:cNvSpPr/>
              <p:nvPr/>
            </p:nvSpPr>
            <p:spPr>
              <a:xfrm>
                <a:off x="4351498" y="2371656"/>
                <a:ext cx="38030" cy="38030"/>
              </a:xfrm>
              <a:custGeom>
                <a:rect b="b" l="l" r="r" t="t"/>
                <a:pathLst>
                  <a:path extrusionOk="0" h="358" w="358">
                    <a:moveTo>
                      <a:pt x="179" y="0"/>
                    </a:moveTo>
                    <a:cubicBezTo>
                      <a:pt x="72" y="0"/>
                      <a:pt x="1" y="72"/>
                      <a:pt x="1" y="179"/>
                    </a:cubicBezTo>
                    <a:cubicBezTo>
                      <a:pt x="1" y="274"/>
                      <a:pt x="72" y="358"/>
                      <a:pt x="179" y="358"/>
                    </a:cubicBezTo>
                    <a:cubicBezTo>
                      <a:pt x="286" y="358"/>
                      <a:pt x="358" y="274"/>
                      <a:pt x="358" y="179"/>
                    </a:cubicBezTo>
                    <a:cubicBezTo>
                      <a:pt x="358" y="84"/>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15"/>
              <p:cNvSpPr/>
              <p:nvPr/>
            </p:nvSpPr>
            <p:spPr>
              <a:xfrm>
                <a:off x="4448911" y="2371656"/>
                <a:ext cx="38030" cy="38030"/>
              </a:xfrm>
              <a:custGeom>
                <a:rect b="b" l="l" r="r" t="t"/>
                <a:pathLst>
                  <a:path extrusionOk="0" h="358" w="358">
                    <a:moveTo>
                      <a:pt x="179" y="0"/>
                    </a:moveTo>
                    <a:cubicBezTo>
                      <a:pt x="84" y="0"/>
                      <a:pt x="0" y="72"/>
                      <a:pt x="0" y="179"/>
                    </a:cubicBezTo>
                    <a:cubicBezTo>
                      <a:pt x="0" y="274"/>
                      <a:pt x="84" y="358"/>
                      <a:pt x="179" y="358"/>
                    </a:cubicBezTo>
                    <a:cubicBezTo>
                      <a:pt x="286" y="358"/>
                      <a:pt x="358" y="274"/>
                      <a:pt x="358" y="179"/>
                    </a:cubicBezTo>
                    <a:cubicBezTo>
                      <a:pt x="358" y="84"/>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15"/>
              <p:cNvSpPr/>
              <p:nvPr/>
            </p:nvSpPr>
            <p:spPr>
              <a:xfrm>
                <a:off x="4547599" y="2371656"/>
                <a:ext cx="38030" cy="38030"/>
              </a:xfrm>
              <a:custGeom>
                <a:rect b="b" l="l" r="r" t="t"/>
                <a:pathLst>
                  <a:path extrusionOk="0" h="358" w="358">
                    <a:moveTo>
                      <a:pt x="179" y="0"/>
                    </a:moveTo>
                    <a:cubicBezTo>
                      <a:pt x="72" y="0"/>
                      <a:pt x="0" y="72"/>
                      <a:pt x="0" y="179"/>
                    </a:cubicBezTo>
                    <a:cubicBezTo>
                      <a:pt x="0" y="274"/>
                      <a:pt x="72" y="358"/>
                      <a:pt x="179" y="358"/>
                    </a:cubicBezTo>
                    <a:cubicBezTo>
                      <a:pt x="286" y="358"/>
                      <a:pt x="357" y="274"/>
                      <a:pt x="357" y="179"/>
                    </a:cubicBezTo>
                    <a:cubicBezTo>
                      <a:pt x="357" y="84"/>
                      <a:pt x="262"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15"/>
              <p:cNvSpPr/>
              <p:nvPr/>
            </p:nvSpPr>
            <p:spPr>
              <a:xfrm>
                <a:off x="4643630" y="2371656"/>
                <a:ext cx="38137" cy="38030"/>
              </a:xfrm>
              <a:custGeom>
                <a:rect b="b" l="l" r="r" t="t"/>
                <a:pathLst>
                  <a:path extrusionOk="0" h="358" w="359">
                    <a:moveTo>
                      <a:pt x="180" y="0"/>
                    </a:moveTo>
                    <a:cubicBezTo>
                      <a:pt x="72" y="0"/>
                      <a:pt x="1" y="72"/>
                      <a:pt x="1" y="179"/>
                    </a:cubicBezTo>
                    <a:cubicBezTo>
                      <a:pt x="1" y="274"/>
                      <a:pt x="72" y="358"/>
                      <a:pt x="180" y="358"/>
                    </a:cubicBezTo>
                    <a:cubicBezTo>
                      <a:pt x="287" y="358"/>
                      <a:pt x="358" y="274"/>
                      <a:pt x="358" y="179"/>
                    </a:cubicBezTo>
                    <a:cubicBezTo>
                      <a:pt x="358" y="84"/>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15"/>
              <p:cNvSpPr/>
              <p:nvPr/>
            </p:nvSpPr>
            <p:spPr>
              <a:xfrm>
                <a:off x="4742318" y="2371656"/>
                <a:ext cx="38030" cy="38030"/>
              </a:xfrm>
              <a:custGeom>
                <a:rect b="b" l="l" r="r" t="t"/>
                <a:pathLst>
                  <a:path extrusionOk="0" h="358" w="358">
                    <a:moveTo>
                      <a:pt x="179" y="0"/>
                    </a:moveTo>
                    <a:cubicBezTo>
                      <a:pt x="72" y="0"/>
                      <a:pt x="1" y="72"/>
                      <a:pt x="1" y="179"/>
                    </a:cubicBezTo>
                    <a:cubicBezTo>
                      <a:pt x="1" y="274"/>
                      <a:pt x="72" y="358"/>
                      <a:pt x="179" y="358"/>
                    </a:cubicBezTo>
                    <a:cubicBezTo>
                      <a:pt x="275" y="358"/>
                      <a:pt x="358" y="274"/>
                      <a:pt x="358" y="179"/>
                    </a:cubicBezTo>
                    <a:cubicBezTo>
                      <a:pt x="358" y="84"/>
                      <a:pt x="275"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15"/>
              <p:cNvSpPr/>
              <p:nvPr/>
            </p:nvSpPr>
            <p:spPr>
              <a:xfrm>
                <a:off x="4839731" y="2371656"/>
                <a:ext cx="38030" cy="38030"/>
              </a:xfrm>
              <a:custGeom>
                <a:rect b="b" l="l" r="r" t="t"/>
                <a:pathLst>
                  <a:path extrusionOk="0" h="358" w="358">
                    <a:moveTo>
                      <a:pt x="179" y="0"/>
                    </a:moveTo>
                    <a:cubicBezTo>
                      <a:pt x="72" y="0"/>
                      <a:pt x="0" y="72"/>
                      <a:pt x="0" y="179"/>
                    </a:cubicBezTo>
                    <a:cubicBezTo>
                      <a:pt x="0" y="274"/>
                      <a:pt x="72" y="358"/>
                      <a:pt x="179" y="358"/>
                    </a:cubicBezTo>
                    <a:cubicBezTo>
                      <a:pt x="286" y="358"/>
                      <a:pt x="358" y="274"/>
                      <a:pt x="358" y="179"/>
                    </a:cubicBezTo>
                    <a:cubicBezTo>
                      <a:pt x="358" y="84"/>
                      <a:pt x="274"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15"/>
              <p:cNvSpPr/>
              <p:nvPr/>
            </p:nvSpPr>
            <p:spPr>
              <a:xfrm>
                <a:off x="4252810" y="2482985"/>
                <a:ext cx="38137" cy="38030"/>
              </a:xfrm>
              <a:custGeom>
                <a:rect b="b" l="l" r="r" t="t"/>
                <a:pathLst>
                  <a:path extrusionOk="0" h="358" w="359">
                    <a:moveTo>
                      <a:pt x="180" y="0"/>
                    </a:moveTo>
                    <a:cubicBezTo>
                      <a:pt x="84" y="0"/>
                      <a:pt x="1" y="72"/>
                      <a:pt x="1" y="179"/>
                    </a:cubicBezTo>
                    <a:cubicBezTo>
                      <a:pt x="1" y="286"/>
                      <a:pt x="84" y="357"/>
                      <a:pt x="180" y="357"/>
                    </a:cubicBezTo>
                    <a:cubicBezTo>
                      <a:pt x="287" y="357"/>
                      <a:pt x="358" y="286"/>
                      <a:pt x="358" y="179"/>
                    </a:cubicBezTo>
                    <a:cubicBezTo>
                      <a:pt x="358" y="84"/>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15"/>
              <p:cNvSpPr/>
              <p:nvPr/>
            </p:nvSpPr>
            <p:spPr>
              <a:xfrm>
                <a:off x="4351498" y="2482985"/>
                <a:ext cx="38030" cy="38030"/>
              </a:xfrm>
              <a:custGeom>
                <a:rect b="b" l="l" r="r" t="t"/>
                <a:pathLst>
                  <a:path extrusionOk="0" h="358" w="358">
                    <a:moveTo>
                      <a:pt x="179" y="0"/>
                    </a:moveTo>
                    <a:cubicBezTo>
                      <a:pt x="72" y="0"/>
                      <a:pt x="1" y="72"/>
                      <a:pt x="1" y="179"/>
                    </a:cubicBezTo>
                    <a:cubicBezTo>
                      <a:pt x="1" y="286"/>
                      <a:pt x="72" y="357"/>
                      <a:pt x="179" y="357"/>
                    </a:cubicBezTo>
                    <a:cubicBezTo>
                      <a:pt x="286" y="357"/>
                      <a:pt x="358" y="286"/>
                      <a:pt x="358" y="179"/>
                    </a:cubicBezTo>
                    <a:cubicBezTo>
                      <a:pt x="358" y="84"/>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15"/>
              <p:cNvSpPr/>
              <p:nvPr/>
            </p:nvSpPr>
            <p:spPr>
              <a:xfrm>
                <a:off x="4448911" y="2482985"/>
                <a:ext cx="38030" cy="38030"/>
              </a:xfrm>
              <a:custGeom>
                <a:rect b="b" l="l" r="r" t="t"/>
                <a:pathLst>
                  <a:path extrusionOk="0" h="358" w="358">
                    <a:moveTo>
                      <a:pt x="179" y="0"/>
                    </a:moveTo>
                    <a:cubicBezTo>
                      <a:pt x="84" y="0"/>
                      <a:pt x="0" y="72"/>
                      <a:pt x="0" y="179"/>
                    </a:cubicBezTo>
                    <a:cubicBezTo>
                      <a:pt x="0" y="286"/>
                      <a:pt x="84" y="357"/>
                      <a:pt x="179" y="357"/>
                    </a:cubicBezTo>
                    <a:cubicBezTo>
                      <a:pt x="286" y="357"/>
                      <a:pt x="358" y="286"/>
                      <a:pt x="358" y="179"/>
                    </a:cubicBezTo>
                    <a:cubicBezTo>
                      <a:pt x="358" y="84"/>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15"/>
              <p:cNvSpPr/>
              <p:nvPr/>
            </p:nvSpPr>
            <p:spPr>
              <a:xfrm>
                <a:off x="4547599" y="2482985"/>
                <a:ext cx="38030" cy="38030"/>
              </a:xfrm>
              <a:custGeom>
                <a:rect b="b" l="l" r="r" t="t"/>
                <a:pathLst>
                  <a:path extrusionOk="0" h="358" w="358">
                    <a:moveTo>
                      <a:pt x="179" y="0"/>
                    </a:moveTo>
                    <a:cubicBezTo>
                      <a:pt x="72" y="0"/>
                      <a:pt x="0" y="72"/>
                      <a:pt x="0" y="179"/>
                    </a:cubicBezTo>
                    <a:cubicBezTo>
                      <a:pt x="0" y="286"/>
                      <a:pt x="72" y="357"/>
                      <a:pt x="179" y="357"/>
                    </a:cubicBezTo>
                    <a:cubicBezTo>
                      <a:pt x="286" y="357"/>
                      <a:pt x="357" y="286"/>
                      <a:pt x="357" y="179"/>
                    </a:cubicBezTo>
                    <a:cubicBezTo>
                      <a:pt x="357" y="84"/>
                      <a:pt x="262"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15"/>
              <p:cNvSpPr/>
              <p:nvPr/>
            </p:nvSpPr>
            <p:spPr>
              <a:xfrm>
                <a:off x="4643630" y="2482985"/>
                <a:ext cx="38137" cy="38030"/>
              </a:xfrm>
              <a:custGeom>
                <a:rect b="b" l="l" r="r" t="t"/>
                <a:pathLst>
                  <a:path extrusionOk="0" h="358" w="359">
                    <a:moveTo>
                      <a:pt x="180" y="0"/>
                    </a:moveTo>
                    <a:cubicBezTo>
                      <a:pt x="72" y="0"/>
                      <a:pt x="1" y="72"/>
                      <a:pt x="1" y="179"/>
                    </a:cubicBezTo>
                    <a:cubicBezTo>
                      <a:pt x="1" y="286"/>
                      <a:pt x="72" y="357"/>
                      <a:pt x="180" y="357"/>
                    </a:cubicBezTo>
                    <a:cubicBezTo>
                      <a:pt x="287" y="357"/>
                      <a:pt x="358" y="286"/>
                      <a:pt x="358" y="179"/>
                    </a:cubicBezTo>
                    <a:cubicBezTo>
                      <a:pt x="358" y="84"/>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15"/>
              <p:cNvSpPr/>
              <p:nvPr/>
            </p:nvSpPr>
            <p:spPr>
              <a:xfrm>
                <a:off x="4742318" y="2482985"/>
                <a:ext cx="38030" cy="38030"/>
              </a:xfrm>
              <a:custGeom>
                <a:rect b="b" l="l" r="r" t="t"/>
                <a:pathLst>
                  <a:path extrusionOk="0" h="358" w="358">
                    <a:moveTo>
                      <a:pt x="179" y="0"/>
                    </a:moveTo>
                    <a:cubicBezTo>
                      <a:pt x="72" y="0"/>
                      <a:pt x="1" y="72"/>
                      <a:pt x="1" y="179"/>
                    </a:cubicBezTo>
                    <a:cubicBezTo>
                      <a:pt x="1" y="286"/>
                      <a:pt x="72" y="357"/>
                      <a:pt x="179" y="357"/>
                    </a:cubicBezTo>
                    <a:cubicBezTo>
                      <a:pt x="275" y="357"/>
                      <a:pt x="358" y="286"/>
                      <a:pt x="358" y="179"/>
                    </a:cubicBezTo>
                    <a:cubicBezTo>
                      <a:pt x="358" y="84"/>
                      <a:pt x="275"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15"/>
              <p:cNvSpPr/>
              <p:nvPr/>
            </p:nvSpPr>
            <p:spPr>
              <a:xfrm>
                <a:off x="4839731" y="2482985"/>
                <a:ext cx="38030" cy="38030"/>
              </a:xfrm>
              <a:custGeom>
                <a:rect b="b" l="l" r="r" t="t"/>
                <a:pathLst>
                  <a:path extrusionOk="0" h="358" w="358">
                    <a:moveTo>
                      <a:pt x="179" y="0"/>
                    </a:moveTo>
                    <a:cubicBezTo>
                      <a:pt x="72" y="0"/>
                      <a:pt x="0" y="72"/>
                      <a:pt x="0" y="179"/>
                    </a:cubicBezTo>
                    <a:cubicBezTo>
                      <a:pt x="0" y="286"/>
                      <a:pt x="72" y="357"/>
                      <a:pt x="179" y="357"/>
                    </a:cubicBezTo>
                    <a:cubicBezTo>
                      <a:pt x="286" y="357"/>
                      <a:pt x="358" y="286"/>
                      <a:pt x="358" y="179"/>
                    </a:cubicBezTo>
                    <a:cubicBezTo>
                      <a:pt x="358" y="84"/>
                      <a:pt x="274"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15"/>
              <p:cNvSpPr/>
              <p:nvPr/>
            </p:nvSpPr>
            <p:spPr>
              <a:xfrm>
                <a:off x="4252810" y="2595483"/>
                <a:ext cx="38137" cy="38137"/>
              </a:xfrm>
              <a:custGeom>
                <a:rect b="b" l="l" r="r" t="t"/>
                <a:pathLst>
                  <a:path extrusionOk="0" h="359" w="359">
                    <a:moveTo>
                      <a:pt x="180" y="1"/>
                    </a:moveTo>
                    <a:cubicBezTo>
                      <a:pt x="84" y="1"/>
                      <a:pt x="1" y="72"/>
                      <a:pt x="1" y="179"/>
                    </a:cubicBezTo>
                    <a:cubicBezTo>
                      <a:pt x="1" y="287"/>
                      <a:pt x="84" y="358"/>
                      <a:pt x="180" y="358"/>
                    </a:cubicBezTo>
                    <a:cubicBezTo>
                      <a:pt x="287" y="358"/>
                      <a:pt x="358" y="287"/>
                      <a:pt x="358" y="179"/>
                    </a:cubicBezTo>
                    <a:cubicBezTo>
                      <a:pt x="358" y="72"/>
                      <a:pt x="287" y="1"/>
                      <a:pt x="1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15"/>
              <p:cNvSpPr/>
              <p:nvPr/>
            </p:nvSpPr>
            <p:spPr>
              <a:xfrm>
                <a:off x="4351498" y="2595483"/>
                <a:ext cx="38030" cy="38137"/>
              </a:xfrm>
              <a:custGeom>
                <a:rect b="b" l="l" r="r" t="t"/>
                <a:pathLst>
                  <a:path extrusionOk="0" h="359" w="358">
                    <a:moveTo>
                      <a:pt x="179" y="1"/>
                    </a:moveTo>
                    <a:cubicBezTo>
                      <a:pt x="72" y="1"/>
                      <a:pt x="1" y="72"/>
                      <a:pt x="1" y="179"/>
                    </a:cubicBezTo>
                    <a:cubicBezTo>
                      <a:pt x="1" y="287"/>
                      <a:pt x="72" y="358"/>
                      <a:pt x="179" y="358"/>
                    </a:cubicBezTo>
                    <a:cubicBezTo>
                      <a:pt x="286" y="358"/>
                      <a:pt x="358" y="287"/>
                      <a:pt x="358" y="179"/>
                    </a:cubicBezTo>
                    <a:cubicBezTo>
                      <a:pt x="358" y="72"/>
                      <a:pt x="286"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15"/>
              <p:cNvSpPr/>
              <p:nvPr/>
            </p:nvSpPr>
            <p:spPr>
              <a:xfrm>
                <a:off x="4448911" y="2595483"/>
                <a:ext cx="38030" cy="38137"/>
              </a:xfrm>
              <a:custGeom>
                <a:rect b="b" l="l" r="r" t="t"/>
                <a:pathLst>
                  <a:path extrusionOk="0" h="359" w="358">
                    <a:moveTo>
                      <a:pt x="179" y="1"/>
                    </a:moveTo>
                    <a:cubicBezTo>
                      <a:pt x="84" y="1"/>
                      <a:pt x="0" y="72"/>
                      <a:pt x="0" y="179"/>
                    </a:cubicBezTo>
                    <a:cubicBezTo>
                      <a:pt x="0" y="287"/>
                      <a:pt x="84" y="358"/>
                      <a:pt x="179" y="358"/>
                    </a:cubicBezTo>
                    <a:cubicBezTo>
                      <a:pt x="286" y="358"/>
                      <a:pt x="358" y="287"/>
                      <a:pt x="358" y="179"/>
                    </a:cubicBezTo>
                    <a:cubicBezTo>
                      <a:pt x="358" y="72"/>
                      <a:pt x="286"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15"/>
              <p:cNvSpPr/>
              <p:nvPr/>
            </p:nvSpPr>
            <p:spPr>
              <a:xfrm>
                <a:off x="4547599" y="2595483"/>
                <a:ext cx="38030" cy="38137"/>
              </a:xfrm>
              <a:custGeom>
                <a:rect b="b" l="l" r="r" t="t"/>
                <a:pathLst>
                  <a:path extrusionOk="0" h="359" w="358">
                    <a:moveTo>
                      <a:pt x="179" y="1"/>
                    </a:moveTo>
                    <a:cubicBezTo>
                      <a:pt x="72" y="1"/>
                      <a:pt x="0" y="72"/>
                      <a:pt x="0" y="179"/>
                    </a:cubicBezTo>
                    <a:cubicBezTo>
                      <a:pt x="0" y="287"/>
                      <a:pt x="72" y="358"/>
                      <a:pt x="179" y="358"/>
                    </a:cubicBezTo>
                    <a:cubicBezTo>
                      <a:pt x="286" y="358"/>
                      <a:pt x="357" y="287"/>
                      <a:pt x="357" y="179"/>
                    </a:cubicBezTo>
                    <a:cubicBezTo>
                      <a:pt x="357" y="72"/>
                      <a:pt x="262"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15"/>
              <p:cNvSpPr/>
              <p:nvPr/>
            </p:nvSpPr>
            <p:spPr>
              <a:xfrm>
                <a:off x="4643630" y="2595483"/>
                <a:ext cx="38137" cy="38137"/>
              </a:xfrm>
              <a:custGeom>
                <a:rect b="b" l="l" r="r" t="t"/>
                <a:pathLst>
                  <a:path extrusionOk="0" h="359" w="359">
                    <a:moveTo>
                      <a:pt x="180" y="1"/>
                    </a:moveTo>
                    <a:cubicBezTo>
                      <a:pt x="72" y="1"/>
                      <a:pt x="1" y="72"/>
                      <a:pt x="1" y="179"/>
                    </a:cubicBezTo>
                    <a:cubicBezTo>
                      <a:pt x="1" y="287"/>
                      <a:pt x="72" y="358"/>
                      <a:pt x="180" y="358"/>
                    </a:cubicBezTo>
                    <a:cubicBezTo>
                      <a:pt x="287" y="358"/>
                      <a:pt x="358" y="287"/>
                      <a:pt x="358" y="179"/>
                    </a:cubicBezTo>
                    <a:cubicBezTo>
                      <a:pt x="358" y="72"/>
                      <a:pt x="287" y="1"/>
                      <a:pt x="1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15"/>
              <p:cNvSpPr/>
              <p:nvPr/>
            </p:nvSpPr>
            <p:spPr>
              <a:xfrm>
                <a:off x="4742318" y="2595483"/>
                <a:ext cx="38030" cy="38137"/>
              </a:xfrm>
              <a:custGeom>
                <a:rect b="b" l="l" r="r" t="t"/>
                <a:pathLst>
                  <a:path extrusionOk="0" h="359" w="358">
                    <a:moveTo>
                      <a:pt x="179" y="1"/>
                    </a:moveTo>
                    <a:cubicBezTo>
                      <a:pt x="72" y="1"/>
                      <a:pt x="1" y="72"/>
                      <a:pt x="1" y="179"/>
                    </a:cubicBezTo>
                    <a:cubicBezTo>
                      <a:pt x="1" y="287"/>
                      <a:pt x="72" y="358"/>
                      <a:pt x="179" y="358"/>
                    </a:cubicBezTo>
                    <a:cubicBezTo>
                      <a:pt x="275" y="358"/>
                      <a:pt x="358" y="287"/>
                      <a:pt x="358" y="179"/>
                    </a:cubicBezTo>
                    <a:cubicBezTo>
                      <a:pt x="358" y="72"/>
                      <a:pt x="275"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15"/>
              <p:cNvSpPr/>
              <p:nvPr/>
            </p:nvSpPr>
            <p:spPr>
              <a:xfrm>
                <a:off x="4839731" y="2595483"/>
                <a:ext cx="38030" cy="38137"/>
              </a:xfrm>
              <a:custGeom>
                <a:rect b="b" l="l" r="r" t="t"/>
                <a:pathLst>
                  <a:path extrusionOk="0" h="359" w="358">
                    <a:moveTo>
                      <a:pt x="179" y="1"/>
                    </a:moveTo>
                    <a:cubicBezTo>
                      <a:pt x="72" y="1"/>
                      <a:pt x="0" y="72"/>
                      <a:pt x="0" y="179"/>
                    </a:cubicBezTo>
                    <a:cubicBezTo>
                      <a:pt x="0" y="287"/>
                      <a:pt x="72" y="358"/>
                      <a:pt x="179" y="358"/>
                    </a:cubicBezTo>
                    <a:cubicBezTo>
                      <a:pt x="286" y="358"/>
                      <a:pt x="358" y="287"/>
                      <a:pt x="358" y="179"/>
                    </a:cubicBezTo>
                    <a:cubicBezTo>
                      <a:pt x="358" y="72"/>
                      <a:pt x="274"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4" name="Google Shape;604;p15"/>
            <p:cNvGrpSpPr/>
            <p:nvPr/>
          </p:nvGrpSpPr>
          <p:grpSpPr>
            <a:xfrm>
              <a:off x="867497" y="4760889"/>
              <a:ext cx="1105788" cy="1058857"/>
              <a:chOff x="4252810" y="2035226"/>
              <a:chExt cx="624951" cy="598394"/>
            </a:xfrm>
          </p:grpSpPr>
          <p:sp>
            <p:nvSpPr>
              <p:cNvPr id="605" name="Google Shape;605;p15"/>
              <p:cNvSpPr/>
              <p:nvPr/>
            </p:nvSpPr>
            <p:spPr>
              <a:xfrm>
                <a:off x="4252810" y="2035226"/>
                <a:ext cx="38137" cy="39305"/>
              </a:xfrm>
              <a:custGeom>
                <a:rect b="b" l="l" r="r" t="t"/>
                <a:pathLst>
                  <a:path extrusionOk="0" h="370" w="359">
                    <a:moveTo>
                      <a:pt x="180" y="0"/>
                    </a:moveTo>
                    <a:cubicBezTo>
                      <a:pt x="84" y="0"/>
                      <a:pt x="1" y="84"/>
                      <a:pt x="1" y="191"/>
                    </a:cubicBezTo>
                    <a:cubicBezTo>
                      <a:pt x="1" y="286"/>
                      <a:pt x="84" y="369"/>
                      <a:pt x="180" y="369"/>
                    </a:cubicBezTo>
                    <a:cubicBezTo>
                      <a:pt x="287" y="369"/>
                      <a:pt x="358" y="286"/>
                      <a:pt x="358" y="191"/>
                    </a:cubicBezTo>
                    <a:cubicBezTo>
                      <a:pt x="358" y="96"/>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15"/>
              <p:cNvSpPr/>
              <p:nvPr/>
            </p:nvSpPr>
            <p:spPr>
              <a:xfrm>
                <a:off x="4351498" y="2035226"/>
                <a:ext cx="38030" cy="39305"/>
              </a:xfrm>
              <a:custGeom>
                <a:rect b="b" l="l" r="r" t="t"/>
                <a:pathLst>
                  <a:path extrusionOk="0" h="370" w="358">
                    <a:moveTo>
                      <a:pt x="179" y="0"/>
                    </a:moveTo>
                    <a:cubicBezTo>
                      <a:pt x="72" y="0"/>
                      <a:pt x="1" y="84"/>
                      <a:pt x="1" y="191"/>
                    </a:cubicBezTo>
                    <a:cubicBezTo>
                      <a:pt x="1" y="286"/>
                      <a:pt x="72" y="369"/>
                      <a:pt x="179" y="369"/>
                    </a:cubicBezTo>
                    <a:cubicBezTo>
                      <a:pt x="286" y="369"/>
                      <a:pt x="358" y="286"/>
                      <a:pt x="358" y="191"/>
                    </a:cubicBezTo>
                    <a:cubicBezTo>
                      <a:pt x="358" y="96"/>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15"/>
              <p:cNvSpPr/>
              <p:nvPr/>
            </p:nvSpPr>
            <p:spPr>
              <a:xfrm>
                <a:off x="4448911" y="2035226"/>
                <a:ext cx="38030" cy="39305"/>
              </a:xfrm>
              <a:custGeom>
                <a:rect b="b" l="l" r="r" t="t"/>
                <a:pathLst>
                  <a:path extrusionOk="0" h="370" w="358">
                    <a:moveTo>
                      <a:pt x="179" y="0"/>
                    </a:moveTo>
                    <a:cubicBezTo>
                      <a:pt x="84" y="0"/>
                      <a:pt x="0" y="84"/>
                      <a:pt x="0" y="191"/>
                    </a:cubicBezTo>
                    <a:cubicBezTo>
                      <a:pt x="0" y="286"/>
                      <a:pt x="84" y="369"/>
                      <a:pt x="179" y="369"/>
                    </a:cubicBezTo>
                    <a:cubicBezTo>
                      <a:pt x="286" y="369"/>
                      <a:pt x="358" y="286"/>
                      <a:pt x="358" y="191"/>
                    </a:cubicBezTo>
                    <a:cubicBezTo>
                      <a:pt x="358" y="96"/>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15"/>
              <p:cNvSpPr/>
              <p:nvPr/>
            </p:nvSpPr>
            <p:spPr>
              <a:xfrm>
                <a:off x="4547599" y="2035226"/>
                <a:ext cx="38030" cy="39305"/>
              </a:xfrm>
              <a:custGeom>
                <a:rect b="b" l="l" r="r" t="t"/>
                <a:pathLst>
                  <a:path extrusionOk="0" h="370" w="358">
                    <a:moveTo>
                      <a:pt x="179" y="0"/>
                    </a:moveTo>
                    <a:cubicBezTo>
                      <a:pt x="72" y="0"/>
                      <a:pt x="0" y="84"/>
                      <a:pt x="0" y="191"/>
                    </a:cubicBezTo>
                    <a:cubicBezTo>
                      <a:pt x="0" y="286"/>
                      <a:pt x="72" y="369"/>
                      <a:pt x="179" y="369"/>
                    </a:cubicBezTo>
                    <a:cubicBezTo>
                      <a:pt x="286" y="369"/>
                      <a:pt x="357" y="286"/>
                      <a:pt x="357" y="191"/>
                    </a:cubicBezTo>
                    <a:cubicBezTo>
                      <a:pt x="357" y="96"/>
                      <a:pt x="262"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15"/>
              <p:cNvSpPr/>
              <p:nvPr/>
            </p:nvSpPr>
            <p:spPr>
              <a:xfrm>
                <a:off x="4643630" y="2035226"/>
                <a:ext cx="38137" cy="39305"/>
              </a:xfrm>
              <a:custGeom>
                <a:rect b="b" l="l" r="r" t="t"/>
                <a:pathLst>
                  <a:path extrusionOk="0" h="370" w="359">
                    <a:moveTo>
                      <a:pt x="180" y="0"/>
                    </a:moveTo>
                    <a:cubicBezTo>
                      <a:pt x="72" y="0"/>
                      <a:pt x="1" y="84"/>
                      <a:pt x="1" y="191"/>
                    </a:cubicBezTo>
                    <a:cubicBezTo>
                      <a:pt x="1" y="286"/>
                      <a:pt x="72" y="369"/>
                      <a:pt x="180" y="369"/>
                    </a:cubicBezTo>
                    <a:cubicBezTo>
                      <a:pt x="287" y="369"/>
                      <a:pt x="358" y="286"/>
                      <a:pt x="358" y="191"/>
                    </a:cubicBezTo>
                    <a:cubicBezTo>
                      <a:pt x="358" y="96"/>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15"/>
              <p:cNvSpPr/>
              <p:nvPr/>
            </p:nvSpPr>
            <p:spPr>
              <a:xfrm>
                <a:off x="4742318" y="2035226"/>
                <a:ext cx="38030" cy="39305"/>
              </a:xfrm>
              <a:custGeom>
                <a:rect b="b" l="l" r="r" t="t"/>
                <a:pathLst>
                  <a:path extrusionOk="0" h="370" w="358">
                    <a:moveTo>
                      <a:pt x="179" y="0"/>
                    </a:moveTo>
                    <a:cubicBezTo>
                      <a:pt x="72" y="0"/>
                      <a:pt x="1" y="84"/>
                      <a:pt x="1" y="191"/>
                    </a:cubicBezTo>
                    <a:cubicBezTo>
                      <a:pt x="1" y="286"/>
                      <a:pt x="72" y="369"/>
                      <a:pt x="179" y="369"/>
                    </a:cubicBezTo>
                    <a:cubicBezTo>
                      <a:pt x="275" y="369"/>
                      <a:pt x="358" y="286"/>
                      <a:pt x="358" y="191"/>
                    </a:cubicBezTo>
                    <a:cubicBezTo>
                      <a:pt x="358" y="96"/>
                      <a:pt x="275"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15"/>
              <p:cNvSpPr/>
              <p:nvPr/>
            </p:nvSpPr>
            <p:spPr>
              <a:xfrm>
                <a:off x="4839731" y="2035226"/>
                <a:ext cx="38030" cy="39305"/>
              </a:xfrm>
              <a:custGeom>
                <a:rect b="b" l="l" r="r" t="t"/>
                <a:pathLst>
                  <a:path extrusionOk="0" h="370" w="358">
                    <a:moveTo>
                      <a:pt x="179" y="0"/>
                    </a:moveTo>
                    <a:cubicBezTo>
                      <a:pt x="72" y="0"/>
                      <a:pt x="0" y="84"/>
                      <a:pt x="0" y="191"/>
                    </a:cubicBezTo>
                    <a:cubicBezTo>
                      <a:pt x="0" y="286"/>
                      <a:pt x="72" y="369"/>
                      <a:pt x="179" y="369"/>
                    </a:cubicBezTo>
                    <a:cubicBezTo>
                      <a:pt x="286" y="369"/>
                      <a:pt x="358" y="286"/>
                      <a:pt x="358" y="191"/>
                    </a:cubicBezTo>
                    <a:cubicBezTo>
                      <a:pt x="358" y="96"/>
                      <a:pt x="274"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15"/>
              <p:cNvSpPr/>
              <p:nvPr/>
            </p:nvSpPr>
            <p:spPr>
              <a:xfrm>
                <a:off x="4252810" y="2147829"/>
                <a:ext cx="38137" cy="38030"/>
              </a:xfrm>
              <a:custGeom>
                <a:rect b="b" l="l" r="r" t="t"/>
                <a:pathLst>
                  <a:path extrusionOk="0" h="358" w="359">
                    <a:moveTo>
                      <a:pt x="180" y="0"/>
                    </a:moveTo>
                    <a:cubicBezTo>
                      <a:pt x="84" y="0"/>
                      <a:pt x="1" y="83"/>
                      <a:pt x="1" y="179"/>
                    </a:cubicBezTo>
                    <a:cubicBezTo>
                      <a:pt x="1" y="286"/>
                      <a:pt x="84" y="357"/>
                      <a:pt x="180" y="357"/>
                    </a:cubicBezTo>
                    <a:cubicBezTo>
                      <a:pt x="287" y="357"/>
                      <a:pt x="358" y="286"/>
                      <a:pt x="358" y="179"/>
                    </a:cubicBezTo>
                    <a:cubicBezTo>
                      <a:pt x="358" y="83"/>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15"/>
              <p:cNvSpPr/>
              <p:nvPr/>
            </p:nvSpPr>
            <p:spPr>
              <a:xfrm>
                <a:off x="4351498" y="2147829"/>
                <a:ext cx="38030" cy="38030"/>
              </a:xfrm>
              <a:custGeom>
                <a:rect b="b" l="l" r="r" t="t"/>
                <a:pathLst>
                  <a:path extrusionOk="0" h="358" w="358">
                    <a:moveTo>
                      <a:pt x="179" y="0"/>
                    </a:moveTo>
                    <a:cubicBezTo>
                      <a:pt x="72" y="0"/>
                      <a:pt x="1" y="83"/>
                      <a:pt x="1" y="179"/>
                    </a:cubicBezTo>
                    <a:cubicBezTo>
                      <a:pt x="1" y="286"/>
                      <a:pt x="72" y="357"/>
                      <a:pt x="179" y="357"/>
                    </a:cubicBezTo>
                    <a:cubicBezTo>
                      <a:pt x="286" y="357"/>
                      <a:pt x="358" y="286"/>
                      <a:pt x="358" y="179"/>
                    </a:cubicBezTo>
                    <a:cubicBezTo>
                      <a:pt x="358" y="83"/>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15"/>
              <p:cNvSpPr/>
              <p:nvPr/>
            </p:nvSpPr>
            <p:spPr>
              <a:xfrm>
                <a:off x="4448911" y="2147829"/>
                <a:ext cx="38030" cy="38030"/>
              </a:xfrm>
              <a:custGeom>
                <a:rect b="b" l="l" r="r" t="t"/>
                <a:pathLst>
                  <a:path extrusionOk="0" h="358" w="358">
                    <a:moveTo>
                      <a:pt x="179" y="0"/>
                    </a:moveTo>
                    <a:cubicBezTo>
                      <a:pt x="84" y="0"/>
                      <a:pt x="0" y="83"/>
                      <a:pt x="0" y="179"/>
                    </a:cubicBezTo>
                    <a:cubicBezTo>
                      <a:pt x="0" y="286"/>
                      <a:pt x="84" y="357"/>
                      <a:pt x="179" y="357"/>
                    </a:cubicBezTo>
                    <a:cubicBezTo>
                      <a:pt x="286" y="357"/>
                      <a:pt x="358" y="286"/>
                      <a:pt x="358" y="179"/>
                    </a:cubicBezTo>
                    <a:cubicBezTo>
                      <a:pt x="358" y="83"/>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15"/>
              <p:cNvSpPr/>
              <p:nvPr/>
            </p:nvSpPr>
            <p:spPr>
              <a:xfrm>
                <a:off x="4547599" y="2147829"/>
                <a:ext cx="38030" cy="38030"/>
              </a:xfrm>
              <a:custGeom>
                <a:rect b="b" l="l" r="r" t="t"/>
                <a:pathLst>
                  <a:path extrusionOk="0" h="358" w="358">
                    <a:moveTo>
                      <a:pt x="179" y="0"/>
                    </a:moveTo>
                    <a:cubicBezTo>
                      <a:pt x="72" y="0"/>
                      <a:pt x="0" y="83"/>
                      <a:pt x="0" y="179"/>
                    </a:cubicBezTo>
                    <a:cubicBezTo>
                      <a:pt x="0" y="286"/>
                      <a:pt x="72" y="357"/>
                      <a:pt x="179" y="357"/>
                    </a:cubicBezTo>
                    <a:cubicBezTo>
                      <a:pt x="286" y="357"/>
                      <a:pt x="357" y="286"/>
                      <a:pt x="357" y="179"/>
                    </a:cubicBezTo>
                    <a:cubicBezTo>
                      <a:pt x="357" y="83"/>
                      <a:pt x="262"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15"/>
              <p:cNvSpPr/>
              <p:nvPr/>
            </p:nvSpPr>
            <p:spPr>
              <a:xfrm>
                <a:off x="4643630" y="2147829"/>
                <a:ext cx="38137" cy="38030"/>
              </a:xfrm>
              <a:custGeom>
                <a:rect b="b" l="l" r="r" t="t"/>
                <a:pathLst>
                  <a:path extrusionOk="0" h="358" w="359">
                    <a:moveTo>
                      <a:pt x="180" y="0"/>
                    </a:moveTo>
                    <a:cubicBezTo>
                      <a:pt x="72" y="0"/>
                      <a:pt x="1" y="83"/>
                      <a:pt x="1" y="179"/>
                    </a:cubicBezTo>
                    <a:cubicBezTo>
                      <a:pt x="1" y="286"/>
                      <a:pt x="72" y="357"/>
                      <a:pt x="180" y="357"/>
                    </a:cubicBezTo>
                    <a:cubicBezTo>
                      <a:pt x="287" y="357"/>
                      <a:pt x="358" y="286"/>
                      <a:pt x="358" y="179"/>
                    </a:cubicBezTo>
                    <a:cubicBezTo>
                      <a:pt x="358" y="83"/>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15"/>
              <p:cNvSpPr/>
              <p:nvPr/>
            </p:nvSpPr>
            <p:spPr>
              <a:xfrm>
                <a:off x="4742318" y="2147829"/>
                <a:ext cx="38030" cy="38030"/>
              </a:xfrm>
              <a:custGeom>
                <a:rect b="b" l="l" r="r" t="t"/>
                <a:pathLst>
                  <a:path extrusionOk="0" h="358" w="358">
                    <a:moveTo>
                      <a:pt x="179" y="0"/>
                    </a:moveTo>
                    <a:cubicBezTo>
                      <a:pt x="72" y="0"/>
                      <a:pt x="1" y="83"/>
                      <a:pt x="1" y="179"/>
                    </a:cubicBezTo>
                    <a:cubicBezTo>
                      <a:pt x="1" y="286"/>
                      <a:pt x="72" y="357"/>
                      <a:pt x="179" y="357"/>
                    </a:cubicBezTo>
                    <a:cubicBezTo>
                      <a:pt x="275" y="357"/>
                      <a:pt x="358" y="286"/>
                      <a:pt x="358" y="179"/>
                    </a:cubicBezTo>
                    <a:cubicBezTo>
                      <a:pt x="358" y="83"/>
                      <a:pt x="275"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15"/>
              <p:cNvSpPr/>
              <p:nvPr/>
            </p:nvSpPr>
            <p:spPr>
              <a:xfrm>
                <a:off x="4839731" y="2147829"/>
                <a:ext cx="38030" cy="38030"/>
              </a:xfrm>
              <a:custGeom>
                <a:rect b="b" l="l" r="r" t="t"/>
                <a:pathLst>
                  <a:path extrusionOk="0" h="358" w="358">
                    <a:moveTo>
                      <a:pt x="179" y="0"/>
                    </a:moveTo>
                    <a:cubicBezTo>
                      <a:pt x="72" y="0"/>
                      <a:pt x="0" y="83"/>
                      <a:pt x="0" y="179"/>
                    </a:cubicBezTo>
                    <a:cubicBezTo>
                      <a:pt x="0" y="286"/>
                      <a:pt x="72" y="357"/>
                      <a:pt x="179" y="357"/>
                    </a:cubicBezTo>
                    <a:cubicBezTo>
                      <a:pt x="286" y="357"/>
                      <a:pt x="358" y="286"/>
                      <a:pt x="358" y="179"/>
                    </a:cubicBezTo>
                    <a:cubicBezTo>
                      <a:pt x="358" y="83"/>
                      <a:pt x="274"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15"/>
              <p:cNvSpPr/>
              <p:nvPr/>
            </p:nvSpPr>
            <p:spPr>
              <a:xfrm>
                <a:off x="4252810" y="2260327"/>
                <a:ext cx="38137" cy="38030"/>
              </a:xfrm>
              <a:custGeom>
                <a:rect b="b" l="l" r="r" t="t"/>
                <a:pathLst>
                  <a:path extrusionOk="0" h="358" w="359">
                    <a:moveTo>
                      <a:pt x="180" y="1"/>
                    </a:moveTo>
                    <a:cubicBezTo>
                      <a:pt x="84" y="1"/>
                      <a:pt x="1" y="72"/>
                      <a:pt x="1" y="179"/>
                    </a:cubicBezTo>
                    <a:cubicBezTo>
                      <a:pt x="1" y="286"/>
                      <a:pt x="84" y="358"/>
                      <a:pt x="180" y="358"/>
                    </a:cubicBezTo>
                    <a:cubicBezTo>
                      <a:pt x="287" y="358"/>
                      <a:pt x="358" y="286"/>
                      <a:pt x="358" y="179"/>
                    </a:cubicBezTo>
                    <a:cubicBezTo>
                      <a:pt x="358" y="72"/>
                      <a:pt x="287" y="1"/>
                      <a:pt x="1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15"/>
              <p:cNvSpPr/>
              <p:nvPr/>
            </p:nvSpPr>
            <p:spPr>
              <a:xfrm>
                <a:off x="4351498" y="2260327"/>
                <a:ext cx="38030" cy="38030"/>
              </a:xfrm>
              <a:custGeom>
                <a:rect b="b" l="l" r="r" t="t"/>
                <a:pathLst>
                  <a:path extrusionOk="0" h="358" w="358">
                    <a:moveTo>
                      <a:pt x="179" y="1"/>
                    </a:moveTo>
                    <a:cubicBezTo>
                      <a:pt x="72" y="1"/>
                      <a:pt x="1" y="72"/>
                      <a:pt x="1" y="179"/>
                    </a:cubicBezTo>
                    <a:cubicBezTo>
                      <a:pt x="1" y="286"/>
                      <a:pt x="72" y="358"/>
                      <a:pt x="179" y="358"/>
                    </a:cubicBezTo>
                    <a:cubicBezTo>
                      <a:pt x="286" y="358"/>
                      <a:pt x="358" y="286"/>
                      <a:pt x="358" y="179"/>
                    </a:cubicBezTo>
                    <a:cubicBezTo>
                      <a:pt x="358" y="72"/>
                      <a:pt x="286"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15"/>
              <p:cNvSpPr/>
              <p:nvPr/>
            </p:nvSpPr>
            <p:spPr>
              <a:xfrm>
                <a:off x="4448911" y="2260327"/>
                <a:ext cx="38030" cy="38030"/>
              </a:xfrm>
              <a:custGeom>
                <a:rect b="b" l="l" r="r" t="t"/>
                <a:pathLst>
                  <a:path extrusionOk="0" h="358" w="358">
                    <a:moveTo>
                      <a:pt x="179" y="1"/>
                    </a:moveTo>
                    <a:cubicBezTo>
                      <a:pt x="84" y="1"/>
                      <a:pt x="0" y="72"/>
                      <a:pt x="0" y="179"/>
                    </a:cubicBezTo>
                    <a:cubicBezTo>
                      <a:pt x="0" y="286"/>
                      <a:pt x="84" y="358"/>
                      <a:pt x="179" y="358"/>
                    </a:cubicBezTo>
                    <a:cubicBezTo>
                      <a:pt x="286" y="358"/>
                      <a:pt x="358" y="286"/>
                      <a:pt x="358" y="179"/>
                    </a:cubicBezTo>
                    <a:cubicBezTo>
                      <a:pt x="358" y="72"/>
                      <a:pt x="286"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15"/>
              <p:cNvSpPr/>
              <p:nvPr/>
            </p:nvSpPr>
            <p:spPr>
              <a:xfrm>
                <a:off x="4547599" y="2260327"/>
                <a:ext cx="38030" cy="38030"/>
              </a:xfrm>
              <a:custGeom>
                <a:rect b="b" l="l" r="r" t="t"/>
                <a:pathLst>
                  <a:path extrusionOk="0" h="358" w="358">
                    <a:moveTo>
                      <a:pt x="179" y="1"/>
                    </a:moveTo>
                    <a:cubicBezTo>
                      <a:pt x="72" y="1"/>
                      <a:pt x="0" y="72"/>
                      <a:pt x="0" y="179"/>
                    </a:cubicBezTo>
                    <a:cubicBezTo>
                      <a:pt x="0" y="286"/>
                      <a:pt x="72" y="358"/>
                      <a:pt x="179" y="358"/>
                    </a:cubicBezTo>
                    <a:cubicBezTo>
                      <a:pt x="286" y="358"/>
                      <a:pt x="357" y="286"/>
                      <a:pt x="357" y="179"/>
                    </a:cubicBezTo>
                    <a:cubicBezTo>
                      <a:pt x="357" y="72"/>
                      <a:pt x="262"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15"/>
              <p:cNvSpPr/>
              <p:nvPr/>
            </p:nvSpPr>
            <p:spPr>
              <a:xfrm>
                <a:off x="4643630" y="2260327"/>
                <a:ext cx="38137" cy="38030"/>
              </a:xfrm>
              <a:custGeom>
                <a:rect b="b" l="l" r="r" t="t"/>
                <a:pathLst>
                  <a:path extrusionOk="0" h="358" w="359">
                    <a:moveTo>
                      <a:pt x="180" y="1"/>
                    </a:moveTo>
                    <a:cubicBezTo>
                      <a:pt x="72" y="1"/>
                      <a:pt x="1" y="72"/>
                      <a:pt x="1" y="179"/>
                    </a:cubicBezTo>
                    <a:cubicBezTo>
                      <a:pt x="1" y="286"/>
                      <a:pt x="72" y="358"/>
                      <a:pt x="180" y="358"/>
                    </a:cubicBezTo>
                    <a:cubicBezTo>
                      <a:pt x="287" y="358"/>
                      <a:pt x="358" y="286"/>
                      <a:pt x="358" y="179"/>
                    </a:cubicBezTo>
                    <a:cubicBezTo>
                      <a:pt x="358" y="72"/>
                      <a:pt x="287" y="1"/>
                      <a:pt x="1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15"/>
              <p:cNvSpPr/>
              <p:nvPr/>
            </p:nvSpPr>
            <p:spPr>
              <a:xfrm>
                <a:off x="4742318" y="2260327"/>
                <a:ext cx="38030" cy="38030"/>
              </a:xfrm>
              <a:custGeom>
                <a:rect b="b" l="l" r="r" t="t"/>
                <a:pathLst>
                  <a:path extrusionOk="0" h="358" w="358">
                    <a:moveTo>
                      <a:pt x="179" y="1"/>
                    </a:moveTo>
                    <a:cubicBezTo>
                      <a:pt x="72" y="1"/>
                      <a:pt x="1" y="72"/>
                      <a:pt x="1" y="179"/>
                    </a:cubicBezTo>
                    <a:cubicBezTo>
                      <a:pt x="1" y="286"/>
                      <a:pt x="72" y="358"/>
                      <a:pt x="179" y="358"/>
                    </a:cubicBezTo>
                    <a:cubicBezTo>
                      <a:pt x="275" y="358"/>
                      <a:pt x="358" y="286"/>
                      <a:pt x="358" y="179"/>
                    </a:cubicBezTo>
                    <a:cubicBezTo>
                      <a:pt x="358" y="72"/>
                      <a:pt x="275"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15"/>
              <p:cNvSpPr/>
              <p:nvPr/>
            </p:nvSpPr>
            <p:spPr>
              <a:xfrm>
                <a:off x="4839731" y="2260327"/>
                <a:ext cx="38030" cy="38030"/>
              </a:xfrm>
              <a:custGeom>
                <a:rect b="b" l="l" r="r" t="t"/>
                <a:pathLst>
                  <a:path extrusionOk="0" h="358" w="358">
                    <a:moveTo>
                      <a:pt x="179" y="1"/>
                    </a:moveTo>
                    <a:cubicBezTo>
                      <a:pt x="72" y="1"/>
                      <a:pt x="0" y="72"/>
                      <a:pt x="0" y="179"/>
                    </a:cubicBezTo>
                    <a:cubicBezTo>
                      <a:pt x="0" y="286"/>
                      <a:pt x="72" y="358"/>
                      <a:pt x="179" y="358"/>
                    </a:cubicBezTo>
                    <a:cubicBezTo>
                      <a:pt x="286" y="358"/>
                      <a:pt x="358" y="286"/>
                      <a:pt x="358" y="179"/>
                    </a:cubicBezTo>
                    <a:cubicBezTo>
                      <a:pt x="358" y="72"/>
                      <a:pt x="274"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15"/>
              <p:cNvSpPr/>
              <p:nvPr/>
            </p:nvSpPr>
            <p:spPr>
              <a:xfrm>
                <a:off x="4252810" y="2371656"/>
                <a:ext cx="38137" cy="38030"/>
              </a:xfrm>
              <a:custGeom>
                <a:rect b="b" l="l" r="r" t="t"/>
                <a:pathLst>
                  <a:path extrusionOk="0" h="358" w="359">
                    <a:moveTo>
                      <a:pt x="180" y="0"/>
                    </a:moveTo>
                    <a:cubicBezTo>
                      <a:pt x="84" y="0"/>
                      <a:pt x="1" y="72"/>
                      <a:pt x="1" y="179"/>
                    </a:cubicBezTo>
                    <a:cubicBezTo>
                      <a:pt x="1" y="274"/>
                      <a:pt x="84" y="358"/>
                      <a:pt x="180" y="358"/>
                    </a:cubicBezTo>
                    <a:cubicBezTo>
                      <a:pt x="287" y="358"/>
                      <a:pt x="358" y="274"/>
                      <a:pt x="358" y="179"/>
                    </a:cubicBezTo>
                    <a:cubicBezTo>
                      <a:pt x="358" y="84"/>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15"/>
              <p:cNvSpPr/>
              <p:nvPr/>
            </p:nvSpPr>
            <p:spPr>
              <a:xfrm>
                <a:off x="4351498" y="2371656"/>
                <a:ext cx="38030" cy="38030"/>
              </a:xfrm>
              <a:custGeom>
                <a:rect b="b" l="l" r="r" t="t"/>
                <a:pathLst>
                  <a:path extrusionOk="0" h="358" w="358">
                    <a:moveTo>
                      <a:pt x="179" y="0"/>
                    </a:moveTo>
                    <a:cubicBezTo>
                      <a:pt x="72" y="0"/>
                      <a:pt x="1" y="72"/>
                      <a:pt x="1" y="179"/>
                    </a:cubicBezTo>
                    <a:cubicBezTo>
                      <a:pt x="1" y="274"/>
                      <a:pt x="72" y="358"/>
                      <a:pt x="179" y="358"/>
                    </a:cubicBezTo>
                    <a:cubicBezTo>
                      <a:pt x="286" y="358"/>
                      <a:pt x="358" y="274"/>
                      <a:pt x="358" y="179"/>
                    </a:cubicBezTo>
                    <a:cubicBezTo>
                      <a:pt x="358" y="84"/>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15"/>
              <p:cNvSpPr/>
              <p:nvPr/>
            </p:nvSpPr>
            <p:spPr>
              <a:xfrm>
                <a:off x="4448911" y="2371656"/>
                <a:ext cx="38030" cy="38030"/>
              </a:xfrm>
              <a:custGeom>
                <a:rect b="b" l="l" r="r" t="t"/>
                <a:pathLst>
                  <a:path extrusionOk="0" h="358" w="358">
                    <a:moveTo>
                      <a:pt x="179" y="0"/>
                    </a:moveTo>
                    <a:cubicBezTo>
                      <a:pt x="84" y="0"/>
                      <a:pt x="0" y="72"/>
                      <a:pt x="0" y="179"/>
                    </a:cubicBezTo>
                    <a:cubicBezTo>
                      <a:pt x="0" y="274"/>
                      <a:pt x="84" y="358"/>
                      <a:pt x="179" y="358"/>
                    </a:cubicBezTo>
                    <a:cubicBezTo>
                      <a:pt x="286" y="358"/>
                      <a:pt x="358" y="274"/>
                      <a:pt x="358" y="179"/>
                    </a:cubicBezTo>
                    <a:cubicBezTo>
                      <a:pt x="358" y="84"/>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15"/>
              <p:cNvSpPr/>
              <p:nvPr/>
            </p:nvSpPr>
            <p:spPr>
              <a:xfrm>
                <a:off x="4547599" y="2371656"/>
                <a:ext cx="38030" cy="38030"/>
              </a:xfrm>
              <a:custGeom>
                <a:rect b="b" l="l" r="r" t="t"/>
                <a:pathLst>
                  <a:path extrusionOk="0" h="358" w="358">
                    <a:moveTo>
                      <a:pt x="179" y="0"/>
                    </a:moveTo>
                    <a:cubicBezTo>
                      <a:pt x="72" y="0"/>
                      <a:pt x="0" y="72"/>
                      <a:pt x="0" y="179"/>
                    </a:cubicBezTo>
                    <a:cubicBezTo>
                      <a:pt x="0" y="274"/>
                      <a:pt x="72" y="358"/>
                      <a:pt x="179" y="358"/>
                    </a:cubicBezTo>
                    <a:cubicBezTo>
                      <a:pt x="286" y="358"/>
                      <a:pt x="357" y="274"/>
                      <a:pt x="357" y="179"/>
                    </a:cubicBezTo>
                    <a:cubicBezTo>
                      <a:pt x="357" y="84"/>
                      <a:pt x="262"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15"/>
              <p:cNvSpPr/>
              <p:nvPr/>
            </p:nvSpPr>
            <p:spPr>
              <a:xfrm>
                <a:off x="4643630" y="2371656"/>
                <a:ext cx="38137" cy="38030"/>
              </a:xfrm>
              <a:custGeom>
                <a:rect b="b" l="l" r="r" t="t"/>
                <a:pathLst>
                  <a:path extrusionOk="0" h="358" w="359">
                    <a:moveTo>
                      <a:pt x="180" y="0"/>
                    </a:moveTo>
                    <a:cubicBezTo>
                      <a:pt x="72" y="0"/>
                      <a:pt x="1" y="72"/>
                      <a:pt x="1" y="179"/>
                    </a:cubicBezTo>
                    <a:cubicBezTo>
                      <a:pt x="1" y="274"/>
                      <a:pt x="72" y="358"/>
                      <a:pt x="180" y="358"/>
                    </a:cubicBezTo>
                    <a:cubicBezTo>
                      <a:pt x="287" y="358"/>
                      <a:pt x="358" y="274"/>
                      <a:pt x="358" y="179"/>
                    </a:cubicBezTo>
                    <a:cubicBezTo>
                      <a:pt x="358" y="84"/>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15"/>
              <p:cNvSpPr/>
              <p:nvPr/>
            </p:nvSpPr>
            <p:spPr>
              <a:xfrm>
                <a:off x="4742318" y="2371656"/>
                <a:ext cx="38030" cy="38030"/>
              </a:xfrm>
              <a:custGeom>
                <a:rect b="b" l="l" r="r" t="t"/>
                <a:pathLst>
                  <a:path extrusionOk="0" h="358" w="358">
                    <a:moveTo>
                      <a:pt x="179" y="0"/>
                    </a:moveTo>
                    <a:cubicBezTo>
                      <a:pt x="72" y="0"/>
                      <a:pt x="1" y="72"/>
                      <a:pt x="1" y="179"/>
                    </a:cubicBezTo>
                    <a:cubicBezTo>
                      <a:pt x="1" y="274"/>
                      <a:pt x="72" y="358"/>
                      <a:pt x="179" y="358"/>
                    </a:cubicBezTo>
                    <a:cubicBezTo>
                      <a:pt x="275" y="358"/>
                      <a:pt x="358" y="274"/>
                      <a:pt x="358" y="179"/>
                    </a:cubicBezTo>
                    <a:cubicBezTo>
                      <a:pt x="358" y="84"/>
                      <a:pt x="275"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15"/>
              <p:cNvSpPr/>
              <p:nvPr/>
            </p:nvSpPr>
            <p:spPr>
              <a:xfrm>
                <a:off x="4839731" y="2371656"/>
                <a:ext cx="38030" cy="38030"/>
              </a:xfrm>
              <a:custGeom>
                <a:rect b="b" l="l" r="r" t="t"/>
                <a:pathLst>
                  <a:path extrusionOk="0" h="358" w="358">
                    <a:moveTo>
                      <a:pt x="179" y="0"/>
                    </a:moveTo>
                    <a:cubicBezTo>
                      <a:pt x="72" y="0"/>
                      <a:pt x="0" y="72"/>
                      <a:pt x="0" y="179"/>
                    </a:cubicBezTo>
                    <a:cubicBezTo>
                      <a:pt x="0" y="274"/>
                      <a:pt x="72" y="358"/>
                      <a:pt x="179" y="358"/>
                    </a:cubicBezTo>
                    <a:cubicBezTo>
                      <a:pt x="286" y="358"/>
                      <a:pt x="358" y="274"/>
                      <a:pt x="358" y="179"/>
                    </a:cubicBezTo>
                    <a:cubicBezTo>
                      <a:pt x="358" y="84"/>
                      <a:pt x="274"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15"/>
              <p:cNvSpPr/>
              <p:nvPr/>
            </p:nvSpPr>
            <p:spPr>
              <a:xfrm>
                <a:off x="4252810" y="2482985"/>
                <a:ext cx="38137" cy="38030"/>
              </a:xfrm>
              <a:custGeom>
                <a:rect b="b" l="l" r="r" t="t"/>
                <a:pathLst>
                  <a:path extrusionOk="0" h="358" w="359">
                    <a:moveTo>
                      <a:pt x="180" y="0"/>
                    </a:moveTo>
                    <a:cubicBezTo>
                      <a:pt x="84" y="0"/>
                      <a:pt x="1" y="72"/>
                      <a:pt x="1" y="179"/>
                    </a:cubicBezTo>
                    <a:cubicBezTo>
                      <a:pt x="1" y="286"/>
                      <a:pt x="84" y="357"/>
                      <a:pt x="180" y="357"/>
                    </a:cubicBezTo>
                    <a:cubicBezTo>
                      <a:pt x="287" y="357"/>
                      <a:pt x="358" y="286"/>
                      <a:pt x="358" y="179"/>
                    </a:cubicBezTo>
                    <a:cubicBezTo>
                      <a:pt x="358" y="84"/>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15"/>
              <p:cNvSpPr/>
              <p:nvPr/>
            </p:nvSpPr>
            <p:spPr>
              <a:xfrm>
                <a:off x="4351498" y="2482985"/>
                <a:ext cx="38030" cy="38030"/>
              </a:xfrm>
              <a:custGeom>
                <a:rect b="b" l="l" r="r" t="t"/>
                <a:pathLst>
                  <a:path extrusionOk="0" h="358" w="358">
                    <a:moveTo>
                      <a:pt x="179" y="0"/>
                    </a:moveTo>
                    <a:cubicBezTo>
                      <a:pt x="72" y="0"/>
                      <a:pt x="1" y="72"/>
                      <a:pt x="1" y="179"/>
                    </a:cubicBezTo>
                    <a:cubicBezTo>
                      <a:pt x="1" y="286"/>
                      <a:pt x="72" y="357"/>
                      <a:pt x="179" y="357"/>
                    </a:cubicBezTo>
                    <a:cubicBezTo>
                      <a:pt x="286" y="357"/>
                      <a:pt x="358" y="286"/>
                      <a:pt x="358" y="179"/>
                    </a:cubicBezTo>
                    <a:cubicBezTo>
                      <a:pt x="358" y="84"/>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15"/>
              <p:cNvSpPr/>
              <p:nvPr/>
            </p:nvSpPr>
            <p:spPr>
              <a:xfrm>
                <a:off x="4448911" y="2482985"/>
                <a:ext cx="38030" cy="38030"/>
              </a:xfrm>
              <a:custGeom>
                <a:rect b="b" l="l" r="r" t="t"/>
                <a:pathLst>
                  <a:path extrusionOk="0" h="358" w="358">
                    <a:moveTo>
                      <a:pt x="179" y="0"/>
                    </a:moveTo>
                    <a:cubicBezTo>
                      <a:pt x="84" y="0"/>
                      <a:pt x="0" y="72"/>
                      <a:pt x="0" y="179"/>
                    </a:cubicBezTo>
                    <a:cubicBezTo>
                      <a:pt x="0" y="286"/>
                      <a:pt x="84" y="357"/>
                      <a:pt x="179" y="357"/>
                    </a:cubicBezTo>
                    <a:cubicBezTo>
                      <a:pt x="286" y="357"/>
                      <a:pt x="358" y="286"/>
                      <a:pt x="358" y="179"/>
                    </a:cubicBezTo>
                    <a:cubicBezTo>
                      <a:pt x="358" y="84"/>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15"/>
              <p:cNvSpPr/>
              <p:nvPr/>
            </p:nvSpPr>
            <p:spPr>
              <a:xfrm>
                <a:off x="4547599" y="2482985"/>
                <a:ext cx="38030" cy="38030"/>
              </a:xfrm>
              <a:custGeom>
                <a:rect b="b" l="l" r="r" t="t"/>
                <a:pathLst>
                  <a:path extrusionOk="0" h="358" w="358">
                    <a:moveTo>
                      <a:pt x="179" y="0"/>
                    </a:moveTo>
                    <a:cubicBezTo>
                      <a:pt x="72" y="0"/>
                      <a:pt x="0" y="72"/>
                      <a:pt x="0" y="179"/>
                    </a:cubicBezTo>
                    <a:cubicBezTo>
                      <a:pt x="0" y="286"/>
                      <a:pt x="72" y="357"/>
                      <a:pt x="179" y="357"/>
                    </a:cubicBezTo>
                    <a:cubicBezTo>
                      <a:pt x="286" y="357"/>
                      <a:pt x="357" y="286"/>
                      <a:pt x="357" y="179"/>
                    </a:cubicBezTo>
                    <a:cubicBezTo>
                      <a:pt x="357" y="84"/>
                      <a:pt x="262"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15"/>
              <p:cNvSpPr/>
              <p:nvPr/>
            </p:nvSpPr>
            <p:spPr>
              <a:xfrm>
                <a:off x="4643630" y="2482985"/>
                <a:ext cx="38137" cy="38030"/>
              </a:xfrm>
              <a:custGeom>
                <a:rect b="b" l="l" r="r" t="t"/>
                <a:pathLst>
                  <a:path extrusionOk="0" h="358" w="359">
                    <a:moveTo>
                      <a:pt x="180" y="0"/>
                    </a:moveTo>
                    <a:cubicBezTo>
                      <a:pt x="72" y="0"/>
                      <a:pt x="1" y="72"/>
                      <a:pt x="1" y="179"/>
                    </a:cubicBezTo>
                    <a:cubicBezTo>
                      <a:pt x="1" y="286"/>
                      <a:pt x="72" y="357"/>
                      <a:pt x="180" y="357"/>
                    </a:cubicBezTo>
                    <a:cubicBezTo>
                      <a:pt x="287" y="357"/>
                      <a:pt x="358" y="286"/>
                      <a:pt x="358" y="179"/>
                    </a:cubicBezTo>
                    <a:cubicBezTo>
                      <a:pt x="358" y="84"/>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15"/>
              <p:cNvSpPr/>
              <p:nvPr/>
            </p:nvSpPr>
            <p:spPr>
              <a:xfrm>
                <a:off x="4742318" y="2482985"/>
                <a:ext cx="38030" cy="38030"/>
              </a:xfrm>
              <a:custGeom>
                <a:rect b="b" l="l" r="r" t="t"/>
                <a:pathLst>
                  <a:path extrusionOk="0" h="358" w="358">
                    <a:moveTo>
                      <a:pt x="179" y="0"/>
                    </a:moveTo>
                    <a:cubicBezTo>
                      <a:pt x="72" y="0"/>
                      <a:pt x="1" y="72"/>
                      <a:pt x="1" y="179"/>
                    </a:cubicBezTo>
                    <a:cubicBezTo>
                      <a:pt x="1" y="286"/>
                      <a:pt x="72" y="357"/>
                      <a:pt x="179" y="357"/>
                    </a:cubicBezTo>
                    <a:cubicBezTo>
                      <a:pt x="275" y="357"/>
                      <a:pt x="358" y="286"/>
                      <a:pt x="358" y="179"/>
                    </a:cubicBezTo>
                    <a:cubicBezTo>
                      <a:pt x="358" y="84"/>
                      <a:pt x="275"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15"/>
              <p:cNvSpPr/>
              <p:nvPr/>
            </p:nvSpPr>
            <p:spPr>
              <a:xfrm>
                <a:off x="4839731" y="2482985"/>
                <a:ext cx="38030" cy="38030"/>
              </a:xfrm>
              <a:custGeom>
                <a:rect b="b" l="l" r="r" t="t"/>
                <a:pathLst>
                  <a:path extrusionOk="0" h="358" w="358">
                    <a:moveTo>
                      <a:pt x="179" y="0"/>
                    </a:moveTo>
                    <a:cubicBezTo>
                      <a:pt x="72" y="0"/>
                      <a:pt x="0" y="72"/>
                      <a:pt x="0" y="179"/>
                    </a:cubicBezTo>
                    <a:cubicBezTo>
                      <a:pt x="0" y="286"/>
                      <a:pt x="72" y="357"/>
                      <a:pt x="179" y="357"/>
                    </a:cubicBezTo>
                    <a:cubicBezTo>
                      <a:pt x="286" y="357"/>
                      <a:pt x="358" y="286"/>
                      <a:pt x="358" y="179"/>
                    </a:cubicBezTo>
                    <a:cubicBezTo>
                      <a:pt x="358" y="84"/>
                      <a:pt x="274"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15"/>
              <p:cNvSpPr/>
              <p:nvPr/>
            </p:nvSpPr>
            <p:spPr>
              <a:xfrm>
                <a:off x="4252810" y="2595483"/>
                <a:ext cx="38137" cy="38137"/>
              </a:xfrm>
              <a:custGeom>
                <a:rect b="b" l="l" r="r" t="t"/>
                <a:pathLst>
                  <a:path extrusionOk="0" h="359" w="359">
                    <a:moveTo>
                      <a:pt x="180" y="1"/>
                    </a:moveTo>
                    <a:cubicBezTo>
                      <a:pt x="84" y="1"/>
                      <a:pt x="1" y="72"/>
                      <a:pt x="1" y="179"/>
                    </a:cubicBezTo>
                    <a:cubicBezTo>
                      <a:pt x="1" y="287"/>
                      <a:pt x="84" y="358"/>
                      <a:pt x="180" y="358"/>
                    </a:cubicBezTo>
                    <a:cubicBezTo>
                      <a:pt x="287" y="358"/>
                      <a:pt x="358" y="287"/>
                      <a:pt x="358" y="179"/>
                    </a:cubicBezTo>
                    <a:cubicBezTo>
                      <a:pt x="358" y="72"/>
                      <a:pt x="287" y="1"/>
                      <a:pt x="1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15"/>
              <p:cNvSpPr/>
              <p:nvPr/>
            </p:nvSpPr>
            <p:spPr>
              <a:xfrm>
                <a:off x="4351498" y="2595483"/>
                <a:ext cx="38030" cy="38137"/>
              </a:xfrm>
              <a:custGeom>
                <a:rect b="b" l="l" r="r" t="t"/>
                <a:pathLst>
                  <a:path extrusionOk="0" h="359" w="358">
                    <a:moveTo>
                      <a:pt x="179" y="1"/>
                    </a:moveTo>
                    <a:cubicBezTo>
                      <a:pt x="72" y="1"/>
                      <a:pt x="1" y="72"/>
                      <a:pt x="1" y="179"/>
                    </a:cubicBezTo>
                    <a:cubicBezTo>
                      <a:pt x="1" y="287"/>
                      <a:pt x="72" y="358"/>
                      <a:pt x="179" y="358"/>
                    </a:cubicBezTo>
                    <a:cubicBezTo>
                      <a:pt x="286" y="358"/>
                      <a:pt x="358" y="287"/>
                      <a:pt x="358" y="179"/>
                    </a:cubicBezTo>
                    <a:cubicBezTo>
                      <a:pt x="358" y="72"/>
                      <a:pt x="286"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15"/>
              <p:cNvSpPr/>
              <p:nvPr/>
            </p:nvSpPr>
            <p:spPr>
              <a:xfrm>
                <a:off x="4448911" y="2595483"/>
                <a:ext cx="38030" cy="38137"/>
              </a:xfrm>
              <a:custGeom>
                <a:rect b="b" l="l" r="r" t="t"/>
                <a:pathLst>
                  <a:path extrusionOk="0" h="359" w="358">
                    <a:moveTo>
                      <a:pt x="179" y="1"/>
                    </a:moveTo>
                    <a:cubicBezTo>
                      <a:pt x="84" y="1"/>
                      <a:pt x="0" y="72"/>
                      <a:pt x="0" y="179"/>
                    </a:cubicBezTo>
                    <a:cubicBezTo>
                      <a:pt x="0" y="287"/>
                      <a:pt x="84" y="358"/>
                      <a:pt x="179" y="358"/>
                    </a:cubicBezTo>
                    <a:cubicBezTo>
                      <a:pt x="286" y="358"/>
                      <a:pt x="358" y="287"/>
                      <a:pt x="358" y="179"/>
                    </a:cubicBezTo>
                    <a:cubicBezTo>
                      <a:pt x="358" y="72"/>
                      <a:pt x="286"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15"/>
              <p:cNvSpPr/>
              <p:nvPr/>
            </p:nvSpPr>
            <p:spPr>
              <a:xfrm>
                <a:off x="4547599" y="2595483"/>
                <a:ext cx="38030" cy="38137"/>
              </a:xfrm>
              <a:custGeom>
                <a:rect b="b" l="l" r="r" t="t"/>
                <a:pathLst>
                  <a:path extrusionOk="0" h="359" w="358">
                    <a:moveTo>
                      <a:pt x="179" y="1"/>
                    </a:moveTo>
                    <a:cubicBezTo>
                      <a:pt x="72" y="1"/>
                      <a:pt x="0" y="72"/>
                      <a:pt x="0" y="179"/>
                    </a:cubicBezTo>
                    <a:cubicBezTo>
                      <a:pt x="0" y="287"/>
                      <a:pt x="72" y="358"/>
                      <a:pt x="179" y="358"/>
                    </a:cubicBezTo>
                    <a:cubicBezTo>
                      <a:pt x="286" y="358"/>
                      <a:pt x="357" y="287"/>
                      <a:pt x="357" y="179"/>
                    </a:cubicBezTo>
                    <a:cubicBezTo>
                      <a:pt x="357" y="72"/>
                      <a:pt x="262"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15"/>
              <p:cNvSpPr/>
              <p:nvPr/>
            </p:nvSpPr>
            <p:spPr>
              <a:xfrm>
                <a:off x="4643630" y="2595483"/>
                <a:ext cx="38137" cy="38137"/>
              </a:xfrm>
              <a:custGeom>
                <a:rect b="b" l="l" r="r" t="t"/>
                <a:pathLst>
                  <a:path extrusionOk="0" h="359" w="359">
                    <a:moveTo>
                      <a:pt x="180" y="1"/>
                    </a:moveTo>
                    <a:cubicBezTo>
                      <a:pt x="72" y="1"/>
                      <a:pt x="1" y="72"/>
                      <a:pt x="1" y="179"/>
                    </a:cubicBezTo>
                    <a:cubicBezTo>
                      <a:pt x="1" y="287"/>
                      <a:pt x="72" y="358"/>
                      <a:pt x="180" y="358"/>
                    </a:cubicBezTo>
                    <a:cubicBezTo>
                      <a:pt x="287" y="358"/>
                      <a:pt x="358" y="287"/>
                      <a:pt x="358" y="179"/>
                    </a:cubicBezTo>
                    <a:cubicBezTo>
                      <a:pt x="358" y="72"/>
                      <a:pt x="287" y="1"/>
                      <a:pt x="1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15"/>
              <p:cNvSpPr/>
              <p:nvPr/>
            </p:nvSpPr>
            <p:spPr>
              <a:xfrm>
                <a:off x="4742318" y="2595483"/>
                <a:ext cx="38030" cy="38137"/>
              </a:xfrm>
              <a:custGeom>
                <a:rect b="b" l="l" r="r" t="t"/>
                <a:pathLst>
                  <a:path extrusionOk="0" h="359" w="358">
                    <a:moveTo>
                      <a:pt x="179" y="1"/>
                    </a:moveTo>
                    <a:cubicBezTo>
                      <a:pt x="72" y="1"/>
                      <a:pt x="1" y="72"/>
                      <a:pt x="1" y="179"/>
                    </a:cubicBezTo>
                    <a:cubicBezTo>
                      <a:pt x="1" y="287"/>
                      <a:pt x="72" y="358"/>
                      <a:pt x="179" y="358"/>
                    </a:cubicBezTo>
                    <a:cubicBezTo>
                      <a:pt x="275" y="358"/>
                      <a:pt x="358" y="287"/>
                      <a:pt x="358" y="179"/>
                    </a:cubicBezTo>
                    <a:cubicBezTo>
                      <a:pt x="358" y="72"/>
                      <a:pt x="275"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15"/>
              <p:cNvSpPr/>
              <p:nvPr/>
            </p:nvSpPr>
            <p:spPr>
              <a:xfrm>
                <a:off x="4839731" y="2595483"/>
                <a:ext cx="38030" cy="38137"/>
              </a:xfrm>
              <a:custGeom>
                <a:rect b="b" l="l" r="r" t="t"/>
                <a:pathLst>
                  <a:path extrusionOk="0" h="359" w="358">
                    <a:moveTo>
                      <a:pt x="179" y="1"/>
                    </a:moveTo>
                    <a:cubicBezTo>
                      <a:pt x="72" y="1"/>
                      <a:pt x="0" y="72"/>
                      <a:pt x="0" y="179"/>
                    </a:cubicBezTo>
                    <a:cubicBezTo>
                      <a:pt x="0" y="287"/>
                      <a:pt x="72" y="358"/>
                      <a:pt x="179" y="358"/>
                    </a:cubicBezTo>
                    <a:cubicBezTo>
                      <a:pt x="286" y="358"/>
                      <a:pt x="358" y="287"/>
                      <a:pt x="358" y="179"/>
                    </a:cubicBezTo>
                    <a:cubicBezTo>
                      <a:pt x="358" y="72"/>
                      <a:pt x="274"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647" name="Google Shape;647;p15"/>
          <p:cNvSpPr txBox="1"/>
          <p:nvPr>
            <p:ph type="title"/>
          </p:nvPr>
        </p:nvSpPr>
        <p:spPr>
          <a:xfrm>
            <a:off x="5305000" y="780350"/>
            <a:ext cx="3123900" cy="6477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648" name="Google Shape;648;p15"/>
          <p:cNvSpPr txBox="1"/>
          <p:nvPr>
            <p:ph idx="1" type="subTitle"/>
          </p:nvPr>
        </p:nvSpPr>
        <p:spPr>
          <a:xfrm>
            <a:off x="5305000" y="1483750"/>
            <a:ext cx="3123900" cy="895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b="1"/>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649" name="Google Shape;649;p15"/>
          <p:cNvSpPr/>
          <p:nvPr>
            <p:ph idx="2" type="pic"/>
          </p:nvPr>
        </p:nvSpPr>
        <p:spPr>
          <a:xfrm>
            <a:off x="715100" y="535000"/>
            <a:ext cx="2216700" cy="4104000"/>
          </a:xfrm>
          <a:prstGeom prst="rect">
            <a:avLst/>
          </a:prstGeom>
          <a:noFill/>
          <a:ln>
            <a:noFill/>
          </a:ln>
        </p:spPr>
      </p:sp>
      <p:sp>
        <p:nvSpPr>
          <p:cNvPr id="650" name="Google Shape;650;p15"/>
          <p:cNvSpPr/>
          <p:nvPr>
            <p:ph idx="3" type="pic"/>
          </p:nvPr>
        </p:nvSpPr>
        <p:spPr>
          <a:xfrm>
            <a:off x="3033300" y="535000"/>
            <a:ext cx="1894500" cy="2064000"/>
          </a:xfrm>
          <a:prstGeom prst="rect">
            <a:avLst/>
          </a:prstGeom>
          <a:noFill/>
          <a:ln>
            <a:noFill/>
          </a:ln>
        </p:spPr>
      </p:sp>
      <p:sp>
        <p:nvSpPr>
          <p:cNvPr id="651" name="Google Shape;651;p15"/>
          <p:cNvSpPr/>
          <p:nvPr>
            <p:ph idx="4" type="pic"/>
          </p:nvPr>
        </p:nvSpPr>
        <p:spPr>
          <a:xfrm>
            <a:off x="3033300" y="2701900"/>
            <a:ext cx="2775900" cy="1937100"/>
          </a:xfrm>
          <a:prstGeom prst="rect">
            <a:avLst/>
          </a:prstGeom>
          <a:noFill/>
          <a:ln>
            <a:noFill/>
          </a:ln>
        </p:spPr>
      </p:sp>
      <p:sp>
        <p:nvSpPr>
          <p:cNvPr id="652" name="Google Shape;652;p15"/>
          <p:cNvSpPr/>
          <p:nvPr>
            <p:ph idx="5" type="pic"/>
          </p:nvPr>
        </p:nvSpPr>
        <p:spPr>
          <a:xfrm>
            <a:off x="5910700" y="2714500"/>
            <a:ext cx="2518200" cy="1937100"/>
          </a:xfrm>
          <a:prstGeom prst="rect">
            <a:avLst/>
          </a:prstGeom>
          <a:no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_1_1">
    <p:spTree>
      <p:nvGrpSpPr>
        <p:cNvPr id="653" name="Shape 653"/>
        <p:cNvGrpSpPr/>
        <p:nvPr/>
      </p:nvGrpSpPr>
      <p:grpSpPr>
        <a:xfrm>
          <a:off x="0" y="0"/>
          <a:ext cx="0" cy="0"/>
          <a:chOff x="0" y="0"/>
          <a:chExt cx="0" cy="0"/>
        </a:xfrm>
      </p:grpSpPr>
      <p:sp>
        <p:nvSpPr>
          <p:cNvPr id="654" name="Google Shape;654;p16"/>
          <p:cNvSpPr txBox="1"/>
          <p:nvPr>
            <p:ph type="title"/>
          </p:nvPr>
        </p:nvSpPr>
        <p:spPr>
          <a:xfrm>
            <a:off x="720000" y="1098525"/>
            <a:ext cx="3123900" cy="16368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655" name="Google Shape;655;p16"/>
          <p:cNvSpPr txBox="1"/>
          <p:nvPr>
            <p:ph idx="1" type="subTitle"/>
          </p:nvPr>
        </p:nvSpPr>
        <p:spPr>
          <a:xfrm>
            <a:off x="720000" y="2790975"/>
            <a:ext cx="3123900" cy="1254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b="1"/>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656" name="Google Shape;656;p16"/>
          <p:cNvSpPr/>
          <p:nvPr>
            <p:ph idx="2" type="pic"/>
          </p:nvPr>
        </p:nvSpPr>
        <p:spPr>
          <a:xfrm>
            <a:off x="5063025" y="535000"/>
            <a:ext cx="3366000" cy="4073400"/>
          </a:xfrm>
          <a:prstGeom prst="round2SameRect">
            <a:avLst>
              <a:gd fmla="val 16667" name="adj1"/>
              <a:gd fmla="val 0" name="adj2"/>
            </a:avLst>
          </a:prstGeom>
          <a:noFill/>
          <a:ln>
            <a:noFill/>
          </a:ln>
        </p:spPr>
      </p:sp>
      <p:grpSp>
        <p:nvGrpSpPr>
          <p:cNvPr id="657" name="Google Shape;657;p16"/>
          <p:cNvGrpSpPr/>
          <p:nvPr/>
        </p:nvGrpSpPr>
        <p:grpSpPr>
          <a:xfrm>
            <a:off x="8576772" y="3549639"/>
            <a:ext cx="1105788" cy="1058857"/>
            <a:chOff x="4252810" y="2035226"/>
            <a:chExt cx="624951" cy="598394"/>
          </a:xfrm>
        </p:grpSpPr>
        <p:sp>
          <p:nvSpPr>
            <p:cNvPr id="658" name="Google Shape;658;p16"/>
            <p:cNvSpPr/>
            <p:nvPr/>
          </p:nvSpPr>
          <p:spPr>
            <a:xfrm>
              <a:off x="4252810" y="2035226"/>
              <a:ext cx="38137" cy="39305"/>
            </a:xfrm>
            <a:custGeom>
              <a:rect b="b" l="l" r="r" t="t"/>
              <a:pathLst>
                <a:path extrusionOk="0" h="370" w="359">
                  <a:moveTo>
                    <a:pt x="180" y="0"/>
                  </a:moveTo>
                  <a:cubicBezTo>
                    <a:pt x="84" y="0"/>
                    <a:pt x="1" y="84"/>
                    <a:pt x="1" y="191"/>
                  </a:cubicBezTo>
                  <a:cubicBezTo>
                    <a:pt x="1" y="286"/>
                    <a:pt x="84" y="369"/>
                    <a:pt x="180" y="369"/>
                  </a:cubicBezTo>
                  <a:cubicBezTo>
                    <a:pt x="287" y="369"/>
                    <a:pt x="358" y="286"/>
                    <a:pt x="358" y="191"/>
                  </a:cubicBezTo>
                  <a:cubicBezTo>
                    <a:pt x="358" y="96"/>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16"/>
            <p:cNvSpPr/>
            <p:nvPr/>
          </p:nvSpPr>
          <p:spPr>
            <a:xfrm>
              <a:off x="4351498" y="2035226"/>
              <a:ext cx="38030" cy="39305"/>
            </a:xfrm>
            <a:custGeom>
              <a:rect b="b" l="l" r="r" t="t"/>
              <a:pathLst>
                <a:path extrusionOk="0" h="370" w="358">
                  <a:moveTo>
                    <a:pt x="179" y="0"/>
                  </a:moveTo>
                  <a:cubicBezTo>
                    <a:pt x="72" y="0"/>
                    <a:pt x="1" y="84"/>
                    <a:pt x="1" y="191"/>
                  </a:cubicBezTo>
                  <a:cubicBezTo>
                    <a:pt x="1" y="286"/>
                    <a:pt x="72" y="369"/>
                    <a:pt x="179" y="369"/>
                  </a:cubicBezTo>
                  <a:cubicBezTo>
                    <a:pt x="286" y="369"/>
                    <a:pt x="358" y="286"/>
                    <a:pt x="358" y="191"/>
                  </a:cubicBezTo>
                  <a:cubicBezTo>
                    <a:pt x="358" y="96"/>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16"/>
            <p:cNvSpPr/>
            <p:nvPr/>
          </p:nvSpPr>
          <p:spPr>
            <a:xfrm>
              <a:off x="4448911" y="2035226"/>
              <a:ext cx="38030" cy="39305"/>
            </a:xfrm>
            <a:custGeom>
              <a:rect b="b" l="l" r="r" t="t"/>
              <a:pathLst>
                <a:path extrusionOk="0" h="370" w="358">
                  <a:moveTo>
                    <a:pt x="179" y="0"/>
                  </a:moveTo>
                  <a:cubicBezTo>
                    <a:pt x="84" y="0"/>
                    <a:pt x="0" y="84"/>
                    <a:pt x="0" y="191"/>
                  </a:cubicBezTo>
                  <a:cubicBezTo>
                    <a:pt x="0" y="286"/>
                    <a:pt x="84" y="369"/>
                    <a:pt x="179" y="369"/>
                  </a:cubicBezTo>
                  <a:cubicBezTo>
                    <a:pt x="286" y="369"/>
                    <a:pt x="358" y="286"/>
                    <a:pt x="358" y="191"/>
                  </a:cubicBezTo>
                  <a:cubicBezTo>
                    <a:pt x="358" y="96"/>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16"/>
            <p:cNvSpPr/>
            <p:nvPr/>
          </p:nvSpPr>
          <p:spPr>
            <a:xfrm>
              <a:off x="4547599" y="2035226"/>
              <a:ext cx="38030" cy="39305"/>
            </a:xfrm>
            <a:custGeom>
              <a:rect b="b" l="l" r="r" t="t"/>
              <a:pathLst>
                <a:path extrusionOk="0" h="370" w="358">
                  <a:moveTo>
                    <a:pt x="179" y="0"/>
                  </a:moveTo>
                  <a:cubicBezTo>
                    <a:pt x="72" y="0"/>
                    <a:pt x="0" y="84"/>
                    <a:pt x="0" y="191"/>
                  </a:cubicBezTo>
                  <a:cubicBezTo>
                    <a:pt x="0" y="286"/>
                    <a:pt x="72" y="369"/>
                    <a:pt x="179" y="369"/>
                  </a:cubicBezTo>
                  <a:cubicBezTo>
                    <a:pt x="286" y="369"/>
                    <a:pt x="357" y="286"/>
                    <a:pt x="357" y="191"/>
                  </a:cubicBezTo>
                  <a:cubicBezTo>
                    <a:pt x="357" y="96"/>
                    <a:pt x="262"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16"/>
            <p:cNvSpPr/>
            <p:nvPr/>
          </p:nvSpPr>
          <p:spPr>
            <a:xfrm>
              <a:off x="4643630" y="2035226"/>
              <a:ext cx="38137" cy="39305"/>
            </a:xfrm>
            <a:custGeom>
              <a:rect b="b" l="l" r="r" t="t"/>
              <a:pathLst>
                <a:path extrusionOk="0" h="370" w="359">
                  <a:moveTo>
                    <a:pt x="180" y="0"/>
                  </a:moveTo>
                  <a:cubicBezTo>
                    <a:pt x="72" y="0"/>
                    <a:pt x="1" y="84"/>
                    <a:pt x="1" y="191"/>
                  </a:cubicBezTo>
                  <a:cubicBezTo>
                    <a:pt x="1" y="286"/>
                    <a:pt x="72" y="369"/>
                    <a:pt x="180" y="369"/>
                  </a:cubicBezTo>
                  <a:cubicBezTo>
                    <a:pt x="287" y="369"/>
                    <a:pt x="358" y="286"/>
                    <a:pt x="358" y="191"/>
                  </a:cubicBezTo>
                  <a:cubicBezTo>
                    <a:pt x="358" y="96"/>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16"/>
            <p:cNvSpPr/>
            <p:nvPr/>
          </p:nvSpPr>
          <p:spPr>
            <a:xfrm>
              <a:off x="4742318" y="2035226"/>
              <a:ext cx="38030" cy="39305"/>
            </a:xfrm>
            <a:custGeom>
              <a:rect b="b" l="l" r="r" t="t"/>
              <a:pathLst>
                <a:path extrusionOk="0" h="370" w="358">
                  <a:moveTo>
                    <a:pt x="179" y="0"/>
                  </a:moveTo>
                  <a:cubicBezTo>
                    <a:pt x="72" y="0"/>
                    <a:pt x="1" y="84"/>
                    <a:pt x="1" y="191"/>
                  </a:cubicBezTo>
                  <a:cubicBezTo>
                    <a:pt x="1" y="286"/>
                    <a:pt x="72" y="369"/>
                    <a:pt x="179" y="369"/>
                  </a:cubicBezTo>
                  <a:cubicBezTo>
                    <a:pt x="275" y="369"/>
                    <a:pt x="358" y="286"/>
                    <a:pt x="358" y="191"/>
                  </a:cubicBezTo>
                  <a:cubicBezTo>
                    <a:pt x="358" y="96"/>
                    <a:pt x="275"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16"/>
            <p:cNvSpPr/>
            <p:nvPr/>
          </p:nvSpPr>
          <p:spPr>
            <a:xfrm>
              <a:off x="4839731" y="2035226"/>
              <a:ext cx="38030" cy="39305"/>
            </a:xfrm>
            <a:custGeom>
              <a:rect b="b" l="l" r="r" t="t"/>
              <a:pathLst>
                <a:path extrusionOk="0" h="370" w="358">
                  <a:moveTo>
                    <a:pt x="179" y="0"/>
                  </a:moveTo>
                  <a:cubicBezTo>
                    <a:pt x="72" y="0"/>
                    <a:pt x="0" y="84"/>
                    <a:pt x="0" y="191"/>
                  </a:cubicBezTo>
                  <a:cubicBezTo>
                    <a:pt x="0" y="286"/>
                    <a:pt x="72" y="369"/>
                    <a:pt x="179" y="369"/>
                  </a:cubicBezTo>
                  <a:cubicBezTo>
                    <a:pt x="286" y="369"/>
                    <a:pt x="358" y="286"/>
                    <a:pt x="358" y="191"/>
                  </a:cubicBezTo>
                  <a:cubicBezTo>
                    <a:pt x="358" y="96"/>
                    <a:pt x="274"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16"/>
            <p:cNvSpPr/>
            <p:nvPr/>
          </p:nvSpPr>
          <p:spPr>
            <a:xfrm>
              <a:off x="4252810" y="2147829"/>
              <a:ext cx="38137" cy="38030"/>
            </a:xfrm>
            <a:custGeom>
              <a:rect b="b" l="l" r="r" t="t"/>
              <a:pathLst>
                <a:path extrusionOk="0" h="358" w="359">
                  <a:moveTo>
                    <a:pt x="180" y="0"/>
                  </a:moveTo>
                  <a:cubicBezTo>
                    <a:pt x="84" y="0"/>
                    <a:pt x="1" y="83"/>
                    <a:pt x="1" y="179"/>
                  </a:cubicBezTo>
                  <a:cubicBezTo>
                    <a:pt x="1" y="286"/>
                    <a:pt x="84" y="357"/>
                    <a:pt x="180" y="357"/>
                  </a:cubicBezTo>
                  <a:cubicBezTo>
                    <a:pt x="287" y="357"/>
                    <a:pt x="358" y="286"/>
                    <a:pt x="358" y="179"/>
                  </a:cubicBezTo>
                  <a:cubicBezTo>
                    <a:pt x="358" y="83"/>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16"/>
            <p:cNvSpPr/>
            <p:nvPr/>
          </p:nvSpPr>
          <p:spPr>
            <a:xfrm>
              <a:off x="4351498" y="2147829"/>
              <a:ext cx="38030" cy="38030"/>
            </a:xfrm>
            <a:custGeom>
              <a:rect b="b" l="l" r="r" t="t"/>
              <a:pathLst>
                <a:path extrusionOk="0" h="358" w="358">
                  <a:moveTo>
                    <a:pt x="179" y="0"/>
                  </a:moveTo>
                  <a:cubicBezTo>
                    <a:pt x="72" y="0"/>
                    <a:pt x="1" y="83"/>
                    <a:pt x="1" y="179"/>
                  </a:cubicBezTo>
                  <a:cubicBezTo>
                    <a:pt x="1" y="286"/>
                    <a:pt x="72" y="357"/>
                    <a:pt x="179" y="357"/>
                  </a:cubicBezTo>
                  <a:cubicBezTo>
                    <a:pt x="286" y="357"/>
                    <a:pt x="358" y="286"/>
                    <a:pt x="358" y="179"/>
                  </a:cubicBezTo>
                  <a:cubicBezTo>
                    <a:pt x="358" y="83"/>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16"/>
            <p:cNvSpPr/>
            <p:nvPr/>
          </p:nvSpPr>
          <p:spPr>
            <a:xfrm>
              <a:off x="4448911" y="2147829"/>
              <a:ext cx="38030" cy="38030"/>
            </a:xfrm>
            <a:custGeom>
              <a:rect b="b" l="l" r="r" t="t"/>
              <a:pathLst>
                <a:path extrusionOk="0" h="358" w="358">
                  <a:moveTo>
                    <a:pt x="179" y="0"/>
                  </a:moveTo>
                  <a:cubicBezTo>
                    <a:pt x="84" y="0"/>
                    <a:pt x="0" y="83"/>
                    <a:pt x="0" y="179"/>
                  </a:cubicBezTo>
                  <a:cubicBezTo>
                    <a:pt x="0" y="286"/>
                    <a:pt x="84" y="357"/>
                    <a:pt x="179" y="357"/>
                  </a:cubicBezTo>
                  <a:cubicBezTo>
                    <a:pt x="286" y="357"/>
                    <a:pt x="358" y="286"/>
                    <a:pt x="358" y="179"/>
                  </a:cubicBezTo>
                  <a:cubicBezTo>
                    <a:pt x="358" y="83"/>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16"/>
            <p:cNvSpPr/>
            <p:nvPr/>
          </p:nvSpPr>
          <p:spPr>
            <a:xfrm>
              <a:off x="4547599" y="2147829"/>
              <a:ext cx="38030" cy="38030"/>
            </a:xfrm>
            <a:custGeom>
              <a:rect b="b" l="l" r="r" t="t"/>
              <a:pathLst>
                <a:path extrusionOk="0" h="358" w="358">
                  <a:moveTo>
                    <a:pt x="179" y="0"/>
                  </a:moveTo>
                  <a:cubicBezTo>
                    <a:pt x="72" y="0"/>
                    <a:pt x="0" y="83"/>
                    <a:pt x="0" y="179"/>
                  </a:cubicBezTo>
                  <a:cubicBezTo>
                    <a:pt x="0" y="286"/>
                    <a:pt x="72" y="357"/>
                    <a:pt x="179" y="357"/>
                  </a:cubicBezTo>
                  <a:cubicBezTo>
                    <a:pt x="286" y="357"/>
                    <a:pt x="357" y="286"/>
                    <a:pt x="357" y="179"/>
                  </a:cubicBezTo>
                  <a:cubicBezTo>
                    <a:pt x="357" y="83"/>
                    <a:pt x="262"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16"/>
            <p:cNvSpPr/>
            <p:nvPr/>
          </p:nvSpPr>
          <p:spPr>
            <a:xfrm>
              <a:off x="4643630" y="2147829"/>
              <a:ext cx="38137" cy="38030"/>
            </a:xfrm>
            <a:custGeom>
              <a:rect b="b" l="l" r="r" t="t"/>
              <a:pathLst>
                <a:path extrusionOk="0" h="358" w="359">
                  <a:moveTo>
                    <a:pt x="180" y="0"/>
                  </a:moveTo>
                  <a:cubicBezTo>
                    <a:pt x="72" y="0"/>
                    <a:pt x="1" y="83"/>
                    <a:pt x="1" y="179"/>
                  </a:cubicBezTo>
                  <a:cubicBezTo>
                    <a:pt x="1" y="286"/>
                    <a:pt x="72" y="357"/>
                    <a:pt x="180" y="357"/>
                  </a:cubicBezTo>
                  <a:cubicBezTo>
                    <a:pt x="287" y="357"/>
                    <a:pt x="358" y="286"/>
                    <a:pt x="358" y="179"/>
                  </a:cubicBezTo>
                  <a:cubicBezTo>
                    <a:pt x="358" y="83"/>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16"/>
            <p:cNvSpPr/>
            <p:nvPr/>
          </p:nvSpPr>
          <p:spPr>
            <a:xfrm>
              <a:off x="4742318" y="2147829"/>
              <a:ext cx="38030" cy="38030"/>
            </a:xfrm>
            <a:custGeom>
              <a:rect b="b" l="l" r="r" t="t"/>
              <a:pathLst>
                <a:path extrusionOk="0" h="358" w="358">
                  <a:moveTo>
                    <a:pt x="179" y="0"/>
                  </a:moveTo>
                  <a:cubicBezTo>
                    <a:pt x="72" y="0"/>
                    <a:pt x="1" y="83"/>
                    <a:pt x="1" y="179"/>
                  </a:cubicBezTo>
                  <a:cubicBezTo>
                    <a:pt x="1" y="286"/>
                    <a:pt x="72" y="357"/>
                    <a:pt x="179" y="357"/>
                  </a:cubicBezTo>
                  <a:cubicBezTo>
                    <a:pt x="275" y="357"/>
                    <a:pt x="358" y="286"/>
                    <a:pt x="358" y="179"/>
                  </a:cubicBezTo>
                  <a:cubicBezTo>
                    <a:pt x="358" y="83"/>
                    <a:pt x="275"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16"/>
            <p:cNvSpPr/>
            <p:nvPr/>
          </p:nvSpPr>
          <p:spPr>
            <a:xfrm>
              <a:off x="4839731" y="2147829"/>
              <a:ext cx="38030" cy="38030"/>
            </a:xfrm>
            <a:custGeom>
              <a:rect b="b" l="l" r="r" t="t"/>
              <a:pathLst>
                <a:path extrusionOk="0" h="358" w="358">
                  <a:moveTo>
                    <a:pt x="179" y="0"/>
                  </a:moveTo>
                  <a:cubicBezTo>
                    <a:pt x="72" y="0"/>
                    <a:pt x="0" y="83"/>
                    <a:pt x="0" y="179"/>
                  </a:cubicBezTo>
                  <a:cubicBezTo>
                    <a:pt x="0" y="286"/>
                    <a:pt x="72" y="357"/>
                    <a:pt x="179" y="357"/>
                  </a:cubicBezTo>
                  <a:cubicBezTo>
                    <a:pt x="286" y="357"/>
                    <a:pt x="358" y="286"/>
                    <a:pt x="358" y="179"/>
                  </a:cubicBezTo>
                  <a:cubicBezTo>
                    <a:pt x="358" y="83"/>
                    <a:pt x="274"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16"/>
            <p:cNvSpPr/>
            <p:nvPr/>
          </p:nvSpPr>
          <p:spPr>
            <a:xfrm>
              <a:off x="4252810" y="2260327"/>
              <a:ext cx="38137" cy="38030"/>
            </a:xfrm>
            <a:custGeom>
              <a:rect b="b" l="l" r="r" t="t"/>
              <a:pathLst>
                <a:path extrusionOk="0" h="358" w="359">
                  <a:moveTo>
                    <a:pt x="180" y="1"/>
                  </a:moveTo>
                  <a:cubicBezTo>
                    <a:pt x="84" y="1"/>
                    <a:pt x="1" y="72"/>
                    <a:pt x="1" y="179"/>
                  </a:cubicBezTo>
                  <a:cubicBezTo>
                    <a:pt x="1" y="286"/>
                    <a:pt x="84" y="358"/>
                    <a:pt x="180" y="358"/>
                  </a:cubicBezTo>
                  <a:cubicBezTo>
                    <a:pt x="287" y="358"/>
                    <a:pt x="358" y="286"/>
                    <a:pt x="358" y="179"/>
                  </a:cubicBezTo>
                  <a:cubicBezTo>
                    <a:pt x="358" y="72"/>
                    <a:pt x="287" y="1"/>
                    <a:pt x="1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16"/>
            <p:cNvSpPr/>
            <p:nvPr/>
          </p:nvSpPr>
          <p:spPr>
            <a:xfrm>
              <a:off x="4351498" y="2260327"/>
              <a:ext cx="38030" cy="38030"/>
            </a:xfrm>
            <a:custGeom>
              <a:rect b="b" l="l" r="r" t="t"/>
              <a:pathLst>
                <a:path extrusionOk="0" h="358" w="358">
                  <a:moveTo>
                    <a:pt x="179" y="1"/>
                  </a:moveTo>
                  <a:cubicBezTo>
                    <a:pt x="72" y="1"/>
                    <a:pt x="1" y="72"/>
                    <a:pt x="1" y="179"/>
                  </a:cubicBezTo>
                  <a:cubicBezTo>
                    <a:pt x="1" y="286"/>
                    <a:pt x="72" y="358"/>
                    <a:pt x="179" y="358"/>
                  </a:cubicBezTo>
                  <a:cubicBezTo>
                    <a:pt x="286" y="358"/>
                    <a:pt x="358" y="286"/>
                    <a:pt x="358" y="179"/>
                  </a:cubicBezTo>
                  <a:cubicBezTo>
                    <a:pt x="358" y="72"/>
                    <a:pt x="286"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16"/>
            <p:cNvSpPr/>
            <p:nvPr/>
          </p:nvSpPr>
          <p:spPr>
            <a:xfrm>
              <a:off x="4448911" y="2260327"/>
              <a:ext cx="38030" cy="38030"/>
            </a:xfrm>
            <a:custGeom>
              <a:rect b="b" l="l" r="r" t="t"/>
              <a:pathLst>
                <a:path extrusionOk="0" h="358" w="358">
                  <a:moveTo>
                    <a:pt x="179" y="1"/>
                  </a:moveTo>
                  <a:cubicBezTo>
                    <a:pt x="84" y="1"/>
                    <a:pt x="0" y="72"/>
                    <a:pt x="0" y="179"/>
                  </a:cubicBezTo>
                  <a:cubicBezTo>
                    <a:pt x="0" y="286"/>
                    <a:pt x="84" y="358"/>
                    <a:pt x="179" y="358"/>
                  </a:cubicBezTo>
                  <a:cubicBezTo>
                    <a:pt x="286" y="358"/>
                    <a:pt x="358" y="286"/>
                    <a:pt x="358" y="179"/>
                  </a:cubicBezTo>
                  <a:cubicBezTo>
                    <a:pt x="358" y="72"/>
                    <a:pt x="286"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16"/>
            <p:cNvSpPr/>
            <p:nvPr/>
          </p:nvSpPr>
          <p:spPr>
            <a:xfrm>
              <a:off x="4547599" y="2260327"/>
              <a:ext cx="38030" cy="38030"/>
            </a:xfrm>
            <a:custGeom>
              <a:rect b="b" l="l" r="r" t="t"/>
              <a:pathLst>
                <a:path extrusionOk="0" h="358" w="358">
                  <a:moveTo>
                    <a:pt x="179" y="1"/>
                  </a:moveTo>
                  <a:cubicBezTo>
                    <a:pt x="72" y="1"/>
                    <a:pt x="0" y="72"/>
                    <a:pt x="0" y="179"/>
                  </a:cubicBezTo>
                  <a:cubicBezTo>
                    <a:pt x="0" y="286"/>
                    <a:pt x="72" y="358"/>
                    <a:pt x="179" y="358"/>
                  </a:cubicBezTo>
                  <a:cubicBezTo>
                    <a:pt x="286" y="358"/>
                    <a:pt x="357" y="286"/>
                    <a:pt x="357" y="179"/>
                  </a:cubicBezTo>
                  <a:cubicBezTo>
                    <a:pt x="357" y="72"/>
                    <a:pt x="262"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16"/>
            <p:cNvSpPr/>
            <p:nvPr/>
          </p:nvSpPr>
          <p:spPr>
            <a:xfrm>
              <a:off x="4643630" y="2260327"/>
              <a:ext cx="38137" cy="38030"/>
            </a:xfrm>
            <a:custGeom>
              <a:rect b="b" l="l" r="r" t="t"/>
              <a:pathLst>
                <a:path extrusionOk="0" h="358" w="359">
                  <a:moveTo>
                    <a:pt x="180" y="1"/>
                  </a:moveTo>
                  <a:cubicBezTo>
                    <a:pt x="72" y="1"/>
                    <a:pt x="1" y="72"/>
                    <a:pt x="1" y="179"/>
                  </a:cubicBezTo>
                  <a:cubicBezTo>
                    <a:pt x="1" y="286"/>
                    <a:pt x="72" y="358"/>
                    <a:pt x="180" y="358"/>
                  </a:cubicBezTo>
                  <a:cubicBezTo>
                    <a:pt x="287" y="358"/>
                    <a:pt x="358" y="286"/>
                    <a:pt x="358" y="179"/>
                  </a:cubicBezTo>
                  <a:cubicBezTo>
                    <a:pt x="358" y="72"/>
                    <a:pt x="287" y="1"/>
                    <a:pt x="1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16"/>
            <p:cNvSpPr/>
            <p:nvPr/>
          </p:nvSpPr>
          <p:spPr>
            <a:xfrm>
              <a:off x="4742318" y="2260327"/>
              <a:ext cx="38030" cy="38030"/>
            </a:xfrm>
            <a:custGeom>
              <a:rect b="b" l="l" r="r" t="t"/>
              <a:pathLst>
                <a:path extrusionOk="0" h="358" w="358">
                  <a:moveTo>
                    <a:pt x="179" y="1"/>
                  </a:moveTo>
                  <a:cubicBezTo>
                    <a:pt x="72" y="1"/>
                    <a:pt x="1" y="72"/>
                    <a:pt x="1" y="179"/>
                  </a:cubicBezTo>
                  <a:cubicBezTo>
                    <a:pt x="1" y="286"/>
                    <a:pt x="72" y="358"/>
                    <a:pt x="179" y="358"/>
                  </a:cubicBezTo>
                  <a:cubicBezTo>
                    <a:pt x="275" y="358"/>
                    <a:pt x="358" y="286"/>
                    <a:pt x="358" y="179"/>
                  </a:cubicBezTo>
                  <a:cubicBezTo>
                    <a:pt x="358" y="72"/>
                    <a:pt x="275"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16"/>
            <p:cNvSpPr/>
            <p:nvPr/>
          </p:nvSpPr>
          <p:spPr>
            <a:xfrm>
              <a:off x="4839731" y="2260327"/>
              <a:ext cx="38030" cy="38030"/>
            </a:xfrm>
            <a:custGeom>
              <a:rect b="b" l="l" r="r" t="t"/>
              <a:pathLst>
                <a:path extrusionOk="0" h="358" w="358">
                  <a:moveTo>
                    <a:pt x="179" y="1"/>
                  </a:moveTo>
                  <a:cubicBezTo>
                    <a:pt x="72" y="1"/>
                    <a:pt x="0" y="72"/>
                    <a:pt x="0" y="179"/>
                  </a:cubicBezTo>
                  <a:cubicBezTo>
                    <a:pt x="0" y="286"/>
                    <a:pt x="72" y="358"/>
                    <a:pt x="179" y="358"/>
                  </a:cubicBezTo>
                  <a:cubicBezTo>
                    <a:pt x="286" y="358"/>
                    <a:pt x="358" y="286"/>
                    <a:pt x="358" y="179"/>
                  </a:cubicBezTo>
                  <a:cubicBezTo>
                    <a:pt x="358" y="72"/>
                    <a:pt x="274"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16"/>
            <p:cNvSpPr/>
            <p:nvPr/>
          </p:nvSpPr>
          <p:spPr>
            <a:xfrm>
              <a:off x="4252810" y="2371656"/>
              <a:ext cx="38137" cy="38030"/>
            </a:xfrm>
            <a:custGeom>
              <a:rect b="b" l="l" r="r" t="t"/>
              <a:pathLst>
                <a:path extrusionOk="0" h="358" w="359">
                  <a:moveTo>
                    <a:pt x="180" y="0"/>
                  </a:moveTo>
                  <a:cubicBezTo>
                    <a:pt x="84" y="0"/>
                    <a:pt x="1" y="72"/>
                    <a:pt x="1" y="179"/>
                  </a:cubicBezTo>
                  <a:cubicBezTo>
                    <a:pt x="1" y="274"/>
                    <a:pt x="84" y="358"/>
                    <a:pt x="180" y="358"/>
                  </a:cubicBezTo>
                  <a:cubicBezTo>
                    <a:pt x="287" y="358"/>
                    <a:pt x="358" y="274"/>
                    <a:pt x="358" y="179"/>
                  </a:cubicBezTo>
                  <a:cubicBezTo>
                    <a:pt x="358" y="84"/>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16"/>
            <p:cNvSpPr/>
            <p:nvPr/>
          </p:nvSpPr>
          <p:spPr>
            <a:xfrm>
              <a:off x="4351498" y="2371656"/>
              <a:ext cx="38030" cy="38030"/>
            </a:xfrm>
            <a:custGeom>
              <a:rect b="b" l="l" r="r" t="t"/>
              <a:pathLst>
                <a:path extrusionOk="0" h="358" w="358">
                  <a:moveTo>
                    <a:pt x="179" y="0"/>
                  </a:moveTo>
                  <a:cubicBezTo>
                    <a:pt x="72" y="0"/>
                    <a:pt x="1" y="72"/>
                    <a:pt x="1" y="179"/>
                  </a:cubicBezTo>
                  <a:cubicBezTo>
                    <a:pt x="1" y="274"/>
                    <a:pt x="72" y="358"/>
                    <a:pt x="179" y="358"/>
                  </a:cubicBezTo>
                  <a:cubicBezTo>
                    <a:pt x="286" y="358"/>
                    <a:pt x="358" y="274"/>
                    <a:pt x="358" y="179"/>
                  </a:cubicBezTo>
                  <a:cubicBezTo>
                    <a:pt x="358" y="84"/>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16"/>
            <p:cNvSpPr/>
            <p:nvPr/>
          </p:nvSpPr>
          <p:spPr>
            <a:xfrm>
              <a:off x="4448911" y="2371656"/>
              <a:ext cx="38030" cy="38030"/>
            </a:xfrm>
            <a:custGeom>
              <a:rect b="b" l="l" r="r" t="t"/>
              <a:pathLst>
                <a:path extrusionOk="0" h="358" w="358">
                  <a:moveTo>
                    <a:pt x="179" y="0"/>
                  </a:moveTo>
                  <a:cubicBezTo>
                    <a:pt x="84" y="0"/>
                    <a:pt x="0" y="72"/>
                    <a:pt x="0" y="179"/>
                  </a:cubicBezTo>
                  <a:cubicBezTo>
                    <a:pt x="0" y="274"/>
                    <a:pt x="84" y="358"/>
                    <a:pt x="179" y="358"/>
                  </a:cubicBezTo>
                  <a:cubicBezTo>
                    <a:pt x="286" y="358"/>
                    <a:pt x="358" y="274"/>
                    <a:pt x="358" y="179"/>
                  </a:cubicBezTo>
                  <a:cubicBezTo>
                    <a:pt x="358" y="84"/>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16"/>
            <p:cNvSpPr/>
            <p:nvPr/>
          </p:nvSpPr>
          <p:spPr>
            <a:xfrm>
              <a:off x="4547599" y="2371656"/>
              <a:ext cx="38030" cy="38030"/>
            </a:xfrm>
            <a:custGeom>
              <a:rect b="b" l="l" r="r" t="t"/>
              <a:pathLst>
                <a:path extrusionOk="0" h="358" w="358">
                  <a:moveTo>
                    <a:pt x="179" y="0"/>
                  </a:moveTo>
                  <a:cubicBezTo>
                    <a:pt x="72" y="0"/>
                    <a:pt x="0" y="72"/>
                    <a:pt x="0" y="179"/>
                  </a:cubicBezTo>
                  <a:cubicBezTo>
                    <a:pt x="0" y="274"/>
                    <a:pt x="72" y="358"/>
                    <a:pt x="179" y="358"/>
                  </a:cubicBezTo>
                  <a:cubicBezTo>
                    <a:pt x="286" y="358"/>
                    <a:pt x="357" y="274"/>
                    <a:pt x="357" y="179"/>
                  </a:cubicBezTo>
                  <a:cubicBezTo>
                    <a:pt x="357" y="84"/>
                    <a:pt x="262"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16"/>
            <p:cNvSpPr/>
            <p:nvPr/>
          </p:nvSpPr>
          <p:spPr>
            <a:xfrm>
              <a:off x="4643630" y="2371656"/>
              <a:ext cx="38137" cy="38030"/>
            </a:xfrm>
            <a:custGeom>
              <a:rect b="b" l="l" r="r" t="t"/>
              <a:pathLst>
                <a:path extrusionOk="0" h="358" w="359">
                  <a:moveTo>
                    <a:pt x="180" y="0"/>
                  </a:moveTo>
                  <a:cubicBezTo>
                    <a:pt x="72" y="0"/>
                    <a:pt x="1" y="72"/>
                    <a:pt x="1" y="179"/>
                  </a:cubicBezTo>
                  <a:cubicBezTo>
                    <a:pt x="1" y="274"/>
                    <a:pt x="72" y="358"/>
                    <a:pt x="180" y="358"/>
                  </a:cubicBezTo>
                  <a:cubicBezTo>
                    <a:pt x="287" y="358"/>
                    <a:pt x="358" y="274"/>
                    <a:pt x="358" y="179"/>
                  </a:cubicBezTo>
                  <a:cubicBezTo>
                    <a:pt x="358" y="84"/>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16"/>
            <p:cNvSpPr/>
            <p:nvPr/>
          </p:nvSpPr>
          <p:spPr>
            <a:xfrm>
              <a:off x="4742318" y="2371656"/>
              <a:ext cx="38030" cy="38030"/>
            </a:xfrm>
            <a:custGeom>
              <a:rect b="b" l="l" r="r" t="t"/>
              <a:pathLst>
                <a:path extrusionOk="0" h="358" w="358">
                  <a:moveTo>
                    <a:pt x="179" y="0"/>
                  </a:moveTo>
                  <a:cubicBezTo>
                    <a:pt x="72" y="0"/>
                    <a:pt x="1" y="72"/>
                    <a:pt x="1" y="179"/>
                  </a:cubicBezTo>
                  <a:cubicBezTo>
                    <a:pt x="1" y="274"/>
                    <a:pt x="72" y="358"/>
                    <a:pt x="179" y="358"/>
                  </a:cubicBezTo>
                  <a:cubicBezTo>
                    <a:pt x="275" y="358"/>
                    <a:pt x="358" y="274"/>
                    <a:pt x="358" y="179"/>
                  </a:cubicBezTo>
                  <a:cubicBezTo>
                    <a:pt x="358" y="84"/>
                    <a:pt x="275"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16"/>
            <p:cNvSpPr/>
            <p:nvPr/>
          </p:nvSpPr>
          <p:spPr>
            <a:xfrm>
              <a:off x="4839731" y="2371656"/>
              <a:ext cx="38030" cy="38030"/>
            </a:xfrm>
            <a:custGeom>
              <a:rect b="b" l="l" r="r" t="t"/>
              <a:pathLst>
                <a:path extrusionOk="0" h="358" w="358">
                  <a:moveTo>
                    <a:pt x="179" y="0"/>
                  </a:moveTo>
                  <a:cubicBezTo>
                    <a:pt x="72" y="0"/>
                    <a:pt x="0" y="72"/>
                    <a:pt x="0" y="179"/>
                  </a:cubicBezTo>
                  <a:cubicBezTo>
                    <a:pt x="0" y="274"/>
                    <a:pt x="72" y="358"/>
                    <a:pt x="179" y="358"/>
                  </a:cubicBezTo>
                  <a:cubicBezTo>
                    <a:pt x="286" y="358"/>
                    <a:pt x="358" y="274"/>
                    <a:pt x="358" y="179"/>
                  </a:cubicBezTo>
                  <a:cubicBezTo>
                    <a:pt x="358" y="84"/>
                    <a:pt x="274"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16"/>
            <p:cNvSpPr/>
            <p:nvPr/>
          </p:nvSpPr>
          <p:spPr>
            <a:xfrm>
              <a:off x="4252810" y="2482985"/>
              <a:ext cx="38137" cy="38030"/>
            </a:xfrm>
            <a:custGeom>
              <a:rect b="b" l="l" r="r" t="t"/>
              <a:pathLst>
                <a:path extrusionOk="0" h="358" w="359">
                  <a:moveTo>
                    <a:pt x="180" y="0"/>
                  </a:moveTo>
                  <a:cubicBezTo>
                    <a:pt x="84" y="0"/>
                    <a:pt x="1" y="72"/>
                    <a:pt x="1" y="179"/>
                  </a:cubicBezTo>
                  <a:cubicBezTo>
                    <a:pt x="1" y="286"/>
                    <a:pt x="84" y="357"/>
                    <a:pt x="180" y="357"/>
                  </a:cubicBezTo>
                  <a:cubicBezTo>
                    <a:pt x="287" y="357"/>
                    <a:pt x="358" y="286"/>
                    <a:pt x="358" y="179"/>
                  </a:cubicBezTo>
                  <a:cubicBezTo>
                    <a:pt x="358" y="84"/>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16"/>
            <p:cNvSpPr/>
            <p:nvPr/>
          </p:nvSpPr>
          <p:spPr>
            <a:xfrm>
              <a:off x="4351498" y="2482985"/>
              <a:ext cx="38030" cy="38030"/>
            </a:xfrm>
            <a:custGeom>
              <a:rect b="b" l="l" r="r" t="t"/>
              <a:pathLst>
                <a:path extrusionOk="0" h="358" w="358">
                  <a:moveTo>
                    <a:pt x="179" y="0"/>
                  </a:moveTo>
                  <a:cubicBezTo>
                    <a:pt x="72" y="0"/>
                    <a:pt x="1" y="72"/>
                    <a:pt x="1" y="179"/>
                  </a:cubicBezTo>
                  <a:cubicBezTo>
                    <a:pt x="1" y="286"/>
                    <a:pt x="72" y="357"/>
                    <a:pt x="179" y="357"/>
                  </a:cubicBezTo>
                  <a:cubicBezTo>
                    <a:pt x="286" y="357"/>
                    <a:pt x="358" y="286"/>
                    <a:pt x="358" y="179"/>
                  </a:cubicBezTo>
                  <a:cubicBezTo>
                    <a:pt x="358" y="84"/>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16"/>
            <p:cNvSpPr/>
            <p:nvPr/>
          </p:nvSpPr>
          <p:spPr>
            <a:xfrm>
              <a:off x="4448911" y="2482985"/>
              <a:ext cx="38030" cy="38030"/>
            </a:xfrm>
            <a:custGeom>
              <a:rect b="b" l="l" r="r" t="t"/>
              <a:pathLst>
                <a:path extrusionOk="0" h="358" w="358">
                  <a:moveTo>
                    <a:pt x="179" y="0"/>
                  </a:moveTo>
                  <a:cubicBezTo>
                    <a:pt x="84" y="0"/>
                    <a:pt x="0" y="72"/>
                    <a:pt x="0" y="179"/>
                  </a:cubicBezTo>
                  <a:cubicBezTo>
                    <a:pt x="0" y="286"/>
                    <a:pt x="84" y="357"/>
                    <a:pt x="179" y="357"/>
                  </a:cubicBezTo>
                  <a:cubicBezTo>
                    <a:pt x="286" y="357"/>
                    <a:pt x="358" y="286"/>
                    <a:pt x="358" y="179"/>
                  </a:cubicBezTo>
                  <a:cubicBezTo>
                    <a:pt x="358" y="84"/>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16"/>
            <p:cNvSpPr/>
            <p:nvPr/>
          </p:nvSpPr>
          <p:spPr>
            <a:xfrm>
              <a:off x="4547599" y="2482985"/>
              <a:ext cx="38030" cy="38030"/>
            </a:xfrm>
            <a:custGeom>
              <a:rect b="b" l="l" r="r" t="t"/>
              <a:pathLst>
                <a:path extrusionOk="0" h="358" w="358">
                  <a:moveTo>
                    <a:pt x="179" y="0"/>
                  </a:moveTo>
                  <a:cubicBezTo>
                    <a:pt x="72" y="0"/>
                    <a:pt x="0" y="72"/>
                    <a:pt x="0" y="179"/>
                  </a:cubicBezTo>
                  <a:cubicBezTo>
                    <a:pt x="0" y="286"/>
                    <a:pt x="72" y="357"/>
                    <a:pt x="179" y="357"/>
                  </a:cubicBezTo>
                  <a:cubicBezTo>
                    <a:pt x="286" y="357"/>
                    <a:pt x="357" y="286"/>
                    <a:pt x="357" y="179"/>
                  </a:cubicBezTo>
                  <a:cubicBezTo>
                    <a:pt x="357" y="84"/>
                    <a:pt x="262"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16"/>
            <p:cNvSpPr/>
            <p:nvPr/>
          </p:nvSpPr>
          <p:spPr>
            <a:xfrm>
              <a:off x="4643630" y="2482985"/>
              <a:ext cx="38137" cy="38030"/>
            </a:xfrm>
            <a:custGeom>
              <a:rect b="b" l="l" r="r" t="t"/>
              <a:pathLst>
                <a:path extrusionOk="0" h="358" w="359">
                  <a:moveTo>
                    <a:pt x="180" y="0"/>
                  </a:moveTo>
                  <a:cubicBezTo>
                    <a:pt x="72" y="0"/>
                    <a:pt x="1" y="72"/>
                    <a:pt x="1" y="179"/>
                  </a:cubicBezTo>
                  <a:cubicBezTo>
                    <a:pt x="1" y="286"/>
                    <a:pt x="72" y="357"/>
                    <a:pt x="180" y="357"/>
                  </a:cubicBezTo>
                  <a:cubicBezTo>
                    <a:pt x="287" y="357"/>
                    <a:pt x="358" y="286"/>
                    <a:pt x="358" y="179"/>
                  </a:cubicBezTo>
                  <a:cubicBezTo>
                    <a:pt x="358" y="84"/>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16"/>
            <p:cNvSpPr/>
            <p:nvPr/>
          </p:nvSpPr>
          <p:spPr>
            <a:xfrm>
              <a:off x="4742318" y="2482985"/>
              <a:ext cx="38030" cy="38030"/>
            </a:xfrm>
            <a:custGeom>
              <a:rect b="b" l="l" r="r" t="t"/>
              <a:pathLst>
                <a:path extrusionOk="0" h="358" w="358">
                  <a:moveTo>
                    <a:pt x="179" y="0"/>
                  </a:moveTo>
                  <a:cubicBezTo>
                    <a:pt x="72" y="0"/>
                    <a:pt x="1" y="72"/>
                    <a:pt x="1" y="179"/>
                  </a:cubicBezTo>
                  <a:cubicBezTo>
                    <a:pt x="1" y="286"/>
                    <a:pt x="72" y="357"/>
                    <a:pt x="179" y="357"/>
                  </a:cubicBezTo>
                  <a:cubicBezTo>
                    <a:pt x="275" y="357"/>
                    <a:pt x="358" y="286"/>
                    <a:pt x="358" y="179"/>
                  </a:cubicBezTo>
                  <a:cubicBezTo>
                    <a:pt x="358" y="84"/>
                    <a:pt x="275"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16"/>
            <p:cNvSpPr/>
            <p:nvPr/>
          </p:nvSpPr>
          <p:spPr>
            <a:xfrm>
              <a:off x="4839731" y="2482985"/>
              <a:ext cx="38030" cy="38030"/>
            </a:xfrm>
            <a:custGeom>
              <a:rect b="b" l="l" r="r" t="t"/>
              <a:pathLst>
                <a:path extrusionOk="0" h="358" w="358">
                  <a:moveTo>
                    <a:pt x="179" y="0"/>
                  </a:moveTo>
                  <a:cubicBezTo>
                    <a:pt x="72" y="0"/>
                    <a:pt x="0" y="72"/>
                    <a:pt x="0" y="179"/>
                  </a:cubicBezTo>
                  <a:cubicBezTo>
                    <a:pt x="0" y="286"/>
                    <a:pt x="72" y="357"/>
                    <a:pt x="179" y="357"/>
                  </a:cubicBezTo>
                  <a:cubicBezTo>
                    <a:pt x="286" y="357"/>
                    <a:pt x="358" y="286"/>
                    <a:pt x="358" y="179"/>
                  </a:cubicBezTo>
                  <a:cubicBezTo>
                    <a:pt x="358" y="84"/>
                    <a:pt x="274"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16"/>
            <p:cNvSpPr/>
            <p:nvPr/>
          </p:nvSpPr>
          <p:spPr>
            <a:xfrm>
              <a:off x="4252810" y="2595483"/>
              <a:ext cx="38137" cy="38137"/>
            </a:xfrm>
            <a:custGeom>
              <a:rect b="b" l="l" r="r" t="t"/>
              <a:pathLst>
                <a:path extrusionOk="0" h="359" w="359">
                  <a:moveTo>
                    <a:pt x="180" y="1"/>
                  </a:moveTo>
                  <a:cubicBezTo>
                    <a:pt x="84" y="1"/>
                    <a:pt x="1" y="72"/>
                    <a:pt x="1" y="179"/>
                  </a:cubicBezTo>
                  <a:cubicBezTo>
                    <a:pt x="1" y="287"/>
                    <a:pt x="84" y="358"/>
                    <a:pt x="180" y="358"/>
                  </a:cubicBezTo>
                  <a:cubicBezTo>
                    <a:pt x="287" y="358"/>
                    <a:pt x="358" y="287"/>
                    <a:pt x="358" y="179"/>
                  </a:cubicBezTo>
                  <a:cubicBezTo>
                    <a:pt x="358" y="72"/>
                    <a:pt x="287" y="1"/>
                    <a:pt x="1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16"/>
            <p:cNvSpPr/>
            <p:nvPr/>
          </p:nvSpPr>
          <p:spPr>
            <a:xfrm>
              <a:off x="4351498" y="2595483"/>
              <a:ext cx="38030" cy="38137"/>
            </a:xfrm>
            <a:custGeom>
              <a:rect b="b" l="l" r="r" t="t"/>
              <a:pathLst>
                <a:path extrusionOk="0" h="359" w="358">
                  <a:moveTo>
                    <a:pt x="179" y="1"/>
                  </a:moveTo>
                  <a:cubicBezTo>
                    <a:pt x="72" y="1"/>
                    <a:pt x="1" y="72"/>
                    <a:pt x="1" y="179"/>
                  </a:cubicBezTo>
                  <a:cubicBezTo>
                    <a:pt x="1" y="287"/>
                    <a:pt x="72" y="358"/>
                    <a:pt x="179" y="358"/>
                  </a:cubicBezTo>
                  <a:cubicBezTo>
                    <a:pt x="286" y="358"/>
                    <a:pt x="358" y="287"/>
                    <a:pt x="358" y="179"/>
                  </a:cubicBezTo>
                  <a:cubicBezTo>
                    <a:pt x="358" y="72"/>
                    <a:pt x="286"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16"/>
            <p:cNvSpPr/>
            <p:nvPr/>
          </p:nvSpPr>
          <p:spPr>
            <a:xfrm>
              <a:off x="4448911" y="2595483"/>
              <a:ext cx="38030" cy="38137"/>
            </a:xfrm>
            <a:custGeom>
              <a:rect b="b" l="l" r="r" t="t"/>
              <a:pathLst>
                <a:path extrusionOk="0" h="359" w="358">
                  <a:moveTo>
                    <a:pt x="179" y="1"/>
                  </a:moveTo>
                  <a:cubicBezTo>
                    <a:pt x="84" y="1"/>
                    <a:pt x="0" y="72"/>
                    <a:pt x="0" y="179"/>
                  </a:cubicBezTo>
                  <a:cubicBezTo>
                    <a:pt x="0" y="287"/>
                    <a:pt x="84" y="358"/>
                    <a:pt x="179" y="358"/>
                  </a:cubicBezTo>
                  <a:cubicBezTo>
                    <a:pt x="286" y="358"/>
                    <a:pt x="358" y="287"/>
                    <a:pt x="358" y="179"/>
                  </a:cubicBezTo>
                  <a:cubicBezTo>
                    <a:pt x="358" y="72"/>
                    <a:pt x="286"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16"/>
            <p:cNvSpPr/>
            <p:nvPr/>
          </p:nvSpPr>
          <p:spPr>
            <a:xfrm>
              <a:off x="4547599" y="2595483"/>
              <a:ext cx="38030" cy="38137"/>
            </a:xfrm>
            <a:custGeom>
              <a:rect b="b" l="l" r="r" t="t"/>
              <a:pathLst>
                <a:path extrusionOk="0" h="359" w="358">
                  <a:moveTo>
                    <a:pt x="179" y="1"/>
                  </a:moveTo>
                  <a:cubicBezTo>
                    <a:pt x="72" y="1"/>
                    <a:pt x="0" y="72"/>
                    <a:pt x="0" y="179"/>
                  </a:cubicBezTo>
                  <a:cubicBezTo>
                    <a:pt x="0" y="287"/>
                    <a:pt x="72" y="358"/>
                    <a:pt x="179" y="358"/>
                  </a:cubicBezTo>
                  <a:cubicBezTo>
                    <a:pt x="286" y="358"/>
                    <a:pt x="357" y="287"/>
                    <a:pt x="357" y="179"/>
                  </a:cubicBezTo>
                  <a:cubicBezTo>
                    <a:pt x="357" y="72"/>
                    <a:pt x="262"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16"/>
            <p:cNvSpPr/>
            <p:nvPr/>
          </p:nvSpPr>
          <p:spPr>
            <a:xfrm>
              <a:off x="4643630" y="2595483"/>
              <a:ext cx="38137" cy="38137"/>
            </a:xfrm>
            <a:custGeom>
              <a:rect b="b" l="l" r="r" t="t"/>
              <a:pathLst>
                <a:path extrusionOk="0" h="359" w="359">
                  <a:moveTo>
                    <a:pt x="180" y="1"/>
                  </a:moveTo>
                  <a:cubicBezTo>
                    <a:pt x="72" y="1"/>
                    <a:pt x="1" y="72"/>
                    <a:pt x="1" y="179"/>
                  </a:cubicBezTo>
                  <a:cubicBezTo>
                    <a:pt x="1" y="287"/>
                    <a:pt x="72" y="358"/>
                    <a:pt x="180" y="358"/>
                  </a:cubicBezTo>
                  <a:cubicBezTo>
                    <a:pt x="287" y="358"/>
                    <a:pt x="358" y="287"/>
                    <a:pt x="358" y="179"/>
                  </a:cubicBezTo>
                  <a:cubicBezTo>
                    <a:pt x="358" y="72"/>
                    <a:pt x="287" y="1"/>
                    <a:pt x="1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16"/>
            <p:cNvSpPr/>
            <p:nvPr/>
          </p:nvSpPr>
          <p:spPr>
            <a:xfrm>
              <a:off x="4742318" y="2595483"/>
              <a:ext cx="38030" cy="38137"/>
            </a:xfrm>
            <a:custGeom>
              <a:rect b="b" l="l" r="r" t="t"/>
              <a:pathLst>
                <a:path extrusionOk="0" h="359" w="358">
                  <a:moveTo>
                    <a:pt x="179" y="1"/>
                  </a:moveTo>
                  <a:cubicBezTo>
                    <a:pt x="72" y="1"/>
                    <a:pt x="1" y="72"/>
                    <a:pt x="1" y="179"/>
                  </a:cubicBezTo>
                  <a:cubicBezTo>
                    <a:pt x="1" y="287"/>
                    <a:pt x="72" y="358"/>
                    <a:pt x="179" y="358"/>
                  </a:cubicBezTo>
                  <a:cubicBezTo>
                    <a:pt x="275" y="358"/>
                    <a:pt x="358" y="287"/>
                    <a:pt x="358" y="179"/>
                  </a:cubicBezTo>
                  <a:cubicBezTo>
                    <a:pt x="358" y="72"/>
                    <a:pt x="275"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16"/>
            <p:cNvSpPr/>
            <p:nvPr/>
          </p:nvSpPr>
          <p:spPr>
            <a:xfrm>
              <a:off x="4839731" y="2595483"/>
              <a:ext cx="38030" cy="38137"/>
            </a:xfrm>
            <a:custGeom>
              <a:rect b="b" l="l" r="r" t="t"/>
              <a:pathLst>
                <a:path extrusionOk="0" h="359" w="358">
                  <a:moveTo>
                    <a:pt x="179" y="1"/>
                  </a:moveTo>
                  <a:cubicBezTo>
                    <a:pt x="72" y="1"/>
                    <a:pt x="0" y="72"/>
                    <a:pt x="0" y="179"/>
                  </a:cubicBezTo>
                  <a:cubicBezTo>
                    <a:pt x="0" y="287"/>
                    <a:pt x="72" y="358"/>
                    <a:pt x="179" y="358"/>
                  </a:cubicBezTo>
                  <a:cubicBezTo>
                    <a:pt x="286" y="358"/>
                    <a:pt x="358" y="287"/>
                    <a:pt x="358" y="179"/>
                  </a:cubicBezTo>
                  <a:cubicBezTo>
                    <a:pt x="358" y="72"/>
                    <a:pt x="274"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8">
    <p:spTree>
      <p:nvGrpSpPr>
        <p:cNvPr id="700" name="Shape 700"/>
        <p:cNvGrpSpPr/>
        <p:nvPr/>
      </p:nvGrpSpPr>
      <p:grpSpPr>
        <a:xfrm>
          <a:off x="0" y="0"/>
          <a:ext cx="0" cy="0"/>
          <a:chOff x="0" y="0"/>
          <a:chExt cx="0" cy="0"/>
        </a:xfrm>
      </p:grpSpPr>
      <p:grpSp>
        <p:nvGrpSpPr>
          <p:cNvPr id="701" name="Google Shape;701;p17"/>
          <p:cNvGrpSpPr/>
          <p:nvPr/>
        </p:nvGrpSpPr>
        <p:grpSpPr>
          <a:xfrm>
            <a:off x="5599111" y="-1089774"/>
            <a:ext cx="1617386" cy="1624770"/>
            <a:chOff x="3992334" y="189904"/>
            <a:chExt cx="1116902" cy="1122001"/>
          </a:xfrm>
        </p:grpSpPr>
        <p:sp>
          <p:nvSpPr>
            <p:cNvPr id="702" name="Google Shape;702;p17"/>
            <p:cNvSpPr/>
            <p:nvPr/>
          </p:nvSpPr>
          <p:spPr>
            <a:xfrm>
              <a:off x="3992334" y="804551"/>
              <a:ext cx="232750" cy="403568"/>
            </a:xfrm>
            <a:custGeom>
              <a:rect b="b" l="l" r="r" t="t"/>
              <a:pathLst>
                <a:path extrusionOk="0" h="3799" w="2191">
                  <a:moveTo>
                    <a:pt x="0" y="1"/>
                  </a:moveTo>
                  <a:cubicBezTo>
                    <a:pt x="36" y="227"/>
                    <a:pt x="60" y="441"/>
                    <a:pt x="107" y="667"/>
                  </a:cubicBezTo>
                  <a:lnTo>
                    <a:pt x="1667" y="3382"/>
                  </a:lnTo>
                  <a:cubicBezTo>
                    <a:pt x="1834" y="3525"/>
                    <a:pt x="2012" y="3680"/>
                    <a:pt x="2191" y="3799"/>
                  </a:cubicBez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17"/>
            <p:cNvSpPr/>
            <p:nvPr/>
          </p:nvSpPr>
          <p:spPr>
            <a:xfrm>
              <a:off x="3998602" y="619923"/>
              <a:ext cx="396025" cy="671692"/>
            </a:xfrm>
            <a:custGeom>
              <a:rect b="b" l="l" r="r" t="t"/>
              <a:pathLst>
                <a:path extrusionOk="0" h="6323" w="3728">
                  <a:moveTo>
                    <a:pt x="96" y="0"/>
                  </a:moveTo>
                  <a:cubicBezTo>
                    <a:pt x="48" y="96"/>
                    <a:pt x="13" y="215"/>
                    <a:pt x="1" y="334"/>
                  </a:cubicBezTo>
                  <a:lnTo>
                    <a:pt x="3382" y="6203"/>
                  </a:lnTo>
                  <a:cubicBezTo>
                    <a:pt x="3489" y="6251"/>
                    <a:pt x="3608" y="6275"/>
                    <a:pt x="3727" y="6323"/>
                  </a:cubicBezTo>
                  <a:lnTo>
                    <a:pt x="9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17"/>
            <p:cNvSpPr/>
            <p:nvPr/>
          </p:nvSpPr>
          <p:spPr>
            <a:xfrm>
              <a:off x="4040350" y="490854"/>
              <a:ext cx="484515" cy="821052"/>
            </a:xfrm>
            <a:custGeom>
              <a:rect b="b" l="l" r="r" t="t"/>
              <a:pathLst>
                <a:path extrusionOk="0" h="7729" w="4561">
                  <a:moveTo>
                    <a:pt x="108" y="1"/>
                  </a:moveTo>
                  <a:cubicBezTo>
                    <a:pt x="84" y="84"/>
                    <a:pt x="36" y="168"/>
                    <a:pt x="1" y="263"/>
                  </a:cubicBezTo>
                  <a:lnTo>
                    <a:pt x="4275" y="7716"/>
                  </a:lnTo>
                  <a:cubicBezTo>
                    <a:pt x="4370" y="7728"/>
                    <a:pt x="4477" y="7728"/>
                    <a:pt x="4561" y="7728"/>
                  </a:cubicBezTo>
                  <a:lnTo>
                    <a:pt x="1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17"/>
            <p:cNvSpPr/>
            <p:nvPr/>
          </p:nvSpPr>
          <p:spPr>
            <a:xfrm>
              <a:off x="4101114" y="393547"/>
              <a:ext cx="542623" cy="915809"/>
            </a:xfrm>
            <a:custGeom>
              <a:rect b="b" l="l" r="r" t="t"/>
              <a:pathLst>
                <a:path extrusionOk="0" h="8621" w="5108">
                  <a:moveTo>
                    <a:pt x="167" y="0"/>
                  </a:moveTo>
                  <a:cubicBezTo>
                    <a:pt x="107" y="60"/>
                    <a:pt x="48" y="131"/>
                    <a:pt x="0" y="191"/>
                  </a:cubicBezTo>
                  <a:lnTo>
                    <a:pt x="4858" y="8620"/>
                  </a:lnTo>
                  <a:cubicBezTo>
                    <a:pt x="4941" y="8596"/>
                    <a:pt x="5025" y="8596"/>
                    <a:pt x="5108" y="8585"/>
                  </a:cubicBezTo>
                  <a:lnTo>
                    <a:pt x="16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17"/>
            <p:cNvSpPr/>
            <p:nvPr/>
          </p:nvSpPr>
          <p:spPr>
            <a:xfrm>
              <a:off x="4175687" y="316318"/>
              <a:ext cx="573111" cy="969030"/>
            </a:xfrm>
            <a:custGeom>
              <a:rect b="b" l="l" r="r" t="t"/>
              <a:pathLst>
                <a:path extrusionOk="0" h="9122" w="5395">
                  <a:moveTo>
                    <a:pt x="179" y="1"/>
                  </a:moveTo>
                  <a:cubicBezTo>
                    <a:pt x="120" y="60"/>
                    <a:pt x="60" y="96"/>
                    <a:pt x="1" y="156"/>
                  </a:cubicBezTo>
                  <a:lnTo>
                    <a:pt x="5168" y="9121"/>
                  </a:lnTo>
                  <a:cubicBezTo>
                    <a:pt x="5239" y="9085"/>
                    <a:pt x="5311" y="9073"/>
                    <a:pt x="5394" y="9050"/>
                  </a:cubicBezTo>
                  <a:lnTo>
                    <a:pt x="17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17"/>
            <p:cNvSpPr/>
            <p:nvPr/>
          </p:nvSpPr>
          <p:spPr>
            <a:xfrm>
              <a:off x="4259184" y="256935"/>
              <a:ext cx="581928" cy="986664"/>
            </a:xfrm>
            <a:custGeom>
              <a:rect b="b" l="l" r="r" t="t"/>
              <a:pathLst>
                <a:path extrusionOk="0" h="9288" w="5478">
                  <a:moveTo>
                    <a:pt x="215" y="0"/>
                  </a:moveTo>
                  <a:cubicBezTo>
                    <a:pt x="167" y="24"/>
                    <a:pt x="143" y="48"/>
                    <a:pt x="108" y="60"/>
                  </a:cubicBezTo>
                  <a:cubicBezTo>
                    <a:pt x="84" y="84"/>
                    <a:pt x="36" y="107"/>
                    <a:pt x="0" y="119"/>
                  </a:cubicBezTo>
                  <a:lnTo>
                    <a:pt x="5275" y="9287"/>
                  </a:lnTo>
                  <a:cubicBezTo>
                    <a:pt x="5299" y="9275"/>
                    <a:pt x="5346" y="9251"/>
                    <a:pt x="5382" y="9228"/>
                  </a:cubicBezTo>
                  <a:cubicBezTo>
                    <a:pt x="5406" y="9216"/>
                    <a:pt x="5454" y="9192"/>
                    <a:pt x="5477" y="9168"/>
                  </a:cubicBezTo>
                  <a:lnTo>
                    <a:pt x="21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17"/>
            <p:cNvSpPr/>
            <p:nvPr/>
          </p:nvSpPr>
          <p:spPr>
            <a:xfrm>
              <a:off x="4354047" y="216462"/>
              <a:ext cx="573005" cy="968924"/>
            </a:xfrm>
            <a:custGeom>
              <a:rect b="b" l="l" r="r" t="t"/>
              <a:pathLst>
                <a:path extrusionOk="0" h="9121" w="5394">
                  <a:moveTo>
                    <a:pt x="227" y="0"/>
                  </a:moveTo>
                  <a:cubicBezTo>
                    <a:pt x="155" y="12"/>
                    <a:pt x="84" y="48"/>
                    <a:pt x="0" y="72"/>
                  </a:cubicBezTo>
                  <a:lnTo>
                    <a:pt x="5215" y="9120"/>
                  </a:lnTo>
                  <a:cubicBezTo>
                    <a:pt x="5275" y="9073"/>
                    <a:pt x="5334" y="9013"/>
                    <a:pt x="5394" y="8954"/>
                  </a:cubicBezTo>
                  <a:lnTo>
                    <a:pt x="22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17"/>
            <p:cNvSpPr/>
            <p:nvPr/>
          </p:nvSpPr>
          <p:spPr>
            <a:xfrm>
              <a:off x="4459003" y="192454"/>
              <a:ext cx="542729" cy="915809"/>
            </a:xfrm>
            <a:custGeom>
              <a:rect b="b" l="l" r="r" t="t"/>
              <a:pathLst>
                <a:path extrusionOk="0" h="8621" w="5109">
                  <a:moveTo>
                    <a:pt x="251" y="0"/>
                  </a:moveTo>
                  <a:cubicBezTo>
                    <a:pt x="167" y="0"/>
                    <a:pt x="72" y="12"/>
                    <a:pt x="1" y="36"/>
                  </a:cubicBezTo>
                  <a:lnTo>
                    <a:pt x="4942" y="8620"/>
                  </a:lnTo>
                  <a:cubicBezTo>
                    <a:pt x="5001" y="8561"/>
                    <a:pt x="5049" y="8489"/>
                    <a:pt x="5108" y="8406"/>
                  </a:cubicBezTo>
                  <a:lnTo>
                    <a:pt x="25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17"/>
            <p:cNvSpPr/>
            <p:nvPr/>
          </p:nvSpPr>
          <p:spPr>
            <a:xfrm>
              <a:off x="4575431" y="189904"/>
              <a:ext cx="485790" cy="819671"/>
            </a:xfrm>
            <a:custGeom>
              <a:rect b="b" l="l" r="r" t="t"/>
              <a:pathLst>
                <a:path extrusionOk="0" h="7716" w="4573">
                  <a:moveTo>
                    <a:pt x="0" y="0"/>
                  </a:moveTo>
                  <a:lnTo>
                    <a:pt x="4453" y="7715"/>
                  </a:lnTo>
                  <a:cubicBezTo>
                    <a:pt x="4501" y="7632"/>
                    <a:pt x="4548" y="7549"/>
                    <a:pt x="4572" y="7465"/>
                  </a:cubicBezTo>
                  <a:lnTo>
                    <a:pt x="286" y="12"/>
                  </a:lnTo>
                  <a:cubicBezTo>
                    <a:pt x="179" y="0"/>
                    <a:pt x="95" y="0"/>
                    <a:pt x="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17"/>
            <p:cNvSpPr/>
            <p:nvPr/>
          </p:nvSpPr>
          <p:spPr>
            <a:xfrm>
              <a:off x="4708218" y="211363"/>
              <a:ext cx="394644" cy="671692"/>
            </a:xfrm>
            <a:custGeom>
              <a:rect b="b" l="l" r="r" t="t"/>
              <a:pathLst>
                <a:path extrusionOk="0" h="6323" w="3715">
                  <a:moveTo>
                    <a:pt x="0" y="1"/>
                  </a:moveTo>
                  <a:lnTo>
                    <a:pt x="3632" y="6323"/>
                  </a:lnTo>
                  <a:cubicBezTo>
                    <a:pt x="3667" y="6204"/>
                    <a:pt x="3679" y="6085"/>
                    <a:pt x="3715" y="5989"/>
                  </a:cubicBezTo>
                  <a:lnTo>
                    <a:pt x="334" y="120"/>
                  </a:lnTo>
                  <a:cubicBezTo>
                    <a:pt x="226" y="72"/>
                    <a:pt x="119" y="36"/>
                    <a:pt x="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17"/>
            <p:cNvSpPr/>
            <p:nvPr/>
          </p:nvSpPr>
          <p:spPr>
            <a:xfrm>
              <a:off x="4876380" y="293585"/>
              <a:ext cx="232856" cy="403568"/>
            </a:xfrm>
            <a:custGeom>
              <a:rect b="b" l="l" r="r" t="t"/>
              <a:pathLst>
                <a:path extrusionOk="0" h="3799" w="2192">
                  <a:moveTo>
                    <a:pt x="1" y="1"/>
                  </a:moveTo>
                  <a:lnTo>
                    <a:pt x="2191" y="3799"/>
                  </a:lnTo>
                  <a:cubicBezTo>
                    <a:pt x="2168" y="3572"/>
                    <a:pt x="2132" y="3346"/>
                    <a:pt x="2084" y="3144"/>
                  </a:cubicBezTo>
                  <a:lnTo>
                    <a:pt x="525" y="429"/>
                  </a:lnTo>
                  <a:cubicBezTo>
                    <a:pt x="358" y="274"/>
                    <a:pt x="179" y="120"/>
                    <a:pt x="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13" name="Google Shape;713;p17"/>
          <p:cNvSpPr txBox="1"/>
          <p:nvPr>
            <p:ph type="title"/>
          </p:nvPr>
        </p:nvSpPr>
        <p:spPr>
          <a:xfrm>
            <a:off x="718843" y="445025"/>
            <a:ext cx="58848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714" name="Google Shape;714;p17"/>
          <p:cNvSpPr txBox="1"/>
          <p:nvPr>
            <p:ph idx="1" type="subTitle"/>
          </p:nvPr>
        </p:nvSpPr>
        <p:spPr>
          <a:xfrm>
            <a:off x="715100" y="1137548"/>
            <a:ext cx="5884800" cy="997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Char char="●"/>
              <a:defRPr b="1"/>
            </a:lvl1pPr>
            <a:lvl2pPr lvl="1" rtl="0" algn="ctr">
              <a:lnSpc>
                <a:spcPct val="100000"/>
              </a:lnSpc>
              <a:spcBef>
                <a:spcPts val="0"/>
              </a:spcBef>
              <a:spcAft>
                <a:spcPts val="0"/>
              </a:spcAft>
              <a:buSzPts val="1200"/>
              <a:buChar char="○"/>
              <a:defRPr/>
            </a:lvl2pPr>
            <a:lvl3pPr lvl="2" rtl="0" algn="ctr">
              <a:lnSpc>
                <a:spcPct val="100000"/>
              </a:lnSpc>
              <a:spcBef>
                <a:spcPts val="0"/>
              </a:spcBef>
              <a:spcAft>
                <a:spcPts val="0"/>
              </a:spcAft>
              <a:buSzPts val="1200"/>
              <a:buChar char="■"/>
              <a:defRPr/>
            </a:lvl3pPr>
            <a:lvl4pPr lvl="3" rtl="0" algn="ctr">
              <a:lnSpc>
                <a:spcPct val="100000"/>
              </a:lnSpc>
              <a:spcBef>
                <a:spcPts val="0"/>
              </a:spcBef>
              <a:spcAft>
                <a:spcPts val="0"/>
              </a:spcAft>
              <a:buSzPts val="1200"/>
              <a:buChar char="●"/>
              <a:defRPr/>
            </a:lvl4pPr>
            <a:lvl5pPr lvl="4" rtl="0" algn="ctr">
              <a:lnSpc>
                <a:spcPct val="100000"/>
              </a:lnSpc>
              <a:spcBef>
                <a:spcPts val="0"/>
              </a:spcBef>
              <a:spcAft>
                <a:spcPts val="0"/>
              </a:spcAft>
              <a:buSzPts val="1200"/>
              <a:buChar char="○"/>
              <a:defRPr/>
            </a:lvl5pPr>
            <a:lvl6pPr lvl="5" rtl="0" algn="ctr">
              <a:lnSpc>
                <a:spcPct val="100000"/>
              </a:lnSpc>
              <a:spcBef>
                <a:spcPts val="0"/>
              </a:spcBef>
              <a:spcAft>
                <a:spcPts val="0"/>
              </a:spcAft>
              <a:buSzPts val="1200"/>
              <a:buChar char="■"/>
              <a:defRPr/>
            </a:lvl6pPr>
            <a:lvl7pPr lvl="6" rtl="0" algn="ctr">
              <a:lnSpc>
                <a:spcPct val="100000"/>
              </a:lnSpc>
              <a:spcBef>
                <a:spcPts val="0"/>
              </a:spcBef>
              <a:spcAft>
                <a:spcPts val="0"/>
              </a:spcAft>
              <a:buSzPts val="1200"/>
              <a:buChar char="●"/>
              <a:defRPr/>
            </a:lvl7pPr>
            <a:lvl8pPr lvl="7" rtl="0" algn="ctr">
              <a:lnSpc>
                <a:spcPct val="100000"/>
              </a:lnSpc>
              <a:spcBef>
                <a:spcPts val="0"/>
              </a:spcBef>
              <a:spcAft>
                <a:spcPts val="0"/>
              </a:spcAft>
              <a:buSzPts val="1200"/>
              <a:buChar char="○"/>
              <a:defRPr/>
            </a:lvl8pPr>
            <a:lvl9pPr lvl="8" rtl="0" algn="ctr">
              <a:lnSpc>
                <a:spcPct val="100000"/>
              </a:lnSpc>
              <a:spcBef>
                <a:spcPts val="0"/>
              </a:spcBef>
              <a:spcAft>
                <a:spcPts val="0"/>
              </a:spcAft>
              <a:buSzPts val="1200"/>
              <a:buChar char="■"/>
              <a:defRPr/>
            </a:lvl9pPr>
          </a:lstStyle>
          <a:p/>
        </p:txBody>
      </p:sp>
      <p:sp>
        <p:nvSpPr>
          <p:cNvPr id="715" name="Google Shape;715;p17"/>
          <p:cNvSpPr txBox="1"/>
          <p:nvPr>
            <p:ph idx="2" type="subTitle"/>
          </p:nvPr>
        </p:nvSpPr>
        <p:spPr>
          <a:xfrm>
            <a:off x="715100" y="2135045"/>
            <a:ext cx="5884800" cy="1476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Char char="●"/>
              <a:defRPr b="1"/>
            </a:lvl1pPr>
            <a:lvl2pPr lvl="1" rtl="0" algn="ctr">
              <a:lnSpc>
                <a:spcPct val="100000"/>
              </a:lnSpc>
              <a:spcBef>
                <a:spcPts val="0"/>
              </a:spcBef>
              <a:spcAft>
                <a:spcPts val="0"/>
              </a:spcAft>
              <a:buSzPts val="1200"/>
              <a:buChar char="○"/>
              <a:defRPr/>
            </a:lvl2pPr>
            <a:lvl3pPr lvl="2" rtl="0" algn="ctr">
              <a:lnSpc>
                <a:spcPct val="100000"/>
              </a:lnSpc>
              <a:spcBef>
                <a:spcPts val="0"/>
              </a:spcBef>
              <a:spcAft>
                <a:spcPts val="0"/>
              </a:spcAft>
              <a:buSzPts val="1200"/>
              <a:buChar char="■"/>
              <a:defRPr/>
            </a:lvl3pPr>
            <a:lvl4pPr lvl="3" rtl="0" algn="ctr">
              <a:lnSpc>
                <a:spcPct val="100000"/>
              </a:lnSpc>
              <a:spcBef>
                <a:spcPts val="0"/>
              </a:spcBef>
              <a:spcAft>
                <a:spcPts val="0"/>
              </a:spcAft>
              <a:buSzPts val="1200"/>
              <a:buChar char="●"/>
              <a:defRPr/>
            </a:lvl4pPr>
            <a:lvl5pPr lvl="4" rtl="0" algn="ctr">
              <a:lnSpc>
                <a:spcPct val="100000"/>
              </a:lnSpc>
              <a:spcBef>
                <a:spcPts val="0"/>
              </a:spcBef>
              <a:spcAft>
                <a:spcPts val="0"/>
              </a:spcAft>
              <a:buSzPts val="1200"/>
              <a:buChar char="○"/>
              <a:defRPr/>
            </a:lvl5pPr>
            <a:lvl6pPr lvl="5" rtl="0" algn="ctr">
              <a:lnSpc>
                <a:spcPct val="100000"/>
              </a:lnSpc>
              <a:spcBef>
                <a:spcPts val="0"/>
              </a:spcBef>
              <a:spcAft>
                <a:spcPts val="0"/>
              </a:spcAft>
              <a:buSzPts val="1200"/>
              <a:buChar char="■"/>
              <a:defRPr/>
            </a:lvl6pPr>
            <a:lvl7pPr lvl="6" rtl="0" algn="ctr">
              <a:lnSpc>
                <a:spcPct val="100000"/>
              </a:lnSpc>
              <a:spcBef>
                <a:spcPts val="0"/>
              </a:spcBef>
              <a:spcAft>
                <a:spcPts val="0"/>
              </a:spcAft>
              <a:buSzPts val="1200"/>
              <a:buChar char="●"/>
              <a:defRPr/>
            </a:lvl7pPr>
            <a:lvl8pPr lvl="7" rtl="0" algn="ctr">
              <a:lnSpc>
                <a:spcPct val="100000"/>
              </a:lnSpc>
              <a:spcBef>
                <a:spcPts val="0"/>
              </a:spcBef>
              <a:spcAft>
                <a:spcPts val="0"/>
              </a:spcAft>
              <a:buSzPts val="1200"/>
              <a:buChar char="○"/>
              <a:defRPr/>
            </a:lvl8pPr>
            <a:lvl9pPr lvl="8" rtl="0" algn="ctr">
              <a:lnSpc>
                <a:spcPct val="100000"/>
              </a:lnSpc>
              <a:spcBef>
                <a:spcPts val="0"/>
              </a:spcBef>
              <a:spcAft>
                <a:spcPts val="0"/>
              </a:spcAft>
              <a:buSzPts val="1200"/>
              <a:buChar char="■"/>
              <a:defRPr/>
            </a:lvl9pPr>
          </a:lstStyle>
          <a:p/>
        </p:txBody>
      </p:sp>
      <p:sp>
        <p:nvSpPr>
          <p:cNvPr id="716" name="Google Shape;716;p17"/>
          <p:cNvSpPr txBox="1"/>
          <p:nvPr>
            <p:ph idx="3" type="subTitle"/>
          </p:nvPr>
        </p:nvSpPr>
        <p:spPr>
          <a:xfrm>
            <a:off x="715100" y="3611150"/>
            <a:ext cx="5884800" cy="997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Char char="●"/>
              <a:defRPr b="1"/>
            </a:lvl1pPr>
            <a:lvl2pPr lvl="1" rtl="0" algn="ctr">
              <a:lnSpc>
                <a:spcPct val="100000"/>
              </a:lnSpc>
              <a:spcBef>
                <a:spcPts val="0"/>
              </a:spcBef>
              <a:spcAft>
                <a:spcPts val="0"/>
              </a:spcAft>
              <a:buSzPts val="1200"/>
              <a:buChar char="○"/>
              <a:defRPr/>
            </a:lvl2pPr>
            <a:lvl3pPr lvl="2" rtl="0" algn="ctr">
              <a:lnSpc>
                <a:spcPct val="100000"/>
              </a:lnSpc>
              <a:spcBef>
                <a:spcPts val="0"/>
              </a:spcBef>
              <a:spcAft>
                <a:spcPts val="0"/>
              </a:spcAft>
              <a:buSzPts val="1200"/>
              <a:buChar char="■"/>
              <a:defRPr/>
            </a:lvl3pPr>
            <a:lvl4pPr lvl="3" rtl="0" algn="ctr">
              <a:lnSpc>
                <a:spcPct val="100000"/>
              </a:lnSpc>
              <a:spcBef>
                <a:spcPts val="0"/>
              </a:spcBef>
              <a:spcAft>
                <a:spcPts val="0"/>
              </a:spcAft>
              <a:buSzPts val="1200"/>
              <a:buChar char="●"/>
              <a:defRPr/>
            </a:lvl4pPr>
            <a:lvl5pPr lvl="4" rtl="0" algn="ctr">
              <a:lnSpc>
                <a:spcPct val="100000"/>
              </a:lnSpc>
              <a:spcBef>
                <a:spcPts val="0"/>
              </a:spcBef>
              <a:spcAft>
                <a:spcPts val="0"/>
              </a:spcAft>
              <a:buSzPts val="1200"/>
              <a:buChar char="○"/>
              <a:defRPr/>
            </a:lvl5pPr>
            <a:lvl6pPr lvl="5" rtl="0" algn="ctr">
              <a:lnSpc>
                <a:spcPct val="100000"/>
              </a:lnSpc>
              <a:spcBef>
                <a:spcPts val="0"/>
              </a:spcBef>
              <a:spcAft>
                <a:spcPts val="0"/>
              </a:spcAft>
              <a:buSzPts val="1200"/>
              <a:buChar char="■"/>
              <a:defRPr/>
            </a:lvl6pPr>
            <a:lvl7pPr lvl="6" rtl="0" algn="ctr">
              <a:lnSpc>
                <a:spcPct val="100000"/>
              </a:lnSpc>
              <a:spcBef>
                <a:spcPts val="0"/>
              </a:spcBef>
              <a:spcAft>
                <a:spcPts val="0"/>
              </a:spcAft>
              <a:buSzPts val="1200"/>
              <a:buChar char="●"/>
              <a:defRPr/>
            </a:lvl7pPr>
            <a:lvl8pPr lvl="7" rtl="0" algn="ctr">
              <a:lnSpc>
                <a:spcPct val="100000"/>
              </a:lnSpc>
              <a:spcBef>
                <a:spcPts val="0"/>
              </a:spcBef>
              <a:spcAft>
                <a:spcPts val="0"/>
              </a:spcAft>
              <a:buSzPts val="1200"/>
              <a:buChar char="○"/>
              <a:defRPr/>
            </a:lvl8pPr>
            <a:lvl9pPr lvl="8" rtl="0" algn="ctr">
              <a:lnSpc>
                <a:spcPct val="100000"/>
              </a:lnSpc>
              <a:spcBef>
                <a:spcPts val="0"/>
              </a:spcBef>
              <a:spcAft>
                <a:spcPts val="0"/>
              </a:spcAft>
              <a:buSzPts val="1200"/>
              <a:buChar char="■"/>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6">
    <p:spTree>
      <p:nvGrpSpPr>
        <p:cNvPr id="717" name="Shape 717"/>
        <p:cNvGrpSpPr/>
        <p:nvPr/>
      </p:nvGrpSpPr>
      <p:grpSpPr>
        <a:xfrm>
          <a:off x="0" y="0"/>
          <a:ext cx="0" cy="0"/>
          <a:chOff x="0" y="0"/>
          <a:chExt cx="0" cy="0"/>
        </a:xfrm>
      </p:grpSpPr>
      <p:grpSp>
        <p:nvGrpSpPr>
          <p:cNvPr id="718" name="Google Shape;718;p18"/>
          <p:cNvGrpSpPr/>
          <p:nvPr/>
        </p:nvGrpSpPr>
        <p:grpSpPr>
          <a:xfrm>
            <a:off x="715097" y="4608489"/>
            <a:ext cx="1105788" cy="1058857"/>
            <a:chOff x="4252810" y="2035226"/>
            <a:chExt cx="624951" cy="598394"/>
          </a:xfrm>
        </p:grpSpPr>
        <p:sp>
          <p:nvSpPr>
            <p:cNvPr id="719" name="Google Shape;719;p18"/>
            <p:cNvSpPr/>
            <p:nvPr/>
          </p:nvSpPr>
          <p:spPr>
            <a:xfrm>
              <a:off x="4252810" y="2035226"/>
              <a:ext cx="38137" cy="39305"/>
            </a:xfrm>
            <a:custGeom>
              <a:rect b="b" l="l" r="r" t="t"/>
              <a:pathLst>
                <a:path extrusionOk="0" h="370" w="359">
                  <a:moveTo>
                    <a:pt x="180" y="0"/>
                  </a:moveTo>
                  <a:cubicBezTo>
                    <a:pt x="84" y="0"/>
                    <a:pt x="1" y="84"/>
                    <a:pt x="1" y="191"/>
                  </a:cubicBezTo>
                  <a:cubicBezTo>
                    <a:pt x="1" y="286"/>
                    <a:pt x="84" y="369"/>
                    <a:pt x="180" y="369"/>
                  </a:cubicBezTo>
                  <a:cubicBezTo>
                    <a:pt x="287" y="369"/>
                    <a:pt x="358" y="286"/>
                    <a:pt x="358" y="191"/>
                  </a:cubicBezTo>
                  <a:cubicBezTo>
                    <a:pt x="358" y="96"/>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18"/>
            <p:cNvSpPr/>
            <p:nvPr/>
          </p:nvSpPr>
          <p:spPr>
            <a:xfrm>
              <a:off x="4351498" y="2035226"/>
              <a:ext cx="38030" cy="39305"/>
            </a:xfrm>
            <a:custGeom>
              <a:rect b="b" l="l" r="r" t="t"/>
              <a:pathLst>
                <a:path extrusionOk="0" h="370" w="358">
                  <a:moveTo>
                    <a:pt x="179" y="0"/>
                  </a:moveTo>
                  <a:cubicBezTo>
                    <a:pt x="72" y="0"/>
                    <a:pt x="1" y="84"/>
                    <a:pt x="1" y="191"/>
                  </a:cubicBezTo>
                  <a:cubicBezTo>
                    <a:pt x="1" y="286"/>
                    <a:pt x="72" y="369"/>
                    <a:pt x="179" y="369"/>
                  </a:cubicBezTo>
                  <a:cubicBezTo>
                    <a:pt x="286" y="369"/>
                    <a:pt x="358" y="286"/>
                    <a:pt x="358" y="191"/>
                  </a:cubicBezTo>
                  <a:cubicBezTo>
                    <a:pt x="358" y="96"/>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18"/>
            <p:cNvSpPr/>
            <p:nvPr/>
          </p:nvSpPr>
          <p:spPr>
            <a:xfrm>
              <a:off x="4448911" y="2035226"/>
              <a:ext cx="38030" cy="39305"/>
            </a:xfrm>
            <a:custGeom>
              <a:rect b="b" l="l" r="r" t="t"/>
              <a:pathLst>
                <a:path extrusionOk="0" h="370" w="358">
                  <a:moveTo>
                    <a:pt x="179" y="0"/>
                  </a:moveTo>
                  <a:cubicBezTo>
                    <a:pt x="84" y="0"/>
                    <a:pt x="0" y="84"/>
                    <a:pt x="0" y="191"/>
                  </a:cubicBezTo>
                  <a:cubicBezTo>
                    <a:pt x="0" y="286"/>
                    <a:pt x="84" y="369"/>
                    <a:pt x="179" y="369"/>
                  </a:cubicBezTo>
                  <a:cubicBezTo>
                    <a:pt x="286" y="369"/>
                    <a:pt x="358" y="286"/>
                    <a:pt x="358" y="191"/>
                  </a:cubicBezTo>
                  <a:cubicBezTo>
                    <a:pt x="358" y="96"/>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18"/>
            <p:cNvSpPr/>
            <p:nvPr/>
          </p:nvSpPr>
          <p:spPr>
            <a:xfrm>
              <a:off x="4547599" y="2035226"/>
              <a:ext cx="38030" cy="39305"/>
            </a:xfrm>
            <a:custGeom>
              <a:rect b="b" l="l" r="r" t="t"/>
              <a:pathLst>
                <a:path extrusionOk="0" h="370" w="358">
                  <a:moveTo>
                    <a:pt x="179" y="0"/>
                  </a:moveTo>
                  <a:cubicBezTo>
                    <a:pt x="72" y="0"/>
                    <a:pt x="0" y="84"/>
                    <a:pt x="0" y="191"/>
                  </a:cubicBezTo>
                  <a:cubicBezTo>
                    <a:pt x="0" y="286"/>
                    <a:pt x="72" y="369"/>
                    <a:pt x="179" y="369"/>
                  </a:cubicBezTo>
                  <a:cubicBezTo>
                    <a:pt x="286" y="369"/>
                    <a:pt x="357" y="286"/>
                    <a:pt x="357" y="191"/>
                  </a:cubicBezTo>
                  <a:cubicBezTo>
                    <a:pt x="357" y="96"/>
                    <a:pt x="262"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18"/>
            <p:cNvSpPr/>
            <p:nvPr/>
          </p:nvSpPr>
          <p:spPr>
            <a:xfrm>
              <a:off x="4643630" y="2035226"/>
              <a:ext cx="38137" cy="39305"/>
            </a:xfrm>
            <a:custGeom>
              <a:rect b="b" l="l" r="r" t="t"/>
              <a:pathLst>
                <a:path extrusionOk="0" h="370" w="359">
                  <a:moveTo>
                    <a:pt x="180" y="0"/>
                  </a:moveTo>
                  <a:cubicBezTo>
                    <a:pt x="72" y="0"/>
                    <a:pt x="1" y="84"/>
                    <a:pt x="1" y="191"/>
                  </a:cubicBezTo>
                  <a:cubicBezTo>
                    <a:pt x="1" y="286"/>
                    <a:pt x="72" y="369"/>
                    <a:pt x="180" y="369"/>
                  </a:cubicBezTo>
                  <a:cubicBezTo>
                    <a:pt x="287" y="369"/>
                    <a:pt x="358" y="286"/>
                    <a:pt x="358" y="191"/>
                  </a:cubicBezTo>
                  <a:cubicBezTo>
                    <a:pt x="358" y="96"/>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18"/>
            <p:cNvSpPr/>
            <p:nvPr/>
          </p:nvSpPr>
          <p:spPr>
            <a:xfrm>
              <a:off x="4742318" y="2035226"/>
              <a:ext cx="38030" cy="39305"/>
            </a:xfrm>
            <a:custGeom>
              <a:rect b="b" l="l" r="r" t="t"/>
              <a:pathLst>
                <a:path extrusionOk="0" h="370" w="358">
                  <a:moveTo>
                    <a:pt x="179" y="0"/>
                  </a:moveTo>
                  <a:cubicBezTo>
                    <a:pt x="72" y="0"/>
                    <a:pt x="1" y="84"/>
                    <a:pt x="1" y="191"/>
                  </a:cubicBezTo>
                  <a:cubicBezTo>
                    <a:pt x="1" y="286"/>
                    <a:pt x="72" y="369"/>
                    <a:pt x="179" y="369"/>
                  </a:cubicBezTo>
                  <a:cubicBezTo>
                    <a:pt x="275" y="369"/>
                    <a:pt x="358" y="286"/>
                    <a:pt x="358" y="191"/>
                  </a:cubicBezTo>
                  <a:cubicBezTo>
                    <a:pt x="358" y="96"/>
                    <a:pt x="275"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18"/>
            <p:cNvSpPr/>
            <p:nvPr/>
          </p:nvSpPr>
          <p:spPr>
            <a:xfrm>
              <a:off x="4839731" y="2035226"/>
              <a:ext cx="38030" cy="39305"/>
            </a:xfrm>
            <a:custGeom>
              <a:rect b="b" l="l" r="r" t="t"/>
              <a:pathLst>
                <a:path extrusionOk="0" h="370" w="358">
                  <a:moveTo>
                    <a:pt x="179" y="0"/>
                  </a:moveTo>
                  <a:cubicBezTo>
                    <a:pt x="72" y="0"/>
                    <a:pt x="0" y="84"/>
                    <a:pt x="0" y="191"/>
                  </a:cubicBezTo>
                  <a:cubicBezTo>
                    <a:pt x="0" y="286"/>
                    <a:pt x="72" y="369"/>
                    <a:pt x="179" y="369"/>
                  </a:cubicBezTo>
                  <a:cubicBezTo>
                    <a:pt x="286" y="369"/>
                    <a:pt x="358" y="286"/>
                    <a:pt x="358" y="191"/>
                  </a:cubicBezTo>
                  <a:cubicBezTo>
                    <a:pt x="358" y="96"/>
                    <a:pt x="274"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18"/>
            <p:cNvSpPr/>
            <p:nvPr/>
          </p:nvSpPr>
          <p:spPr>
            <a:xfrm>
              <a:off x="4252810" y="2147829"/>
              <a:ext cx="38137" cy="38030"/>
            </a:xfrm>
            <a:custGeom>
              <a:rect b="b" l="l" r="r" t="t"/>
              <a:pathLst>
                <a:path extrusionOk="0" h="358" w="359">
                  <a:moveTo>
                    <a:pt x="180" y="0"/>
                  </a:moveTo>
                  <a:cubicBezTo>
                    <a:pt x="84" y="0"/>
                    <a:pt x="1" y="83"/>
                    <a:pt x="1" y="179"/>
                  </a:cubicBezTo>
                  <a:cubicBezTo>
                    <a:pt x="1" y="286"/>
                    <a:pt x="84" y="357"/>
                    <a:pt x="180" y="357"/>
                  </a:cubicBezTo>
                  <a:cubicBezTo>
                    <a:pt x="287" y="357"/>
                    <a:pt x="358" y="286"/>
                    <a:pt x="358" y="179"/>
                  </a:cubicBezTo>
                  <a:cubicBezTo>
                    <a:pt x="358" y="83"/>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18"/>
            <p:cNvSpPr/>
            <p:nvPr/>
          </p:nvSpPr>
          <p:spPr>
            <a:xfrm>
              <a:off x="4351498" y="2147829"/>
              <a:ext cx="38030" cy="38030"/>
            </a:xfrm>
            <a:custGeom>
              <a:rect b="b" l="l" r="r" t="t"/>
              <a:pathLst>
                <a:path extrusionOk="0" h="358" w="358">
                  <a:moveTo>
                    <a:pt x="179" y="0"/>
                  </a:moveTo>
                  <a:cubicBezTo>
                    <a:pt x="72" y="0"/>
                    <a:pt x="1" y="83"/>
                    <a:pt x="1" y="179"/>
                  </a:cubicBezTo>
                  <a:cubicBezTo>
                    <a:pt x="1" y="286"/>
                    <a:pt x="72" y="357"/>
                    <a:pt x="179" y="357"/>
                  </a:cubicBezTo>
                  <a:cubicBezTo>
                    <a:pt x="286" y="357"/>
                    <a:pt x="358" y="286"/>
                    <a:pt x="358" y="179"/>
                  </a:cubicBezTo>
                  <a:cubicBezTo>
                    <a:pt x="358" y="83"/>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18"/>
            <p:cNvSpPr/>
            <p:nvPr/>
          </p:nvSpPr>
          <p:spPr>
            <a:xfrm>
              <a:off x="4448911" y="2147829"/>
              <a:ext cx="38030" cy="38030"/>
            </a:xfrm>
            <a:custGeom>
              <a:rect b="b" l="l" r="r" t="t"/>
              <a:pathLst>
                <a:path extrusionOk="0" h="358" w="358">
                  <a:moveTo>
                    <a:pt x="179" y="0"/>
                  </a:moveTo>
                  <a:cubicBezTo>
                    <a:pt x="84" y="0"/>
                    <a:pt x="0" y="83"/>
                    <a:pt x="0" y="179"/>
                  </a:cubicBezTo>
                  <a:cubicBezTo>
                    <a:pt x="0" y="286"/>
                    <a:pt x="84" y="357"/>
                    <a:pt x="179" y="357"/>
                  </a:cubicBezTo>
                  <a:cubicBezTo>
                    <a:pt x="286" y="357"/>
                    <a:pt x="358" y="286"/>
                    <a:pt x="358" y="179"/>
                  </a:cubicBezTo>
                  <a:cubicBezTo>
                    <a:pt x="358" y="83"/>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18"/>
            <p:cNvSpPr/>
            <p:nvPr/>
          </p:nvSpPr>
          <p:spPr>
            <a:xfrm>
              <a:off x="4547599" y="2147829"/>
              <a:ext cx="38030" cy="38030"/>
            </a:xfrm>
            <a:custGeom>
              <a:rect b="b" l="l" r="r" t="t"/>
              <a:pathLst>
                <a:path extrusionOk="0" h="358" w="358">
                  <a:moveTo>
                    <a:pt x="179" y="0"/>
                  </a:moveTo>
                  <a:cubicBezTo>
                    <a:pt x="72" y="0"/>
                    <a:pt x="0" y="83"/>
                    <a:pt x="0" y="179"/>
                  </a:cubicBezTo>
                  <a:cubicBezTo>
                    <a:pt x="0" y="286"/>
                    <a:pt x="72" y="357"/>
                    <a:pt x="179" y="357"/>
                  </a:cubicBezTo>
                  <a:cubicBezTo>
                    <a:pt x="286" y="357"/>
                    <a:pt x="357" y="286"/>
                    <a:pt x="357" y="179"/>
                  </a:cubicBezTo>
                  <a:cubicBezTo>
                    <a:pt x="357" y="83"/>
                    <a:pt x="262"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18"/>
            <p:cNvSpPr/>
            <p:nvPr/>
          </p:nvSpPr>
          <p:spPr>
            <a:xfrm>
              <a:off x="4643630" y="2147829"/>
              <a:ext cx="38137" cy="38030"/>
            </a:xfrm>
            <a:custGeom>
              <a:rect b="b" l="l" r="r" t="t"/>
              <a:pathLst>
                <a:path extrusionOk="0" h="358" w="359">
                  <a:moveTo>
                    <a:pt x="180" y="0"/>
                  </a:moveTo>
                  <a:cubicBezTo>
                    <a:pt x="72" y="0"/>
                    <a:pt x="1" y="83"/>
                    <a:pt x="1" y="179"/>
                  </a:cubicBezTo>
                  <a:cubicBezTo>
                    <a:pt x="1" y="286"/>
                    <a:pt x="72" y="357"/>
                    <a:pt x="180" y="357"/>
                  </a:cubicBezTo>
                  <a:cubicBezTo>
                    <a:pt x="287" y="357"/>
                    <a:pt x="358" y="286"/>
                    <a:pt x="358" y="179"/>
                  </a:cubicBezTo>
                  <a:cubicBezTo>
                    <a:pt x="358" y="83"/>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18"/>
            <p:cNvSpPr/>
            <p:nvPr/>
          </p:nvSpPr>
          <p:spPr>
            <a:xfrm>
              <a:off x="4742318" y="2147829"/>
              <a:ext cx="38030" cy="38030"/>
            </a:xfrm>
            <a:custGeom>
              <a:rect b="b" l="l" r="r" t="t"/>
              <a:pathLst>
                <a:path extrusionOk="0" h="358" w="358">
                  <a:moveTo>
                    <a:pt x="179" y="0"/>
                  </a:moveTo>
                  <a:cubicBezTo>
                    <a:pt x="72" y="0"/>
                    <a:pt x="1" y="83"/>
                    <a:pt x="1" y="179"/>
                  </a:cubicBezTo>
                  <a:cubicBezTo>
                    <a:pt x="1" y="286"/>
                    <a:pt x="72" y="357"/>
                    <a:pt x="179" y="357"/>
                  </a:cubicBezTo>
                  <a:cubicBezTo>
                    <a:pt x="275" y="357"/>
                    <a:pt x="358" y="286"/>
                    <a:pt x="358" y="179"/>
                  </a:cubicBezTo>
                  <a:cubicBezTo>
                    <a:pt x="358" y="83"/>
                    <a:pt x="275"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18"/>
            <p:cNvSpPr/>
            <p:nvPr/>
          </p:nvSpPr>
          <p:spPr>
            <a:xfrm>
              <a:off x="4839731" y="2147829"/>
              <a:ext cx="38030" cy="38030"/>
            </a:xfrm>
            <a:custGeom>
              <a:rect b="b" l="l" r="r" t="t"/>
              <a:pathLst>
                <a:path extrusionOk="0" h="358" w="358">
                  <a:moveTo>
                    <a:pt x="179" y="0"/>
                  </a:moveTo>
                  <a:cubicBezTo>
                    <a:pt x="72" y="0"/>
                    <a:pt x="0" y="83"/>
                    <a:pt x="0" y="179"/>
                  </a:cubicBezTo>
                  <a:cubicBezTo>
                    <a:pt x="0" y="286"/>
                    <a:pt x="72" y="357"/>
                    <a:pt x="179" y="357"/>
                  </a:cubicBezTo>
                  <a:cubicBezTo>
                    <a:pt x="286" y="357"/>
                    <a:pt x="358" y="286"/>
                    <a:pt x="358" y="179"/>
                  </a:cubicBezTo>
                  <a:cubicBezTo>
                    <a:pt x="358" y="83"/>
                    <a:pt x="274"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18"/>
            <p:cNvSpPr/>
            <p:nvPr/>
          </p:nvSpPr>
          <p:spPr>
            <a:xfrm>
              <a:off x="4252810" y="2260327"/>
              <a:ext cx="38137" cy="38030"/>
            </a:xfrm>
            <a:custGeom>
              <a:rect b="b" l="l" r="r" t="t"/>
              <a:pathLst>
                <a:path extrusionOk="0" h="358" w="359">
                  <a:moveTo>
                    <a:pt x="180" y="1"/>
                  </a:moveTo>
                  <a:cubicBezTo>
                    <a:pt x="84" y="1"/>
                    <a:pt x="1" y="72"/>
                    <a:pt x="1" y="179"/>
                  </a:cubicBezTo>
                  <a:cubicBezTo>
                    <a:pt x="1" y="286"/>
                    <a:pt x="84" y="358"/>
                    <a:pt x="180" y="358"/>
                  </a:cubicBezTo>
                  <a:cubicBezTo>
                    <a:pt x="287" y="358"/>
                    <a:pt x="358" y="286"/>
                    <a:pt x="358" y="179"/>
                  </a:cubicBezTo>
                  <a:cubicBezTo>
                    <a:pt x="358" y="72"/>
                    <a:pt x="287" y="1"/>
                    <a:pt x="1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18"/>
            <p:cNvSpPr/>
            <p:nvPr/>
          </p:nvSpPr>
          <p:spPr>
            <a:xfrm>
              <a:off x="4351498" y="2260327"/>
              <a:ext cx="38030" cy="38030"/>
            </a:xfrm>
            <a:custGeom>
              <a:rect b="b" l="l" r="r" t="t"/>
              <a:pathLst>
                <a:path extrusionOk="0" h="358" w="358">
                  <a:moveTo>
                    <a:pt x="179" y="1"/>
                  </a:moveTo>
                  <a:cubicBezTo>
                    <a:pt x="72" y="1"/>
                    <a:pt x="1" y="72"/>
                    <a:pt x="1" y="179"/>
                  </a:cubicBezTo>
                  <a:cubicBezTo>
                    <a:pt x="1" y="286"/>
                    <a:pt x="72" y="358"/>
                    <a:pt x="179" y="358"/>
                  </a:cubicBezTo>
                  <a:cubicBezTo>
                    <a:pt x="286" y="358"/>
                    <a:pt x="358" y="286"/>
                    <a:pt x="358" y="179"/>
                  </a:cubicBezTo>
                  <a:cubicBezTo>
                    <a:pt x="358" y="72"/>
                    <a:pt x="286"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18"/>
            <p:cNvSpPr/>
            <p:nvPr/>
          </p:nvSpPr>
          <p:spPr>
            <a:xfrm>
              <a:off x="4448911" y="2260327"/>
              <a:ext cx="38030" cy="38030"/>
            </a:xfrm>
            <a:custGeom>
              <a:rect b="b" l="l" r="r" t="t"/>
              <a:pathLst>
                <a:path extrusionOk="0" h="358" w="358">
                  <a:moveTo>
                    <a:pt x="179" y="1"/>
                  </a:moveTo>
                  <a:cubicBezTo>
                    <a:pt x="84" y="1"/>
                    <a:pt x="0" y="72"/>
                    <a:pt x="0" y="179"/>
                  </a:cubicBezTo>
                  <a:cubicBezTo>
                    <a:pt x="0" y="286"/>
                    <a:pt x="84" y="358"/>
                    <a:pt x="179" y="358"/>
                  </a:cubicBezTo>
                  <a:cubicBezTo>
                    <a:pt x="286" y="358"/>
                    <a:pt x="358" y="286"/>
                    <a:pt x="358" y="179"/>
                  </a:cubicBezTo>
                  <a:cubicBezTo>
                    <a:pt x="358" y="72"/>
                    <a:pt x="286"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18"/>
            <p:cNvSpPr/>
            <p:nvPr/>
          </p:nvSpPr>
          <p:spPr>
            <a:xfrm>
              <a:off x="4547599" y="2260327"/>
              <a:ext cx="38030" cy="38030"/>
            </a:xfrm>
            <a:custGeom>
              <a:rect b="b" l="l" r="r" t="t"/>
              <a:pathLst>
                <a:path extrusionOk="0" h="358" w="358">
                  <a:moveTo>
                    <a:pt x="179" y="1"/>
                  </a:moveTo>
                  <a:cubicBezTo>
                    <a:pt x="72" y="1"/>
                    <a:pt x="0" y="72"/>
                    <a:pt x="0" y="179"/>
                  </a:cubicBezTo>
                  <a:cubicBezTo>
                    <a:pt x="0" y="286"/>
                    <a:pt x="72" y="358"/>
                    <a:pt x="179" y="358"/>
                  </a:cubicBezTo>
                  <a:cubicBezTo>
                    <a:pt x="286" y="358"/>
                    <a:pt x="357" y="286"/>
                    <a:pt x="357" y="179"/>
                  </a:cubicBezTo>
                  <a:cubicBezTo>
                    <a:pt x="357" y="72"/>
                    <a:pt x="262"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18"/>
            <p:cNvSpPr/>
            <p:nvPr/>
          </p:nvSpPr>
          <p:spPr>
            <a:xfrm>
              <a:off x="4643630" y="2260327"/>
              <a:ext cx="38137" cy="38030"/>
            </a:xfrm>
            <a:custGeom>
              <a:rect b="b" l="l" r="r" t="t"/>
              <a:pathLst>
                <a:path extrusionOk="0" h="358" w="359">
                  <a:moveTo>
                    <a:pt x="180" y="1"/>
                  </a:moveTo>
                  <a:cubicBezTo>
                    <a:pt x="72" y="1"/>
                    <a:pt x="1" y="72"/>
                    <a:pt x="1" y="179"/>
                  </a:cubicBezTo>
                  <a:cubicBezTo>
                    <a:pt x="1" y="286"/>
                    <a:pt x="72" y="358"/>
                    <a:pt x="180" y="358"/>
                  </a:cubicBezTo>
                  <a:cubicBezTo>
                    <a:pt x="287" y="358"/>
                    <a:pt x="358" y="286"/>
                    <a:pt x="358" y="179"/>
                  </a:cubicBezTo>
                  <a:cubicBezTo>
                    <a:pt x="358" y="72"/>
                    <a:pt x="287" y="1"/>
                    <a:pt x="1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18"/>
            <p:cNvSpPr/>
            <p:nvPr/>
          </p:nvSpPr>
          <p:spPr>
            <a:xfrm>
              <a:off x="4742318" y="2260327"/>
              <a:ext cx="38030" cy="38030"/>
            </a:xfrm>
            <a:custGeom>
              <a:rect b="b" l="l" r="r" t="t"/>
              <a:pathLst>
                <a:path extrusionOk="0" h="358" w="358">
                  <a:moveTo>
                    <a:pt x="179" y="1"/>
                  </a:moveTo>
                  <a:cubicBezTo>
                    <a:pt x="72" y="1"/>
                    <a:pt x="1" y="72"/>
                    <a:pt x="1" y="179"/>
                  </a:cubicBezTo>
                  <a:cubicBezTo>
                    <a:pt x="1" y="286"/>
                    <a:pt x="72" y="358"/>
                    <a:pt x="179" y="358"/>
                  </a:cubicBezTo>
                  <a:cubicBezTo>
                    <a:pt x="275" y="358"/>
                    <a:pt x="358" y="286"/>
                    <a:pt x="358" y="179"/>
                  </a:cubicBezTo>
                  <a:cubicBezTo>
                    <a:pt x="358" y="72"/>
                    <a:pt x="275"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18"/>
            <p:cNvSpPr/>
            <p:nvPr/>
          </p:nvSpPr>
          <p:spPr>
            <a:xfrm>
              <a:off x="4839731" y="2260327"/>
              <a:ext cx="38030" cy="38030"/>
            </a:xfrm>
            <a:custGeom>
              <a:rect b="b" l="l" r="r" t="t"/>
              <a:pathLst>
                <a:path extrusionOk="0" h="358" w="358">
                  <a:moveTo>
                    <a:pt x="179" y="1"/>
                  </a:moveTo>
                  <a:cubicBezTo>
                    <a:pt x="72" y="1"/>
                    <a:pt x="0" y="72"/>
                    <a:pt x="0" y="179"/>
                  </a:cubicBezTo>
                  <a:cubicBezTo>
                    <a:pt x="0" y="286"/>
                    <a:pt x="72" y="358"/>
                    <a:pt x="179" y="358"/>
                  </a:cubicBezTo>
                  <a:cubicBezTo>
                    <a:pt x="286" y="358"/>
                    <a:pt x="358" y="286"/>
                    <a:pt x="358" y="179"/>
                  </a:cubicBezTo>
                  <a:cubicBezTo>
                    <a:pt x="358" y="72"/>
                    <a:pt x="274"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18"/>
            <p:cNvSpPr/>
            <p:nvPr/>
          </p:nvSpPr>
          <p:spPr>
            <a:xfrm>
              <a:off x="4252810" y="2371656"/>
              <a:ext cx="38137" cy="38030"/>
            </a:xfrm>
            <a:custGeom>
              <a:rect b="b" l="l" r="r" t="t"/>
              <a:pathLst>
                <a:path extrusionOk="0" h="358" w="359">
                  <a:moveTo>
                    <a:pt x="180" y="0"/>
                  </a:moveTo>
                  <a:cubicBezTo>
                    <a:pt x="84" y="0"/>
                    <a:pt x="1" y="72"/>
                    <a:pt x="1" y="179"/>
                  </a:cubicBezTo>
                  <a:cubicBezTo>
                    <a:pt x="1" y="274"/>
                    <a:pt x="84" y="358"/>
                    <a:pt x="180" y="358"/>
                  </a:cubicBezTo>
                  <a:cubicBezTo>
                    <a:pt x="287" y="358"/>
                    <a:pt x="358" y="274"/>
                    <a:pt x="358" y="179"/>
                  </a:cubicBezTo>
                  <a:cubicBezTo>
                    <a:pt x="358" y="84"/>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18"/>
            <p:cNvSpPr/>
            <p:nvPr/>
          </p:nvSpPr>
          <p:spPr>
            <a:xfrm>
              <a:off x="4351498" y="2371656"/>
              <a:ext cx="38030" cy="38030"/>
            </a:xfrm>
            <a:custGeom>
              <a:rect b="b" l="l" r="r" t="t"/>
              <a:pathLst>
                <a:path extrusionOk="0" h="358" w="358">
                  <a:moveTo>
                    <a:pt x="179" y="0"/>
                  </a:moveTo>
                  <a:cubicBezTo>
                    <a:pt x="72" y="0"/>
                    <a:pt x="1" y="72"/>
                    <a:pt x="1" y="179"/>
                  </a:cubicBezTo>
                  <a:cubicBezTo>
                    <a:pt x="1" y="274"/>
                    <a:pt x="72" y="358"/>
                    <a:pt x="179" y="358"/>
                  </a:cubicBezTo>
                  <a:cubicBezTo>
                    <a:pt x="286" y="358"/>
                    <a:pt x="358" y="274"/>
                    <a:pt x="358" y="179"/>
                  </a:cubicBezTo>
                  <a:cubicBezTo>
                    <a:pt x="358" y="84"/>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18"/>
            <p:cNvSpPr/>
            <p:nvPr/>
          </p:nvSpPr>
          <p:spPr>
            <a:xfrm>
              <a:off x="4448911" y="2371656"/>
              <a:ext cx="38030" cy="38030"/>
            </a:xfrm>
            <a:custGeom>
              <a:rect b="b" l="l" r="r" t="t"/>
              <a:pathLst>
                <a:path extrusionOk="0" h="358" w="358">
                  <a:moveTo>
                    <a:pt x="179" y="0"/>
                  </a:moveTo>
                  <a:cubicBezTo>
                    <a:pt x="84" y="0"/>
                    <a:pt x="0" y="72"/>
                    <a:pt x="0" y="179"/>
                  </a:cubicBezTo>
                  <a:cubicBezTo>
                    <a:pt x="0" y="274"/>
                    <a:pt x="84" y="358"/>
                    <a:pt x="179" y="358"/>
                  </a:cubicBezTo>
                  <a:cubicBezTo>
                    <a:pt x="286" y="358"/>
                    <a:pt x="358" y="274"/>
                    <a:pt x="358" y="179"/>
                  </a:cubicBezTo>
                  <a:cubicBezTo>
                    <a:pt x="358" y="84"/>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18"/>
            <p:cNvSpPr/>
            <p:nvPr/>
          </p:nvSpPr>
          <p:spPr>
            <a:xfrm>
              <a:off x="4547599" y="2371656"/>
              <a:ext cx="38030" cy="38030"/>
            </a:xfrm>
            <a:custGeom>
              <a:rect b="b" l="l" r="r" t="t"/>
              <a:pathLst>
                <a:path extrusionOk="0" h="358" w="358">
                  <a:moveTo>
                    <a:pt x="179" y="0"/>
                  </a:moveTo>
                  <a:cubicBezTo>
                    <a:pt x="72" y="0"/>
                    <a:pt x="0" y="72"/>
                    <a:pt x="0" y="179"/>
                  </a:cubicBezTo>
                  <a:cubicBezTo>
                    <a:pt x="0" y="274"/>
                    <a:pt x="72" y="358"/>
                    <a:pt x="179" y="358"/>
                  </a:cubicBezTo>
                  <a:cubicBezTo>
                    <a:pt x="286" y="358"/>
                    <a:pt x="357" y="274"/>
                    <a:pt x="357" y="179"/>
                  </a:cubicBezTo>
                  <a:cubicBezTo>
                    <a:pt x="357" y="84"/>
                    <a:pt x="262"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18"/>
            <p:cNvSpPr/>
            <p:nvPr/>
          </p:nvSpPr>
          <p:spPr>
            <a:xfrm>
              <a:off x="4643630" y="2371656"/>
              <a:ext cx="38137" cy="38030"/>
            </a:xfrm>
            <a:custGeom>
              <a:rect b="b" l="l" r="r" t="t"/>
              <a:pathLst>
                <a:path extrusionOk="0" h="358" w="359">
                  <a:moveTo>
                    <a:pt x="180" y="0"/>
                  </a:moveTo>
                  <a:cubicBezTo>
                    <a:pt x="72" y="0"/>
                    <a:pt x="1" y="72"/>
                    <a:pt x="1" y="179"/>
                  </a:cubicBezTo>
                  <a:cubicBezTo>
                    <a:pt x="1" y="274"/>
                    <a:pt x="72" y="358"/>
                    <a:pt x="180" y="358"/>
                  </a:cubicBezTo>
                  <a:cubicBezTo>
                    <a:pt x="287" y="358"/>
                    <a:pt x="358" y="274"/>
                    <a:pt x="358" y="179"/>
                  </a:cubicBezTo>
                  <a:cubicBezTo>
                    <a:pt x="358" y="84"/>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18"/>
            <p:cNvSpPr/>
            <p:nvPr/>
          </p:nvSpPr>
          <p:spPr>
            <a:xfrm>
              <a:off x="4742318" y="2371656"/>
              <a:ext cx="38030" cy="38030"/>
            </a:xfrm>
            <a:custGeom>
              <a:rect b="b" l="l" r="r" t="t"/>
              <a:pathLst>
                <a:path extrusionOk="0" h="358" w="358">
                  <a:moveTo>
                    <a:pt x="179" y="0"/>
                  </a:moveTo>
                  <a:cubicBezTo>
                    <a:pt x="72" y="0"/>
                    <a:pt x="1" y="72"/>
                    <a:pt x="1" y="179"/>
                  </a:cubicBezTo>
                  <a:cubicBezTo>
                    <a:pt x="1" y="274"/>
                    <a:pt x="72" y="358"/>
                    <a:pt x="179" y="358"/>
                  </a:cubicBezTo>
                  <a:cubicBezTo>
                    <a:pt x="275" y="358"/>
                    <a:pt x="358" y="274"/>
                    <a:pt x="358" y="179"/>
                  </a:cubicBezTo>
                  <a:cubicBezTo>
                    <a:pt x="358" y="84"/>
                    <a:pt x="275"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18"/>
            <p:cNvSpPr/>
            <p:nvPr/>
          </p:nvSpPr>
          <p:spPr>
            <a:xfrm>
              <a:off x="4839731" y="2371656"/>
              <a:ext cx="38030" cy="38030"/>
            </a:xfrm>
            <a:custGeom>
              <a:rect b="b" l="l" r="r" t="t"/>
              <a:pathLst>
                <a:path extrusionOk="0" h="358" w="358">
                  <a:moveTo>
                    <a:pt x="179" y="0"/>
                  </a:moveTo>
                  <a:cubicBezTo>
                    <a:pt x="72" y="0"/>
                    <a:pt x="0" y="72"/>
                    <a:pt x="0" y="179"/>
                  </a:cubicBezTo>
                  <a:cubicBezTo>
                    <a:pt x="0" y="274"/>
                    <a:pt x="72" y="358"/>
                    <a:pt x="179" y="358"/>
                  </a:cubicBezTo>
                  <a:cubicBezTo>
                    <a:pt x="286" y="358"/>
                    <a:pt x="358" y="274"/>
                    <a:pt x="358" y="179"/>
                  </a:cubicBezTo>
                  <a:cubicBezTo>
                    <a:pt x="358" y="84"/>
                    <a:pt x="274"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18"/>
            <p:cNvSpPr/>
            <p:nvPr/>
          </p:nvSpPr>
          <p:spPr>
            <a:xfrm>
              <a:off x="4252810" y="2482985"/>
              <a:ext cx="38137" cy="38030"/>
            </a:xfrm>
            <a:custGeom>
              <a:rect b="b" l="l" r="r" t="t"/>
              <a:pathLst>
                <a:path extrusionOk="0" h="358" w="359">
                  <a:moveTo>
                    <a:pt x="180" y="0"/>
                  </a:moveTo>
                  <a:cubicBezTo>
                    <a:pt x="84" y="0"/>
                    <a:pt x="1" y="72"/>
                    <a:pt x="1" y="179"/>
                  </a:cubicBezTo>
                  <a:cubicBezTo>
                    <a:pt x="1" y="286"/>
                    <a:pt x="84" y="357"/>
                    <a:pt x="180" y="357"/>
                  </a:cubicBezTo>
                  <a:cubicBezTo>
                    <a:pt x="287" y="357"/>
                    <a:pt x="358" y="286"/>
                    <a:pt x="358" y="179"/>
                  </a:cubicBezTo>
                  <a:cubicBezTo>
                    <a:pt x="358" y="84"/>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18"/>
            <p:cNvSpPr/>
            <p:nvPr/>
          </p:nvSpPr>
          <p:spPr>
            <a:xfrm>
              <a:off x="4351498" y="2482985"/>
              <a:ext cx="38030" cy="38030"/>
            </a:xfrm>
            <a:custGeom>
              <a:rect b="b" l="l" r="r" t="t"/>
              <a:pathLst>
                <a:path extrusionOk="0" h="358" w="358">
                  <a:moveTo>
                    <a:pt x="179" y="0"/>
                  </a:moveTo>
                  <a:cubicBezTo>
                    <a:pt x="72" y="0"/>
                    <a:pt x="1" y="72"/>
                    <a:pt x="1" y="179"/>
                  </a:cubicBezTo>
                  <a:cubicBezTo>
                    <a:pt x="1" y="286"/>
                    <a:pt x="72" y="357"/>
                    <a:pt x="179" y="357"/>
                  </a:cubicBezTo>
                  <a:cubicBezTo>
                    <a:pt x="286" y="357"/>
                    <a:pt x="358" y="286"/>
                    <a:pt x="358" y="179"/>
                  </a:cubicBezTo>
                  <a:cubicBezTo>
                    <a:pt x="358" y="84"/>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18"/>
            <p:cNvSpPr/>
            <p:nvPr/>
          </p:nvSpPr>
          <p:spPr>
            <a:xfrm>
              <a:off x="4448911" y="2482985"/>
              <a:ext cx="38030" cy="38030"/>
            </a:xfrm>
            <a:custGeom>
              <a:rect b="b" l="l" r="r" t="t"/>
              <a:pathLst>
                <a:path extrusionOk="0" h="358" w="358">
                  <a:moveTo>
                    <a:pt x="179" y="0"/>
                  </a:moveTo>
                  <a:cubicBezTo>
                    <a:pt x="84" y="0"/>
                    <a:pt x="0" y="72"/>
                    <a:pt x="0" y="179"/>
                  </a:cubicBezTo>
                  <a:cubicBezTo>
                    <a:pt x="0" y="286"/>
                    <a:pt x="84" y="357"/>
                    <a:pt x="179" y="357"/>
                  </a:cubicBezTo>
                  <a:cubicBezTo>
                    <a:pt x="286" y="357"/>
                    <a:pt x="358" y="286"/>
                    <a:pt x="358" y="179"/>
                  </a:cubicBezTo>
                  <a:cubicBezTo>
                    <a:pt x="358" y="84"/>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18"/>
            <p:cNvSpPr/>
            <p:nvPr/>
          </p:nvSpPr>
          <p:spPr>
            <a:xfrm>
              <a:off x="4547599" y="2482985"/>
              <a:ext cx="38030" cy="38030"/>
            </a:xfrm>
            <a:custGeom>
              <a:rect b="b" l="l" r="r" t="t"/>
              <a:pathLst>
                <a:path extrusionOk="0" h="358" w="358">
                  <a:moveTo>
                    <a:pt x="179" y="0"/>
                  </a:moveTo>
                  <a:cubicBezTo>
                    <a:pt x="72" y="0"/>
                    <a:pt x="0" y="72"/>
                    <a:pt x="0" y="179"/>
                  </a:cubicBezTo>
                  <a:cubicBezTo>
                    <a:pt x="0" y="286"/>
                    <a:pt x="72" y="357"/>
                    <a:pt x="179" y="357"/>
                  </a:cubicBezTo>
                  <a:cubicBezTo>
                    <a:pt x="286" y="357"/>
                    <a:pt x="357" y="286"/>
                    <a:pt x="357" y="179"/>
                  </a:cubicBezTo>
                  <a:cubicBezTo>
                    <a:pt x="357" y="84"/>
                    <a:pt x="262"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18"/>
            <p:cNvSpPr/>
            <p:nvPr/>
          </p:nvSpPr>
          <p:spPr>
            <a:xfrm>
              <a:off x="4643630" y="2482985"/>
              <a:ext cx="38137" cy="38030"/>
            </a:xfrm>
            <a:custGeom>
              <a:rect b="b" l="l" r="r" t="t"/>
              <a:pathLst>
                <a:path extrusionOk="0" h="358" w="359">
                  <a:moveTo>
                    <a:pt x="180" y="0"/>
                  </a:moveTo>
                  <a:cubicBezTo>
                    <a:pt x="72" y="0"/>
                    <a:pt x="1" y="72"/>
                    <a:pt x="1" y="179"/>
                  </a:cubicBezTo>
                  <a:cubicBezTo>
                    <a:pt x="1" y="286"/>
                    <a:pt x="72" y="357"/>
                    <a:pt x="180" y="357"/>
                  </a:cubicBezTo>
                  <a:cubicBezTo>
                    <a:pt x="287" y="357"/>
                    <a:pt x="358" y="286"/>
                    <a:pt x="358" y="179"/>
                  </a:cubicBezTo>
                  <a:cubicBezTo>
                    <a:pt x="358" y="84"/>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18"/>
            <p:cNvSpPr/>
            <p:nvPr/>
          </p:nvSpPr>
          <p:spPr>
            <a:xfrm>
              <a:off x="4742318" y="2482985"/>
              <a:ext cx="38030" cy="38030"/>
            </a:xfrm>
            <a:custGeom>
              <a:rect b="b" l="l" r="r" t="t"/>
              <a:pathLst>
                <a:path extrusionOk="0" h="358" w="358">
                  <a:moveTo>
                    <a:pt x="179" y="0"/>
                  </a:moveTo>
                  <a:cubicBezTo>
                    <a:pt x="72" y="0"/>
                    <a:pt x="1" y="72"/>
                    <a:pt x="1" y="179"/>
                  </a:cubicBezTo>
                  <a:cubicBezTo>
                    <a:pt x="1" y="286"/>
                    <a:pt x="72" y="357"/>
                    <a:pt x="179" y="357"/>
                  </a:cubicBezTo>
                  <a:cubicBezTo>
                    <a:pt x="275" y="357"/>
                    <a:pt x="358" y="286"/>
                    <a:pt x="358" y="179"/>
                  </a:cubicBezTo>
                  <a:cubicBezTo>
                    <a:pt x="358" y="84"/>
                    <a:pt x="275"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18"/>
            <p:cNvSpPr/>
            <p:nvPr/>
          </p:nvSpPr>
          <p:spPr>
            <a:xfrm>
              <a:off x="4839731" y="2482985"/>
              <a:ext cx="38030" cy="38030"/>
            </a:xfrm>
            <a:custGeom>
              <a:rect b="b" l="l" r="r" t="t"/>
              <a:pathLst>
                <a:path extrusionOk="0" h="358" w="358">
                  <a:moveTo>
                    <a:pt x="179" y="0"/>
                  </a:moveTo>
                  <a:cubicBezTo>
                    <a:pt x="72" y="0"/>
                    <a:pt x="0" y="72"/>
                    <a:pt x="0" y="179"/>
                  </a:cubicBezTo>
                  <a:cubicBezTo>
                    <a:pt x="0" y="286"/>
                    <a:pt x="72" y="357"/>
                    <a:pt x="179" y="357"/>
                  </a:cubicBezTo>
                  <a:cubicBezTo>
                    <a:pt x="286" y="357"/>
                    <a:pt x="358" y="286"/>
                    <a:pt x="358" y="179"/>
                  </a:cubicBezTo>
                  <a:cubicBezTo>
                    <a:pt x="358" y="84"/>
                    <a:pt x="274"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18"/>
            <p:cNvSpPr/>
            <p:nvPr/>
          </p:nvSpPr>
          <p:spPr>
            <a:xfrm>
              <a:off x="4252810" y="2595483"/>
              <a:ext cx="38137" cy="38137"/>
            </a:xfrm>
            <a:custGeom>
              <a:rect b="b" l="l" r="r" t="t"/>
              <a:pathLst>
                <a:path extrusionOk="0" h="359" w="359">
                  <a:moveTo>
                    <a:pt x="180" y="1"/>
                  </a:moveTo>
                  <a:cubicBezTo>
                    <a:pt x="84" y="1"/>
                    <a:pt x="1" y="72"/>
                    <a:pt x="1" y="179"/>
                  </a:cubicBezTo>
                  <a:cubicBezTo>
                    <a:pt x="1" y="287"/>
                    <a:pt x="84" y="358"/>
                    <a:pt x="180" y="358"/>
                  </a:cubicBezTo>
                  <a:cubicBezTo>
                    <a:pt x="287" y="358"/>
                    <a:pt x="358" y="287"/>
                    <a:pt x="358" y="179"/>
                  </a:cubicBezTo>
                  <a:cubicBezTo>
                    <a:pt x="358" y="72"/>
                    <a:pt x="287" y="1"/>
                    <a:pt x="1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18"/>
            <p:cNvSpPr/>
            <p:nvPr/>
          </p:nvSpPr>
          <p:spPr>
            <a:xfrm>
              <a:off x="4351498" y="2595483"/>
              <a:ext cx="38030" cy="38137"/>
            </a:xfrm>
            <a:custGeom>
              <a:rect b="b" l="l" r="r" t="t"/>
              <a:pathLst>
                <a:path extrusionOk="0" h="359" w="358">
                  <a:moveTo>
                    <a:pt x="179" y="1"/>
                  </a:moveTo>
                  <a:cubicBezTo>
                    <a:pt x="72" y="1"/>
                    <a:pt x="1" y="72"/>
                    <a:pt x="1" y="179"/>
                  </a:cubicBezTo>
                  <a:cubicBezTo>
                    <a:pt x="1" y="287"/>
                    <a:pt x="72" y="358"/>
                    <a:pt x="179" y="358"/>
                  </a:cubicBezTo>
                  <a:cubicBezTo>
                    <a:pt x="286" y="358"/>
                    <a:pt x="358" y="287"/>
                    <a:pt x="358" y="179"/>
                  </a:cubicBezTo>
                  <a:cubicBezTo>
                    <a:pt x="358" y="72"/>
                    <a:pt x="286"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18"/>
            <p:cNvSpPr/>
            <p:nvPr/>
          </p:nvSpPr>
          <p:spPr>
            <a:xfrm>
              <a:off x="4448911" y="2595483"/>
              <a:ext cx="38030" cy="38137"/>
            </a:xfrm>
            <a:custGeom>
              <a:rect b="b" l="l" r="r" t="t"/>
              <a:pathLst>
                <a:path extrusionOk="0" h="359" w="358">
                  <a:moveTo>
                    <a:pt x="179" y="1"/>
                  </a:moveTo>
                  <a:cubicBezTo>
                    <a:pt x="84" y="1"/>
                    <a:pt x="0" y="72"/>
                    <a:pt x="0" y="179"/>
                  </a:cubicBezTo>
                  <a:cubicBezTo>
                    <a:pt x="0" y="287"/>
                    <a:pt x="84" y="358"/>
                    <a:pt x="179" y="358"/>
                  </a:cubicBezTo>
                  <a:cubicBezTo>
                    <a:pt x="286" y="358"/>
                    <a:pt x="358" y="287"/>
                    <a:pt x="358" y="179"/>
                  </a:cubicBezTo>
                  <a:cubicBezTo>
                    <a:pt x="358" y="72"/>
                    <a:pt x="286"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18"/>
            <p:cNvSpPr/>
            <p:nvPr/>
          </p:nvSpPr>
          <p:spPr>
            <a:xfrm>
              <a:off x="4547599" y="2595483"/>
              <a:ext cx="38030" cy="38137"/>
            </a:xfrm>
            <a:custGeom>
              <a:rect b="b" l="l" r="r" t="t"/>
              <a:pathLst>
                <a:path extrusionOk="0" h="359" w="358">
                  <a:moveTo>
                    <a:pt x="179" y="1"/>
                  </a:moveTo>
                  <a:cubicBezTo>
                    <a:pt x="72" y="1"/>
                    <a:pt x="0" y="72"/>
                    <a:pt x="0" y="179"/>
                  </a:cubicBezTo>
                  <a:cubicBezTo>
                    <a:pt x="0" y="287"/>
                    <a:pt x="72" y="358"/>
                    <a:pt x="179" y="358"/>
                  </a:cubicBezTo>
                  <a:cubicBezTo>
                    <a:pt x="286" y="358"/>
                    <a:pt x="357" y="287"/>
                    <a:pt x="357" y="179"/>
                  </a:cubicBezTo>
                  <a:cubicBezTo>
                    <a:pt x="357" y="72"/>
                    <a:pt x="262"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18"/>
            <p:cNvSpPr/>
            <p:nvPr/>
          </p:nvSpPr>
          <p:spPr>
            <a:xfrm>
              <a:off x="4643630" y="2595483"/>
              <a:ext cx="38137" cy="38137"/>
            </a:xfrm>
            <a:custGeom>
              <a:rect b="b" l="l" r="r" t="t"/>
              <a:pathLst>
                <a:path extrusionOk="0" h="359" w="359">
                  <a:moveTo>
                    <a:pt x="180" y="1"/>
                  </a:moveTo>
                  <a:cubicBezTo>
                    <a:pt x="72" y="1"/>
                    <a:pt x="1" y="72"/>
                    <a:pt x="1" y="179"/>
                  </a:cubicBezTo>
                  <a:cubicBezTo>
                    <a:pt x="1" y="287"/>
                    <a:pt x="72" y="358"/>
                    <a:pt x="180" y="358"/>
                  </a:cubicBezTo>
                  <a:cubicBezTo>
                    <a:pt x="287" y="358"/>
                    <a:pt x="358" y="287"/>
                    <a:pt x="358" y="179"/>
                  </a:cubicBezTo>
                  <a:cubicBezTo>
                    <a:pt x="358" y="72"/>
                    <a:pt x="287" y="1"/>
                    <a:pt x="1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18"/>
            <p:cNvSpPr/>
            <p:nvPr/>
          </p:nvSpPr>
          <p:spPr>
            <a:xfrm>
              <a:off x="4742318" y="2595483"/>
              <a:ext cx="38030" cy="38137"/>
            </a:xfrm>
            <a:custGeom>
              <a:rect b="b" l="l" r="r" t="t"/>
              <a:pathLst>
                <a:path extrusionOk="0" h="359" w="358">
                  <a:moveTo>
                    <a:pt x="179" y="1"/>
                  </a:moveTo>
                  <a:cubicBezTo>
                    <a:pt x="72" y="1"/>
                    <a:pt x="1" y="72"/>
                    <a:pt x="1" y="179"/>
                  </a:cubicBezTo>
                  <a:cubicBezTo>
                    <a:pt x="1" y="287"/>
                    <a:pt x="72" y="358"/>
                    <a:pt x="179" y="358"/>
                  </a:cubicBezTo>
                  <a:cubicBezTo>
                    <a:pt x="275" y="358"/>
                    <a:pt x="358" y="287"/>
                    <a:pt x="358" y="179"/>
                  </a:cubicBezTo>
                  <a:cubicBezTo>
                    <a:pt x="358" y="72"/>
                    <a:pt x="275"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18"/>
            <p:cNvSpPr/>
            <p:nvPr/>
          </p:nvSpPr>
          <p:spPr>
            <a:xfrm>
              <a:off x="4839731" y="2595483"/>
              <a:ext cx="38030" cy="38137"/>
            </a:xfrm>
            <a:custGeom>
              <a:rect b="b" l="l" r="r" t="t"/>
              <a:pathLst>
                <a:path extrusionOk="0" h="359" w="358">
                  <a:moveTo>
                    <a:pt x="179" y="1"/>
                  </a:moveTo>
                  <a:cubicBezTo>
                    <a:pt x="72" y="1"/>
                    <a:pt x="0" y="72"/>
                    <a:pt x="0" y="179"/>
                  </a:cubicBezTo>
                  <a:cubicBezTo>
                    <a:pt x="0" y="287"/>
                    <a:pt x="72" y="358"/>
                    <a:pt x="179" y="358"/>
                  </a:cubicBezTo>
                  <a:cubicBezTo>
                    <a:pt x="286" y="358"/>
                    <a:pt x="358" y="287"/>
                    <a:pt x="358" y="179"/>
                  </a:cubicBezTo>
                  <a:cubicBezTo>
                    <a:pt x="358" y="72"/>
                    <a:pt x="274"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1" name="Google Shape;761;p18"/>
          <p:cNvSpPr/>
          <p:nvPr/>
        </p:nvSpPr>
        <p:spPr>
          <a:xfrm rot="10800000">
            <a:off x="-1186000" y="-1089775"/>
            <a:ext cx="1901100" cy="30219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nvGrpSpPr>
          <p:cNvPr id="762" name="Google Shape;762;p18"/>
          <p:cNvGrpSpPr/>
          <p:nvPr/>
        </p:nvGrpSpPr>
        <p:grpSpPr>
          <a:xfrm>
            <a:off x="7428836" y="-1089774"/>
            <a:ext cx="1617386" cy="1624770"/>
            <a:chOff x="3992334" y="189904"/>
            <a:chExt cx="1116902" cy="1122001"/>
          </a:xfrm>
        </p:grpSpPr>
        <p:sp>
          <p:nvSpPr>
            <p:cNvPr id="763" name="Google Shape;763;p18"/>
            <p:cNvSpPr/>
            <p:nvPr/>
          </p:nvSpPr>
          <p:spPr>
            <a:xfrm>
              <a:off x="3992334" y="804551"/>
              <a:ext cx="232750" cy="403568"/>
            </a:xfrm>
            <a:custGeom>
              <a:rect b="b" l="l" r="r" t="t"/>
              <a:pathLst>
                <a:path extrusionOk="0" h="3799" w="2191">
                  <a:moveTo>
                    <a:pt x="0" y="1"/>
                  </a:moveTo>
                  <a:cubicBezTo>
                    <a:pt x="36" y="227"/>
                    <a:pt x="60" y="441"/>
                    <a:pt x="107" y="667"/>
                  </a:cubicBezTo>
                  <a:lnTo>
                    <a:pt x="1667" y="3382"/>
                  </a:lnTo>
                  <a:cubicBezTo>
                    <a:pt x="1834" y="3525"/>
                    <a:pt x="2012" y="3680"/>
                    <a:pt x="2191" y="3799"/>
                  </a:cubicBez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18"/>
            <p:cNvSpPr/>
            <p:nvPr/>
          </p:nvSpPr>
          <p:spPr>
            <a:xfrm>
              <a:off x="3998602" y="619923"/>
              <a:ext cx="396025" cy="671692"/>
            </a:xfrm>
            <a:custGeom>
              <a:rect b="b" l="l" r="r" t="t"/>
              <a:pathLst>
                <a:path extrusionOk="0" h="6323" w="3728">
                  <a:moveTo>
                    <a:pt x="96" y="0"/>
                  </a:moveTo>
                  <a:cubicBezTo>
                    <a:pt x="48" y="96"/>
                    <a:pt x="13" y="215"/>
                    <a:pt x="1" y="334"/>
                  </a:cubicBezTo>
                  <a:lnTo>
                    <a:pt x="3382" y="6203"/>
                  </a:lnTo>
                  <a:cubicBezTo>
                    <a:pt x="3489" y="6251"/>
                    <a:pt x="3608" y="6275"/>
                    <a:pt x="3727" y="6323"/>
                  </a:cubicBezTo>
                  <a:lnTo>
                    <a:pt x="9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18"/>
            <p:cNvSpPr/>
            <p:nvPr/>
          </p:nvSpPr>
          <p:spPr>
            <a:xfrm>
              <a:off x="4040350" y="490854"/>
              <a:ext cx="484515" cy="821052"/>
            </a:xfrm>
            <a:custGeom>
              <a:rect b="b" l="l" r="r" t="t"/>
              <a:pathLst>
                <a:path extrusionOk="0" h="7729" w="4561">
                  <a:moveTo>
                    <a:pt x="108" y="1"/>
                  </a:moveTo>
                  <a:cubicBezTo>
                    <a:pt x="84" y="84"/>
                    <a:pt x="36" y="168"/>
                    <a:pt x="1" y="263"/>
                  </a:cubicBezTo>
                  <a:lnTo>
                    <a:pt x="4275" y="7716"/>
                  </a:lnTo>
                  <a:cubicBezTo>
                    <a:pt x="4370" y="7728"/>
                    <a:pt x="4477" y="7728"/>
                    <a:pt x="4561" y="7728"/>
                  </a:cubicBezTo>
                  <a:lnTo>
                    <a:pt x="1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18"/>
            <p:cNvSpPr/>
            <p:nvPr/>
          </p:nvSpPr>
          <p:spPr>
            <a:xfrm>
              <a:off x="4101114" y="393547"/>
              <a:ext cx="542623" cy="915809"/>
            </a:xfrm>
            <a:custGeom>
              <a:rect b="b" l="l" r="r" t="t"/>
              <a:pathLst>
                <a:path extrusionOk="0" h="8621" w="5108">
                  <a:moveTo>
                    <a:pt x="167" y="0"/>
                  </a:moveTo>
                  <a:cubicBezTo>
                    <a:pt x="107" y="60"/>
                    <a:pt x="48" y="131"/>
                    <a:pt x="0" y="191"/>
                  </a:cubicBezTo>
                  <a:lnTo>
                    <a:pt x="4858" y="8620"/>
                  </a:lnTo>
                  <a:cubicBezTo>
                    <a:pt x="4941" y="8596"/>
                    <a:pt x="5025" y="8596"/>
                    <a:pt x="5108" y="8585"/>
                  </a:cubicBezTo>
                  <a:lnTo>
                    <a:pt x="16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18"/>
            <p:cNvSpPr/>
            <p:nvPr/>
          </p:nvSpPr>
          <p:spPr>
            <a:xfrm>
              <a:off x="4175687" y="316318"/>
              <a:ext cx="573111" cy="969030"/>
            </a:xfrm>
            <a:custGeom>
              <a:rect b="b" l="l" r="r" t="t"/>
              <a:pathLst>
                <a:path extrusionOk="0" h="9122" w="5395">
                  <a:moveTo>
                    <a:pt x="179" y="1"/>
                  </a:moveTo>
                  <a:cubicBezTo>
                    <a:pt x="120" y="60"/>
                    <a:pt x="60" y="96"/>
                    <a:pt x="1" y="156"/>
                  </a:cubicBezTo>
                  <a:lnTo>
                    <a:pt x="5168" y="9121"/>
                  </a:lnTo>
                  <a:cubicBezTo>
                    <a:pt x="5239" y="9085"/>
                    <a:pt x="5311" y="9073"/>
                    <a:pt x="5394" y="9050"/>
                  </a:cubicBezTo>
                  <a:lnTo>
                    <a:pt x="17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18"/>
            <p:cNvSpPr/>
            <p:nvPr/>
          </p:nvSpPr>
          <p:spPr>
            <a:xfrm>
              <a:off x="4259184" y="256935"/>
              <a:ext cx="581928" cy="986664"/>
            </a:xfrm>
            <a:custGeom>
              <a:rect b="b" l="l" r="r" t="t"/>
              <a:pathLst>
                <a:path extrusionOk="0" h="9288" w="5478">
                  <a:moveTo>
                    <a:pt x="215" y="0"/>
                  </a:moveTo>
                  <a:cubicBezTo>
                    <a:pt x="167" y="24"/>
                    <a:pt x="143" y="48"/>
                    <a:pt x="108" y="60"/>
                  </a:cubicBezTo>
                  <a:cubicBezTo>
                    <a:pt x="84" y="84"/>
                    <a:pt x="36" y="107"/>
                    <a:pt x="0" y="119"/>
                  </a:cubicBezTo>
                  <a:lnTo>
                    <a:pt x="5275" y="9287"/>
                  </a:lnTo>
                  <a:cubicBezTo>
                    <a:pt x="5299" y="9275"/>
                    <a:pt x="5346" y="9251"/>
                    <a:pt x="5382" y="9228"/>
                  </a:cubicBezTo>
                  <a:cubicBezTo>
                    <a:pt x="5406" y="9216"/>
                    <a:pt x="5454" y="9192"/>
                    <a:pt x="5477" y="9168"/>
                  </a:cubicBezTo>
                  <a:lnTo>
                    <a:pt x="21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18"/>
            <p:cNvSpPr/>
            <p:nvPr/>
          </p:nvSpPr>
          <p:spPr>
            <a:xfrm>
              <a:off x="4354047" y="216462"/>
              <a:ext cx="573005" cy="968924"/>
            </a:xfrm>
            <a:custGeom>
              <a:rect b="b" l="l" r="r" t="t"/>
              <a:pathLst>
                <a:path extrusionOk="0" h="9121" w="5394">
                  <a:moveTo>
                    <a:pt x="227" y="0"/>
                  </a:moveTo>
                  <a:cubicBezTo>
                    <a:pt x="155" y="12"/>
                    <a:pt x="84" y="48"/>
                    <a:pt x="0" y="72"/>
                  </a:cubicBezTo>
                  <a:lnTo>
                    <a:pt x="5215" y="9120"/>
                  </a:lnTo>
                  <a:cubicBezTo>
                    <a:pt x="5275" y="9073"/>
                    <a:pt x="5334" y="9013"/>
                    <a:pt x="5394" y="8954"/>
                  </a:cubicBezTo>
                  <a:lnTo>
                    <a:pt x="22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18"/>
            <p:cNvSpPr/>
            <p:nvPr/>
          </p:nvSpPr>
          <p:spPr>
            <a:xfrm>
              <a:off x="4459003" y="192454"/>
              <a:ext cx="542729" cy="915809"/>
            </a:xfrm>
            <a:custGeom>
              <a:rect b="b" l="l" r="r" t="t"/>
              <a:pathLst>
                <a:path extrusionOk="0" h="8621" w="5109">
                  <a:moveTo>
                    <a:pt x="251" y="0"/>
                  </a:moveTo>
                  <a:cubicBezTo>
                    <a:pt x="167" y="0"/>
                    <a:pt x="72" y="12"/>
                    <a:pt x="1" y="36"/>
                  </a:cubicBezTo>
                  <a:lnTo>
                    <a:pt x="4942" y="8620"/>
                  </a:lnTo>
                  <a:cubicBezTo>
                    <a:pt x="5001" y="8561"/>
                    <a:pt x="5049" y="8489"/>
                    <a:pt x="5108" y="8406"/>
                  </a:cubicBezTo>
                  <a:lnTo>
                    <a:pt x="25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18"/>
            <p:cNvSpPr/>
            <p:nvPr/>
          </p:nvSpPr>
          <p:spPr>
            <a:xfrm>
              <a:off x="4575431" y="189904"/>
              <a:ext cx="485790" cy="819671"/>
            </a:xfrm>
            <a:custGeom>
              <a:rect b="b" l="l" r="r" t="t"/>
              <a:pathLst>
                <a:path extrusionOk="0" h="7716" w="4573">
                  <a:moveTo>
                    <a:pt x="0" y="0"/>
                  </a:moveTo>
                  <a:lnTo>
                    <a:pt x="4453" y="7715"/>
                  </a:lnTo>
                  <a:cubicBezTo>
                    <a:pt x="4501" y="7632"/>
                    <a:pt x="4548" y="7549"/>
                    <a:pt x="4572" y="7465"/>
                  </a:cubicBezTo>
                  <a:lnTo>
                    <a:pt x="286" y="12"/>
                  </a:lnTo>
                  <a:cubicBezTo>
                    <a:pt x="179" y="0"/>
                    <a:pt x="95" y="0"/>
                    <a:pt x="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18"/>
            <p:cNvSpPr/>
            <p:nvPr/>
          </p:nvSpPr>
          <p:spPr>
            <a:xfrm>
              <a:off x="4708218" y="211363"/>
              <a:ext cx="394644" cy="671692"/>
            </a:xfrm>
            <a:custGeom>
              <a:rect b="b" l="l" r="r" t="t"/>
              <a:pathLst>
                <a:path extrusionOk="0" h="6323" w="3715">
                  <a:moveTo>
                    <a:pt x="0" y="1"/>
                  </a:moveTo>
                  <a:lnTo>
                    <a:pt x="3632" y="6323"/>
                  </a:lnTo>
                  <a:cubicBezTo>
                    <a:pt x="3667" y="6204"/>
                    <a:pt x="3679" y="6085"/>
                    <a:pt x="3715" y="5989"/>
                  </a:cubicBezTo>
                  <a:lnTo>
                    <a:pt x="334" y="120"/>
                  </a:lnTo>
                  <a:cubicBezTo>
                    <a:pt x="226" y="72"/>
                    <a:pt x="119" y="36"/>
                    <a:pt x="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18"/>
            <p:cNvSpPr/>
            <p:nvPr/>
          </p:nvSpPr>
          <p:spPr>
            <a:xfrm>
              <a:off x="4876380" y="293585"/>
              <a:ext cx="232856" cy="403568"/>
            </a:xfrm>
            <a:custGeom>
              <a:rect b="b" l="l" r="r" t="t"/>
              <a:pathLst>
                <a:path extrusionOk="0" h="3799" w="2192">
                  <a:moveTo>
                    <a:pt x="1" y="1"/>
                  </a:moveTo>
                  <a:lnTo>
                    <a:pt x="2191" y="3799"/>
                  </a:lnTo>
                  <a:cubicBezTo>
                    <a:pt x="2168" y="3572"/>
                    <a:pt x="2132" y="3346"/>
                    <a:pt x="2084" y="3144"/>
                  </a:cubicBezTo>
                  <a:lnTo>
                    <a:pt x="525" y="429"/>
                  </a:lnTo>
                  <a:cubicBezTo>
                    <a:pt x="358" y="274"/>
                    <a:pt x="179" y="120"/>
                    <a:pt x="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4" name="Google Shape;774;p1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775" name="Google Shape;775;p18"/>
          <p:cNvSpPr txBox="1"/>
          <p:nvPr>
            <p:ph idx="1" type="subTitle"/>
          </p:nvPr>
        </p:nvSpPr>
        <p:spPr>
          <a:xfrm>
            <a:off x="720000" y="2497328"/>
            <a:ext cx="2306100" cy="1581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b="1"/>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776" name="Google Shape;776;p18"/>
          <p:cNvSpPr txBox="1"/>
          <p:nvPr>
            <p:ph idx="2" type="subTitle"/>
          </p:nvPr>
        </p:nvSpPr>
        <p:spPr>
          <a:xfrm>
            <a:off x="3419248" y="2497325"/>
            <a:ext cx="2302500" cy="1581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b="1"/>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777" name="Google Shape;777;p18"/>
          <p:cNvSpPr txBox="1"/>
          <p:nvPr>
            <p:ph idx="3" type="subTitle"/>
          </p:nvPr>
        </p:nvSpPr>
        <p:spPr>
          <a:xfrm>
            <a:off x="6117899" y="2497325"/>
            <a:ext cx="2305500" cy="1581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b="1"/>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778" name="Google Shape;778;p18"/>
          <p:cNvSpPr txBox="1"/>
          <p:nvPr>
            <p:ph idx="4" type="subTitle"/>
          </p:nvPr>
        </p:nvSpPr>
        <p:spPr>
          <a:xfrm>
            <a:off x="720000" y="1924276"/>
            <a:ext cx="2302500" cy="5577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Raleway"/>
              <a:buNone/>
              <a:defRPr b="1" sz="1800">
                <a:solidFill>
                  <a:schemeClr val="dk1"/>
                </a:solidFill>
                <a:latin typeface="Raleway"/>
                <a:ea typeface="Raleway"/>
                <a:cs typeface="Raleway"/>
                <a:sym typeface="Raleway"/>
              </a:defRPr>
            </a:lvl1pPr>
            <a:lvl2pPr lvl="1" rtl="0" algn="ctr">
              <a:lnSpc>
                <a:spcPct val="100000"/>
              </a:lnSpc>
              <a:spcBef>
                <a:spcPts val="0"/>
              </a:spcBef>
              <a:spcAft>
                <a:spcPts val="0"/>
              </a:spcAft>
              <a:buSzPts val="2400"/>
              <a:buFont typeface="Raleway"/>
              <a:buNone/>
              <a:defRPr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sz="2400">
                <a:latin typeface="Raleway"/>
                <a:ea typeface="Raleway"/>
                <a:cs typeface="Raleway"/>
                <a:sym typeface="Raleway"/>
              </a:defRPr>
            </a:lvl9pPr>
          </a:lstStyle>
          <a:p/>
        </p:txBody>
      </p:sp>
      <p:sp>
        <p:nvSpPr>
          <p:cNvPr id="779" name="Google Shape;779;p18"/>
          <p:cNvSpPr txBox="1"/>
          <p:nvPr>
            <p:ph idx="5" type="subTitle"/>
          </p:nvPr>
        </p:nvSpPr>
        <p:spPr>
          <a:xfrm>
            <a:off x="3419252" y="1924276"/>
            <a:ext cx="2305500" cy="5577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Raleway"/>
              <a:buNone/>
              <a:defRPr b="1" sz="1800">
                <a:solidFill>
                  <a:schemeClr val="dk1"/>
                </a:solidFill>
                <a:latin typeface="Raleway"/>
                <a:ea typeface="Raleway"/>
                <a:cs typeface="Raleway"/>
                <a:sym typeface="Raleway"/>
              </a:defRPr>
            </a:lvl1pPr>
            <a:lvl2pPr lvl="1" rtl="0" algn="ctr">
              <a:lnSpc>
                <a:spcPct val="100000"/>
              </a:lnSpc>
              <a:spcBef>
                <a:spcPts val="0"/>
              </a:spcBef>
              <a:spcAft>
                <a:spcPts val="0"/>
              </a:spcAft>
              <a:buSzPts val="2400"/>
              <a:buFont typeface="Raleway"/>
              <a:buNone/>
              <a:defRPr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sz="2400">
                <a:latin typeface="Raleway"/>
                <a:ea typeface="Raleway"/>
                <a:cs typeface="Raleway"/>
                <a:sym typeface="Raleway"/>
              </a:defRPr>
            </a:lvl9pPr>
          </a:lstStyle>
          <a:p/>
        </p:txBody>
      </p:sp>
      <p:sp>
        <p:nvSpPr>
          <p:cNvPr id="780" name="Google Shape;780;p18"/>
          <p:cNvSpPr txBox="1"/>
          <p:nvPr>
            <p:ph idx="6" type="subTitle"/>
          </p:nvPr>
        </p:nvSpPr>
        <p:spPr>
          <a:xfrm>
            <a:off x="6117899" y="1924275"/>
            <a:ext cx="2306100" cy="5577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Raleway"/>
              <a:buNone/>
              <a:defRPr b="1" sz="1800">
                <a:solidFill>
                  <a:schemeClr val="dk1"/>
                </a:solidFill>
                <a:latin typeface="Raleway"/>
                <a:ea typeface="Raleway"/>
                <a:cs typeface="Raleway"/>
                <a:sym typeface="Raleway"/>
              </a:defRPr>
            </a:lvl1pPr>
            <a:lvl2pPr lvl="1" rtl="0" algn="ctr">
              <a:lnSpc>
                <a:spcPct val="100000"/>
              </a:lnSpc>
              <a:spcBef>
                <a:spcPts val="0"/>
              </a:spcBef>
              <a:spcAft>
                <a:spcPts val="0"/>
              </a:spcAft>
              <a:buSzPts val="2400"/>
              <a:buFont typeface="Raleway"/>
              <a:buNone/>
              <a:defRPr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sz="2400">
                <a:latin typeface="Raleway"/>
                <a:ea typeface="Raleway"/>
                <a:cs typeface="Raleway"/>
                <a:sym typeface="Raleway"/>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
    <p:spTree>
      <p:nvGrpSpPr>
        <p:cNvPr id="781" name="Shape 781"/>
        <p:cNvGrpSpPr/>
        <p:nvPr/>
      </p:nvGrpSpPr>
      <p:grpSpPr>
        <a:xfrm>
          <a:off x="0" y="0"/>
          <a:ext cx="0" cy="0"/>
          <a:chOff x="0" y="0"/>
          <a:chExt cx="0" cy="0"/>
        </a:xfrm>
      </p:grpSpPr>
      <p:sp>
        <p:nvSpPr>
          <p:cNvPr id="782" name="Google Shape;782;p19"/>
          <p:cNvSpPr/>
          <p:nvPr/>
        </p:nvSpPr>
        <p:spPr>
          <a:xfrm rot="-5400000">
            <a:off x="7712100" y="-896900"/>
            <a:ext cx="1105800" cy="17580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nvGrpSpPr>
          <p:cNvPr id="783" name="Google Shape;783;p19"/>
          <p:cNvGrpSpPr/>
          <p:nvPr/>
        </p:nvGrpSpPr>
        <p:grpSpPr>
          <a:xfrm>
            <a:off x="-258605" y="3766327"/>
            <a:ext cx="973715" cy="978161"/>
            <a:chOff x="3992334" y="189904"/>
            <a:chExt cx="1116902" cy="1122001"/>
          </a:xfrm>
        </p:grpSpPr>
        <p:sp>
          <p:nvSpPr>
            <p:cNvPr id="784" name="Google Shape;784;p19"/>
            <p:cNvSpPr/>
            <p:nvPr/>
          </p:nvSpPr>
          <p:spPr>
            <a:xfrm>
              <a:off x="3992334" y="804551"/>
              <a:ext cx="232750" cy="403568"/>
            </a:xfrm>
            <a:custGeom>
              <a:rect b="b" l="l" r="r" t="t"/>
              <a:pathLst>
                <a:path extrusionOk="0" h="3799" w="2191">
                  <a:moveTo>
                    <a:pt x="0" y="1"/>
                  </a:moveTo>
                  <a:cubicBezTo>
                    <a:pt x="36" y="227"/>
                    <a:pt x="60" y="441"/>
                    <a:pt x="107" y="667"/>
                  </a:cubicBezTo>
                  <a:lnTo>
                    <a:pt x="1667" y="3382"/>
                  </a:lnTo>
                  <a:cubicBezTo>
                    <a:pt x="1834" y="3525"/>
                    <a:pt x="2012" y="3680"/>
                    <a:pt x="2191" y="3799"/>
                  </a:cubicBezTo>
                  <a:lnTo>
                    <a:pt x="0"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19"/>
            <p:cNvSpPr/>
            <p:nvPr/>
          </p:nvSpPr>
          <p:spPr>
            <a:xfrm>
              <a:off x="3998602" y="619923"/>
              <a:ext cx="396025" cy="671692"/>
            </a:xfrm>
            <a:custGeom>
              <a:rect b="b" l="l" r="r" t="t"/>
              <a:pathLst>
                <a:path extrusionOk="0" h="6323" w="3728">
                  <a:moveTo>
                    <a:pt x="96" y="0"/>
                  </a:moveTo>
                  <a:cubicBezTo>
                    <a:pt x="48" y="96"/>
                    <a:pt x="13" y="215"/>
                    <a:pt x="1" y="334"/>
                  </a:cubicBezTo>
                  <a:lnTo>
                    <a:pt x="3382" y="6203"/>
                  </a:lnTo>
                  <a:cubicBezTo>
                    <a:pt x="3489" y="6251"/>
                    <a:pt x="3608" y="6275"/>
                    <a:pt x="3727" y="6323"/>
                  </a:cubicBezTo>
                  <a:lnTo>
                    <a:pt x="9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19"/>
            <p:cNvSpPr/>
            <p:nvPr/>
          </p:nvSpPr>
          <p:spPr>
            <a:xfrm>
              <a:off x="4040350" y="490854"/>
              <a:ext cx="484515" cy="821052"/>
            </a:xfrm>
            <a:custGeom>
              <a:rect b="b" l="l" r="r" t="t"/>
              <a:pathLst>
                <a:path extrusionOk="0" h="7729" w="4561">
                  <a:moveTo>
                    <a:pt x="108" y="1"/>
                  </a:moveTo>
                  <a:cubicBezTo>
                    <a:pt x="84" y="84"/>
                    <a:pt x="36" y="168"/>
                    <a:pt x="1" y="263"/>
                  </a:cubicBezTo>
                  <a:lnTo>
                    <a:pt x="4275" y="7716"/>
                  </a:lnTo>
                  <a:cubicBezTo>
                    <a:pt x="4370" y="7728"/>
                    <a:pt x="4477" y="7728"/>
                    <a:pt x="4561" y="7728"/>
                  </a:cubicBezTo>
                  <a:lnTo>
                    <a:pt x="108"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19"/>
            <p:cNvSpPr/>
            <p:nvPr/>
          </p:nvSpPr>
          <p:spPr>
            <a:xfrm>
              <a:off x="4101114" y="393547"/>
              <a:ext cx="542623" cy="915809"/>
            </a:xfrm>
            <a:custGeom>
              <a:rect b="b" l="l" r="r" t="t"/>
              <a:pathLst>
                <a:path extrusionOk="0" h="8621" w="5108">
                  <a:moveTo>
                    <a:pt x="167" y="0"/>
                  </a:moveTo>
                  <a:cubicBezTo>
                    <a:pt x="107" y="60"/>
                    <a:pt x="48" y="131"/>
                    <a:pt x="0" y="191"/>
                  </a:cubicBezTo>
                  <a:lnTo>
                    <a:pt x="4858" y="8620"/>
                  </a:lnTo>
                  <a:cubicBezTo>
                    <a:pt x="4941" y="8596"/>
                    <a:pt x="5025" y="8596"/>
                    <a:pt x="5108" y="8585"/>
                  </a:cubicBezTo>
                  <a:lnTo>
                    <a:pt x="167"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19"/>
            <p:cNvSpPr/>
            <p:nvPr/>
          </p:nvSpPr>
          <p:spPr>
            <a:xfrm>
              <a:off x="4175687" y="316318"/>
              <a:ext cx="573111" cy="969030"/>
            </a:xfrm>
            <a:custGeom>
              <a:rect b="b" l="l" r="r" t="t"/>
              <a:pathLst>
                <a:path extrusionOk="0" h="9122" w="5395">
                  <a:moveTo>
                    <a:pt x="179" y="1"/>
                  </a:moveTo>
                  <a:cubicBezTo>
                    <a:pt x="120" y="60"/>
                    <a:pt x="60" y="96"/>
                    <a:pt x="1" y="156"/>
                  </a:cubicBezTo>
                  <a:lnTo>
                    <a:pt x="5168" y="9121"/>
                  </a:lnTo>
                  <a:cubicBezTo>
                    <a:pt x="5239" y="9085"/>
                    <a:pt x="5311" y="9073"/>
                    <a:pt x="5394" y="9050"/>
                  </a:cubicBezTo>
                  <a:lnTo>
                    <a:pt x="17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19"/>
            <p:cNvSpPr/>
            <p:nvPr/>
          </p:nvSpPr>
          <p:spPr>
            <a:xfrm>
              <a:off x="4259184" y="256935"/>
              <a:ext cx="581928" cy="986664"/>
            </a:xfrm>
            <a:custGeom>
              <a:rect b="b" l="l" r="r" t="t"/>
              <a:pathLst>
                <a:path extrusionOk="0" h="9288" w="5478">
                  <a:moveTo>
                    <a:pt x="215" y="0"/>
                  </a:moveTo>
                  <a:cubicBezTo>
                    <a:pt x="167" y="24"/>
                    <a:pt x="143" y="48"/>
                    <a:pt x="108" y="60"/>
                  </a:cubicBezTo>
                  <a:cubicBezTo>
                    <a:pt x="84" y="84"/>
                    <a:pt x="36" y="107"/>
                    <a:pt x="0" y="119"/>
                  </a:cubicBezTo>
                  <a:lnTo>
                    <a:pt x="5275" y="9287"/>
                  </a:lnTo>
                  <a:cubicBezTo>
                    <a:pt x="5299" y="9275"/>
                    <a:pt x="5346" y="9251"/>
                    <a:pt x="5382" y="9228"/>
                  </a:cubicBezTo>
                  <a:cubicBezTo>
                    <a:pt x="5406" y="9216"/>
                    <a:pt x="5454" y="9192"/>
                    <a:pt x="5477" y="9168"/>
                  </a:cubicBezTo>
                  <a:lnTo>
                    <a:pt x="21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19"/>
            <p:cNvSpPr/>
            <p:nvPr/>
          </p:nvSpPr>
          <p:spPr>
            <a:xfrm>
              <a:off x="4354047" y="216462"/>
              <a:ext cx="573005" cy="968924"/>
            </a:xfrm>
            <a:custGeom>
              <a:rect b="b" l="l" r="r" t="t"/>
              <a:pathLst>
                <a:path extrusionOk="0" h="9121" w="5394">
                  <a:moveTo>
                    <a:pt x="227" y="0"/>
                  </a:moveTo>
                  <a:cubicBezTo>
                    <a:pt x="155" y="12"/>
                    <a:pt x="84" y="48"/>
                    <a:pt x="0" y="72"/>
                  </a:cubicBezTo>
                  <a:lnTo>
                    <a:pt x="5215" y="9120"/>
                  </a:lnTo>
                  <a:cubicBezTo>
                    <a:pt x="5275" y="9073"/>
                    <a:pt x="5334" y="9013"/>
                    <a:pt x="5394" y="8954"/>
                  </a:cubicBezTo>
                  <a:lnTo>
                    <a:pt x="227"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19"/>
            <p:cNvSpPr/>
            <p:nvPr/>
          </p:nvSpPr>
          <p:spPr>
            <a:xfrm>
              <a:off x="4459003" y="192454"/>
              <a:ext cx="542729" cy="915809"/>
            </a:xfrm>
            <a:custGeom>
              <a:rect b="b" l="l" r="r" t="t"/>
              <a:pathLst>
                <a:path extrusionOk="0" h="8621" w="5109">
                  <a:moveTo>
                    <a:pt x="251" y="0"/>
                  </a:moveTo>
                  <a:cubicBezTo>
                    <a:pt x="167" y="0"/>
                    <a:pt x="72" y="12"/>
                    <a:pt x="1" y="36"/>
                  </a:cubicBezTo>
                  <a:lnTo>
                    <a:pt x="4942" y="8620"/>
                  </a:lnTo>
                  <a:cubicBezTo>
                    <a:pt x="5001" y="8561"/>
                    <a:pt x="5049" y="8489"/>
                    <a:pt x="5108" y="8406"/>
                  </a:cubicBezTo>
                  <a:lnTo>
                    <a:pt x="25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19"/>
            <p:cNvSpPr/>
            <p:nvPr/>
          </p:nvSpPr>
          <p:spPr>
            <a:xfrm>
              <a:off x="4575431" y="189904"/>
              <a:ext cx="485790" cy="819671"/>
            </a:xfrm>
            <a:custGeom>
              <a:rect b="b" l="l" r="r" t="t"/>
              <a:pathLst>
                <a:path extrusionOk="0" h="7716" w="4573">
                  <a:moveTo>
                    <a:pt x="0" y="0"/>
                  </a:moveTo>
                  <a:lnTo>
                    <a:pt x="4453" y="7715"/>
                  </a:lnTo>
                  <a:cubicBezTo>
                    <a:pt x="4501" y="7632"/>
                    <a:pt x="4548" y="7549"/>
                    <a:pt x="4572" y="7465"/>
                  </a:cubicBezTo>
                  <a:lnTo>
                    <a:pt x="286" y="12"/>
                  </a:lnTo>
                  <a:cubicBezTo>
                    <a:pt x="179" y="0"/>
                    <a:pt x="95" y="0"/>
                    <a:pt x="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19"/>
            <p:cNvSpPr/>
            <p:nvPr/>
          </p:nvSpPr>
          <p:spPr>
            <a:xfrm>
              <a:off x="4708218" y="211363"/>
              <a:ext cx="394644" cy="671692"/>
            </a:xfrm>
            <a:custGeom>
              <a:rect b="b" l="l" r="r" t="t"/>
              <a:pathLst>
                <a:path extrusionOk="0" h="6323" w="3715">
                  <a:moveTo>
                    <a:pt x="0" y="1"/>
                  </a:moveTo>
                  <a:lnTo>
                    <a:pt x="3632" y="6323"/>
                  </a:lnTo>
                  <a:cubicBezTo>
                    <a:pt x="3667" y="6204"/>
                    <a:pt x="3679" y="6085"/>
                    <a:pt x="3715" y="5989"/>
                  </a:cubicBezTo>
                  <a:lnTo>
                    <a:pt x="334" y="120"/>
                  </a:lnTo>
                  <a:cubicBezTo>
                    <a:pt x="226" y="72"/>
                    <a:pt x="119" y="36"/>
                    <a:pt x="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19"/>
            <p:cNvSpPr/>
            <p:nvPr/>
          </p:nvSpPr>
          <p:spPr>
            <a:xfrm>
              <a:off x="4876380" y="293585"/>
              <a:ext cx="232856" cy="403568"/>
            </a:xfrm>
            <a:custGeom>
              <a:rect b="b" l="l" r="r" t="t"/>
              <a:pathLst>
                <a:path extrusionOk="0" h="3799" w="2192">
                  <a:moveTo>
                    <a:pt x="1" y="1"/>
                  </a:moveTo>
                  <a:lnTo>
                    <a:pt x="2191" y="3799"/>
                  </a:lnTo>
                  <a:cubicBezTo>
                    <a:pt x="2168" y="3572"/>
                    <a:pt x="2132" y="3346"/>
                    <a:pt x="2084" y="3144"/>
                  </a:cubicBezTo>
                  <a:lnTo>
                    <a:pt x="525" y="429"/>
                  </a:lnTo>
                  <a:cubicBezTo>
                    <a:pt x="358" y="274"/>
                    <a:pt x="179" y="120"/>
                    <a:pt x="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95" name="Google Shape;795;p1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796" name="Google Shape;796;p19"/>
          <p:cNvSpPr txBox="1"/>
          <p:nvPr>
            <p:ph idx="1" type="subTitle"/>
          </p:nvPr>
        </p:nvSpPr>
        <p:spPr>
          <a:xfrm>
            <a:off x="1149022" y="1148895"/>
            <a:ext cx="2967000" cy="5577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Raleway"/>
              <a:buNone/>
              <a:defRPr b="1" sz="1800">
                <a:solidFill>
                  <a:schemeClr val="dk1"/>
                </a:solidFill>
                <a:latin typeface="Raleway"/>
                <a:ea typeface="Raleway"/>
                <a:cs typeface="Raleway"/>
                <a:sym typeface="Raleway"/>
              </a:defRPr>
            </a:lvl1pPr>
            <a:lvl2pPr lvl="1"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p:txBody>
      </p:sp>
      <p:sp>
        <p:nvSpPr>
          <p:cNvPr id="797" name="Google Shape;797;p19"/>
          <p:cNvSpPr txBox="1"/>
          <p:nvPr>
            <p:ph idx="2" type="subTitle"/>
          </p:nvPr>
        </p:nvSpPr>
        <p:spPr>
          <a:xfrm>
            <a:off x="1149024" y="1690895"/>
            <a:ext cx="2967000" cy="10278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b="1"/>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798" name="Google Shape;798;p19"/>
          <p:cNvSpPr txBox="1"/>
          <p:nvPr>
            <p:ph idx="3" type="subTitle"/>
          </p:nvPr>
        </p:nvSpPr>
        <p:spPr>
          <a:xfrm>
            <a:off x="5457000" y="1690895"/>
            <a:ext cx="2967000" cy="10278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b="1"/>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799" name="Google Shape;799;p19"/>
          <p:cNvSpPr txBox="1"/>
          <p:nvPr>
            <p:ph idx="4" type="subTitle"/>
          </p:nvPr>
        </p:nvSpPr>
        <p:spPr>
          <a:xfrm>
            <a:off x="1149024" y="3489505"/>
            <a:ext cx="2967000" cy="10278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b="1"/>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800" name="Google Shape;800;p19"/>
          <p:cNvSpPr txBox="1"/>
          <p:nvPr>
            <p:ph idx="5" type="subTitle"/>
          </p:nvPr>
        </p:nvSpPr>
        <p:spPr>
          <a:xfrm>
            <a:off x="5457000" y="3489505"/>
            <a:ext cx="2967000" cy="10278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b="1"/>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801" name="Google Shape;801;p19"/>
          <p:cNvSpPr txBox="1"/>
          <p:nvPr>
            <p:ph idx="6" type="subTitle"/>
          </p:nvPr>
        </p:nvSpPr>
        <p:spPr>
          <a:xfrm>
            <a:off x="1149022" y="2942180"/>
            <a:ext cx="2967000" cy="5577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Raleway"/>
              <a:buNone/>
              <a:defRPr b="1" sz="1800">
                <a:solidFill>
                  <a:schemeClr val="dk1"/>
                </a:solidFill>
                <a:latin typeface="Raleway"/>
                <a:ea typeface="Raleway"/>
                <a:cs typeface="Raleway"/>
                <a:sym typeface="Raleway"/>
              </a:defRPr>
            </a:lvl1pPr>
            <a:lvl2pPr lvl="1"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p:txBody>
      </p:sp>
      <p:sp>
        <p:nvSpPr>
          <p:cNvPr id="802" name="Google Shape;802;p19"/>
          <p:cNvSpPr txBox="1"/>
          <p:nvPr>
            <p:ph idx="7" type="subTitle"/>
          </p:nvPr>
        </p:nvSpPr>
        <p:spPr>
          <a:xfrm>
            <a:off x="5456998" y="1157758"/>
            <a:ext cx="2967000" cy="5259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Raleway"/>
              <a:buNone/>
              <a:defRPr b="1" sz="1800">
                <a:solidFill>
                  <a:schemeClr val="dk1"/>
                </a:solidFill>
                <a:latin typeface="Raleway"/>
                <a:ea typeface="Raleway"/>
                <a:cs typeface="Raleway"/>
                <a:sym typeface="Raleway"/>
              </a:defRPr>
            </a:lvl1pPr>
            <a:lvl2pPr lvl="1"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p:txBody>
      </p:sp>
      <p:sp>
        <p:nvSpPr>
          <p:cNvPr id="803" name="Google Shape;803;p19"/>
          <p:cNvSpPr txBox="1"/>
          <p:nvPr>
            <p:ph idx="8" type="subTitle"/>
          </p:nvPr>
        </p:nvSpPr>
        <p:spPr>
          <a:xfrm>
            <a:off x="5456998" y="2942180"/>
            <a:ext cx="2967000" cy="5577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Raleway"/>
              <a:buNone/>
              <a:defRPr b="1" sz="1800">
                <a:solidFill>
                  <a:schemeClr val="dk1"/>
                </a:solidFill>
                <a:latin typeface="Raleway"/>
                <a:ea typeface="Raleway"/>
                <a:cs typeface="Raleway"/>
                <a:sym typeface="Raleway"/>
              </a:defRPr>
            </a:lvl1pPr>
            <a:lvl2pPr lvl="1"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804" name="Shape 804"/>
        <p:cNvGrpSpPr/>
        <p:nvPr/>
      </p:nvGrpSpPr>
      <p:grpSpPr>
        <a:xfrm>
          <a:off x="0" y="0"/>
          <a:ext cx="0" cy="0"/>
          <a:chOff x="0" y="0"/>
          <a:chExt cx="0" cy="0"/>
        </a:xfrm>
      </p:grpSpPr>
      <p:grpSp>
        <p:nvGrpSpPr>
          <p:cNvPr id="805" name="Google Shape;805;p20"/>
          <p:cNvGrpSpPr/>
          <p:nvPr/>
        </p:nvGrpSpPr>
        <p:grpSpPr>
          <a:xfrm>
            <a:off x="6081647" y="-523861"/>
            <a:ext cx="2337963" cy="1058857"/>
            <a:chOff x="867497" y="4760889"/>
            <a:chExt cx="2337963" cy="1058857"/>
          </a:xfrm>
        </p:grpSpPr>
        <p:grpSp>
          <p:nvGrpSpPr>
            <p:cNvPr id="806" name="Google Shape;806;p20"/>
            <p:cNvGrpSpPr/>
            <p:nvPr/>
          </p:nvGrpSpPr>
          <p:grpSpPr>
            <a:xfrm>
              <a:off x="2099672" y="4760889"/>
              <a:ext cx="1105788" cy="1058857"/>
              <a:chOff x="4252810" y="2035226"/>
              <a:chExt cx="624951" cy="598394"/>
            </a:xfrm>
          </p:grpSpPr>
          <p:sp>
            <p:nvSpPr>
              <p:cNvPr id="807" name="Google Shape;807;p20"/>
              <p:cNvSpPr/>
              <p:nvPr/>
            </p:nvSpPr>
            <p:spPr>
              <a:xfrm>
                <a:off x="4252810" y="2035226"/>
                <a:ext cx="38137" cy="39305"/>
              </a:xfrm>
              <a:custGeom>
                <a:rect b="b" l="l" r="r" t="t"/>
                <a:pathLst>
                  <a:path extrusionOk="0" h="370" w="359">
                    <a:moveTo>
                      <a:pt x="180" y="0"/>
                    </a:moveTo>
                    <a:cubicBezTo>
                      <a:pt x="84" y="0"/>
                      <a:pt x="1" y="84"/>
                      <a:pt x="1" y="191"/>
                    </a:cubicBezTo>
                    <a:cubicBezTo>
                      <a:pt x="1" y="286"/>
                      <a:pt x="84" y="369"/>
                      <a:pt x="180" y="369"/>
                    </a:cubicBezTo>
                    <a:cubicBezTo>
                      <a:pt x="287" y="369"/>
                      <a:pt x="358" y="286"/>
                      <a:pt x="358" y="191"/>
                    </a:cubicBezTo>
                    <a:cubicBezTo>
                      <a:pt x="358" y="96"/>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20"/>
              <p:cNvSpPr/>
              <p:nvPr/>
            </p:nvSpPr>
            <p:spPr>
              <a:xfrm>
                <a:off x="4351498" y="2035226"/>
                <a:ext cx="38030" cy="39305"/>
              </a:xfrm>
              <a:custGeom>
                <a:rect b="b" l="l" r="r" t="t"/>
                <a:pathLst>
                  <a:path extrusionOk="0" h="370" w="358">
                    <a:moveTo>
                      <a:pt x="179" y="0"/>
                    </a:moveTo>
                    <a:cubicBezTo>
                      <a:pt x="72" y="0"/>
                      <a:pt x="1" y="84"/>
                      <a:pt x="1" y="191"/>
                    </a:cubicBezTo>
                    <a:cubicBezTo>
                      <a:pt x="1" y="286"/>
                      <a:pt x="72" y="369"/>
                      <a:pt x="179" y="369"/>
                    </a:cubicBezTo>
                    <a:cubicBezTo>
                      <a:pt x="286" y="369"/>
                      <a:pt x="358" y="286"/>
                      <a:pt x="358" y="191"/>
                    </a:cubicBezTo>
                    <a:cubicBezTo>
                      <a:pt x="358" y="96"/>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20"/>
              <p:cNvSpPr/>
              <p:nvPr/>
            </p:nvSpPr>
            <p:spPr>
              <a:xfrm>
                <a:off x="4448911" y="2035226"/>
                <a:ext cx="38030" cy="39305"/>
              </a:xfrm>
              <a:custGeom>
                <a:rect b="b" l="l" r="r" t="t"/>
                <a:pathLst>
                  <a:path extrusionOk="0" h="370" w="358">
                    <a:moveTo>
                      <a:pt x="179" y="0"/>
                    </a:moveTo>
                    <a:cubicBezTo>
                      <a:pt x="84" y="0"/>
                      <a:pt x="0" y="84"/>
                      <a:pt x="0" y="191"/>
                    </a:cubicBezTo>
                    <a:cubicBezTo>
                      <a:pt x="0" y="286"/>
                      <a:pt x="84" y="369"/>
                      <a:pt x="179" y="369"/>
                    </a:cubicBezTo>
                    <a:cubicBezTo>
                      <a:pt x="286" y="369"/>
                      <a:pt x="358" y="286"/>
                      <a:pt x="358" y="191"/>
                    </a:cubicBezTo>
                    <a:cubicBezTo>
                      <a:pt x="358" y="96"/>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20"/>
              <p:cNvSpPr/>
              <p:nvPr/>
            </p:nvSpPr>
            <p:spPr>
              <a:xfrm>
                <a:off x="4547599" y="2035226"/>
                <a:ext cx="38030" cy="39305"/>
              </a:xfrm>
              <a:custGeom>
                <a:rect b="b" l="l" r="r" t="t"/>
                <a:pathLst>
                  <a:path extrusionOk="0" h="370" w="358">
                    <a:moveTo>
                      <a:pt x="179" y="0"/>
                    </a:moveTo>
                    <a:cubicBezTo>
                      <a:pt x="72" y="0"/>
                      <a:pt x="0" y="84"/>
                      <a:pt x="0" y="191"/>
                    </a:cubicBezTo>
                    <a:cubicBezTo>
                      <a:pt x="0" y="286"/>
                      <a:pt x="72" y="369"/>
                      <a:pt x="179" y="369"/>
                    </a:cubicBezTo>
                    <a:cubicBezTo>
                      <a:pt x="286" y="369"/>
                      <a:pt x="357" y="286"/>
                      <a:pt x="357" y="191"/>
                    </a:cubicBezTo>
                    <a:cubicBezTo>
                      <a:pt x="357" y="96"/>
                      <a:pt x="262"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20"/>
              <p:cNvSpPr/>
              <p:nvPr/>
            </p:nvSpPr>
            <p:spPr>
              <a:xfrm>
                <a:off x="4643630" y="2035226"/>
                <a:ext cx="38137" cy="39305"/>
              </a:xfrm>
              <a:custGeom>
                <a:rect b="b" l="l" r="r" t="t"/>
                <a:pathLst>
                  <a:path extrusionOk="0" h="370" w="359">
                    <a:moveTo>
                      <a:pt x="180" y="0"/>
                    </a:moveTo>
                    <a:cubicBezTo>
                      <a:pt x="72" y="0"/>
                      <a:pt x="1" y="84"/>
                      <a:pt x="1" y="191"/>
                    </a:cubicBezTo>
                    <a:cubicBezTo>
                      <a:pt x="1" y="286"/>
                      <a:pt x="72" y="369"/>
                      <a:pt x="180" y="369"/>
                    </a:cubicBezTo>
                    <a:cubicBezTo>
                      <a:pt x="287" y="369"/>
                      <a:pt x="358" y="286"/>
                      <a:pt x="358" y="191"/>
                    </a:cubicBezTo>
                    <a:cubicBezTo>
                      <a:pt x="358" y="96"/>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20"/>
              <p:cNvSpPr/>
              <p:nvPr/>
            </p:nvSpPr>
            <p:spPr>
              <a:xfrm>
                <a:off x="4742318" y="2035226"/>
                <a:ext cx="38030" cy="39305"/>
              </a:xfrm>
              <a:custGeom>
                <a:rect b="b" l="l" r="r" t="t"/>
                <a:pathLst>
                  <a:path extrusionOk="0" h="370" w="358">
                    <a:moveTo>
                      <a:pt x="179" y="0"/>
                    </a:moveTo>
                    <a:cubicBezTo>
                      <a:pt x="72" y="0"/>
                      <a:pt x="1" y="84"/>
                      <a:pt x="1" y="191"/>
                    </a:cubicBezTo>
                    <a:cubicBezTo>
                      <a:pt x="1" y="286"/>
                      <a:pt x="72" y="369"/>
                      <a:pt x="179" y="369"/>
                    </a:cubicBezTo>
                    <a:cubicBezTo>
                      <a:pt x="275" y="369"/>
                      <a:pt x="358" y="286"/>
                      <a:pt x="358" y="191"/>
                    </a:cubicBezTo>
                    <a:cubicBezTo>
                      <a:pt x="358" y="96"/>
                      <a:pt x="275"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20"/>
              <p:cNvSpPr/>
              <p:nvPr/>
            </p:nvSpPr>
            <p:spPr>
              <a:xfrm>
                <a:off x="4839731" y="2035226"/>
                <a:ext cx="38030" cy="39305"/>
              </a:xfrm>
              <a:custGeom>
                <a:rect b="b" l="l" r="r" t="t"/>
                <a:pathLst>
                  <a:path extrusionOk="0" h="370" w="358">
                    <a:moveTo>
                      <a:pt x="179" y="0"/>
                    </a:moveTo>
                    <a:cubicBezTo>
                      <a:pt x="72" y="0"/>
                      <a:pt x="0" y="84"/>
                      <a:pt x="0" y="191"/>
                    </a:cubicBezTo>
                    <a:cubicBezTo>
                      <a:pt x="0" y="286"/>
                      <a:pt x="72" y="369"/>
                      <a:pt x="179" y="369"/>
                    </a:cubicBezTo>
                    <a:cubicBezTo>
                      <a:pt x="286" y="369"/>
                      <a:pt x="358" y="286"/>
                      <a:pt x="358" y="191"/>
                    </a:cubicBezTo>
                    <a:cubicBezTo>
                      <a:pt x="358" y="96"/>
                      <a:pt x="274"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20"/>
              <p:cNvSpPr/>
              <p:nvPr/>
            </p:nvSpPr>
            <p:spPr>
              <a:xfrm>
                <a:off x="4252810" y="2147829"/>
                <a:ext cx="38137" cy="38030"/>
              </a:xfrm>
              <a:custGeom>
                <a:rect b="b" l="l" r="r" t="t"/>
                <a:pathLst>
                  <a:path extrusionOk="0" h="358" w="359">
                    <a:moveTo>
                      <a:pt x="180" y="0"/>
                    </a:moveTo>
                    <a:cubicBezTo>
                      <a:pt x="84" y="0"/>
                      <a:pt x="1" y="83"/>
                      <a:pt x="1" y="179"/>
                    </a:cubicBezTo>
                    <a:cubicBezTo>
                      <a:pt x="1" y="286"/>
                      <a:pt x="84" y="357"/>
                      <a:pt x="180" y="357"/>
                    </a:cubicBezTo>
                    <a:cubicBezTo>
                      <a:pt x="287" y="357"/>
                      <a:pt x="358" y="286"/>
                      <a:pt x="358" y="179"/>
                    </a:cubicBezTo>
                    <a:cubicBezTo>
                      <a:pt x="358" y="83"/>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20"/>
              <p:cNvSpPr/>
              <p:nvPr/>
            </p:nvSpPr>
            <p:spPr>
              <a:xfrm>
                <a:off x="4351498" y="2147829"/>
                <a:ext cx="38030" cy="38030"/>
              </a:xfrm>
              <a:custGeom>
                <a:rect b="b" l="l" r="r" t="t"/>
                <a:pathLst>
                  <a:path extrusionOk="0" h="358" w="358">
                    <a:moveTo>
                      <a:pt x="179" y="0"/>
                    </a:moveTo>
                    <a:cubicBezTo>
                      <a:pt x="72" y="0"/>
                      <a:pt x="1" y="83"/>
                      <a:pt x="1" y="179"/>
                    </a:cubicBezTo>
                    <a:cubicBezTo>
                      <a:pt x="1" y="286"/>
                      <a:pt x="72" y="357"/>
                      <a:pt x="179" y="357"/>
                    </a:cubicBezTo>
                    <a:cubicBezTo>
                      <a:pt x="286" y="357"/>
                      <a:pt x="358" y="286"/>
                      <a:pt x="358" y="179"/>
                    </a:cubicBezTo>
                    <a:cubicBezTo>
                      <a:pt x="358" y="83"/>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20"/>
              <p:cNvSpPr/>
              <p:nvPr/>
            </p:nvSpPr>
            <p:spPr>
              <a:xfrm>
                <a:off x="4448911" y="2147829"/>
                <a:ext cx="38030" cy="38030"/>
              </a:xfrm>
              <a:custGeom>
                <a:rect b="b" l="l" r="r" t="t"/>
                <a:pathLst>
                  <a:path extrusionOk="0" h="358" w="358">
                    <a:moveTo>
                      <a:pt x="179" y="0"/>
                    </a:moveTo>
                    <a:cubicBezTo>
                      <a:pt x="84" y="0"/>
                      <a:pt x="0" y="83"/>
                      <a:pt x="0" y="179"/>
                    </a:cubicBezTo>
                    <a:cubicBezTo>
                      <a:pt x="0" y="286"/>
                      <a:pt x="84" y="357"/>
                      <a:pt x="179" y="357"/>
                    </a:cubicBezTo>
                    <a:cubicBezTo>
                      <a:pt x="286" y="357"/>
                      <a:pt x="358" y="286"/>
                      <a:pt x="358" y="179"/>
                    </a:cubicBezTo>
                    <a:cubicBezTo>
                      <a:pt x="358" y="83"/>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20"/>
              <p:cNvSpPr/>
              <p:nvPr/>
            </p:nvSpPr>
            <p:spPr>
              <a:xfrm>
                <a:off x="4547599" y="2147829"/>
                <a:ext cx="38030" cy="38030"/>
              </a:xfrm>
              <a:custGeom>
                <a:rect b="b" l="l" r="r" t="t"/>
                <a:pathLst>
                  <a:path extrusionOk="0" h="358" w="358">
                    <a:moveTo>
                      <a:pt x="179" y="0"/>
                    </a:moveTo>
                    <a:cubicBezTo>
                      <a:pt x="72" y="0"/>
                      <a:pt x="0" y="83"/>
                      <a:pt x="0" y="179"/>
                    </a:cubicBezTo>
                    <a:cubicBezTo>
                      <a:pt x="0" y="286"/>
                      <a:pt x="72" y="357"/>
                      <a:pt x="179" y="357"/>
                    </a:cubicBezTo>
                    <a:cubicBezTo>
                      <a:pt x="286" y="357"/>
                      <a:pt x="357" y="286"/>
                      <a:pt x="357" y="179"/>
                    </a:cubicBezTo>
                    <a:cubicBezTo>
                      <a:pt x="357" y="83"/>
                      <a:pt x="262"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20"/>
              <p:cNvSpPr/>
              <p:nvPr/>
            </p:nvSpPr>
            <p:spPr>
              <a:xfrm>
                <a:off x="4643630" y="2147829"/>
                <a:ext cx="38137" cy="38030"/>
              </a:xfrm>
              <a:custGeom>
                <a:rect b="b" l="l" r="r" t="t"/>
                <a:pathLst>
                  <a:path extrusionOk="0" h="358" w="359">
                    <a:moveTo>
                      <a:pt x="180" y="0"/>
                    </a:moveTo>
                    <a:cubicBezTo>
                      <a:pt x="72" y="0"/>
                      <a:pt x="1" y="83"/>
                      <a:pt x="1" y="179"/>
                    </a:cubicBezTo>
                    <a:cubicBezTo>
                      <a:pt x="1" y="286"/>
                      <a:pt x="72" y="357"/>
                      <a:pt x="180" y="357"/>
                    </a:cubicBezTo>
                    <a:cubicBezTo>
                      <a:pt x="287" y="357"/>
                      <a:pt x="358" y="286"/>
                      <a:pt x="358" y="179"/>
                    </a:cubicBezTo>
                    <a:cubicBezTo>
                      <a:pt x="358" y="83"/>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20"/>
              <p:cNvSpPr/>
              <p:nvPr/>
            </p:nvSpPr>
            <p:spPr>
              <a:xfrm>
                <a:off x="4742318" y="2147829"/>
                <a:ext cx="38030" cy="38030"/>
              </a:xfrm>
              <a:custGeom>
                <a:rect b="b" l="l" r="r" t="t"/>
                <a:pathLst>
                  <a:path extrusionOk="0" h="358" w="358">
                    <a:moveTo>
                      <a:pt x="179" y="0"/>
                    </a:moveTo>
                    <a:cubicBezTo>
                      <a:pt x="72" y="0"/>
                      <a:pt x="1" y="83"/>
                      <a:pt x="1" y="179"/>
                    </a:cubicBezTo>
                    <a:cubicBezTo>
                      <a:pt x="1" y="286"/>
                      <a:pt x="72" y="357"/>
                      <a:pt x="179" y="357"/>
                    </a:cubicBezTo>
                    <a:cubicBezTo>
                      <a:pt x="275" y="357"/>
                      <a:pt x="358" y="286"/>
                      <a:pt x="358" y="179"/>
                    </a:cubicBezTo>
                    <a:cubicBezTo>
                      <a:pt x="358" y="83"/>
                      <a:pt x="275"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20"/>
              <p:cNvSpPr/>
              <p:nvPr/>
            </p:nvSpPr>
            <p:spPr>
              <a:xfrm>
                <a:off x="4839731" y="2147829"/>
                <a:ext cx="38030" cy="38030"/>
              </a:xfrm>
              <a:custGeom>
                <a:rect b="b" l="l" r="r" t="t"/>
                <a:pathLst>
                  <a:path extrusionOk="0" h="358" w="358">
                    <a:moveTo>
                      <a:pt x="179" y="0"/>
                    </a:moveTo>
                    <a:cubicBezTo>
                      <a:pt x="72" y="0"/>
                      <a:pt x="0" y="83"/>
                      <a:pt x="0" y="179"/>
                    </a:cubicBezTo>
                    <a:cubicBezTo>
                      <a:pt x="0" y="286"/>
                      <a:pt x="72" y="357"/>
                      <a:pt x="179" y="357"/>
                    </a:cubicBezTo>
                    <a:cubicBezTo>
                      <a:pt x="286" y="357"/>
                      <a:pt x="358" y="286"/>
                      <a:pt x="358" y="179"/>
                    </a:cubicBezTo>
                    <a:cubicBezTo>
                      <a:pt x="358" y="83"/>
                      <a:pt x="274"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20"/>
              <p:cNvSpPr/>
              <p:nvPr/>
            </p:nvSpPr>
            <p:spPr>
              <a:xfrm>
                <a:off x="4252810" y="2260327"/>
                <a:ext cx="38137" cy="38030"/>
              </a:xfrm>
              <a:custGeom>
                <a:rect b="b" l="l" r="r" t="t"/>
                <a:pathLst>
                  <a:path extrusionOk="0" h="358" w="359">
                    <a:moveTo>
                      <a:pt x="180" y="1"/>
                    </a:moveTo>
                    <a:cubicBezTo>
                      <a:pt x="84" y="1"/>
                      <a:pt x="1" y="72"/>
                      <a:pt x="1" y="179"/>
                    </a:cubicBezTo>
                    <a:cubicBezTo>
                      <a:pt x="1" y="286"/>
                      <a:pt x="84" y="358"/>
                      <a:pt x="180" y="358"/>
                    </a:cubicBezTo>
                    <a:cubicBezTo>
                      <a:pt x="287" y="358"/>
                      <a:pt x="358" y="286"/>
                      <a:pt x="358" y="179"/>
                    </a:cubicBezTo>
                    <a:cubicBezTo>
                      <a:pt x="358" y="72"/>
                      <a:pt x="287" y="1"/>
                      <a:pt x="1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20"/>
              <p:cNvSpPr/>
              <p:nvPr/>
            </p:nvSpPr>
            <p:spPr>
              <a:xfrm>
                <a:off x="4351498" y="2260327"/>
                <a:ext cx="38030" cy="38030"/>
              </a:xfrm>
              <a:custGeom>
                <a:rect b="b" l="l" r="r" t="t"/>
                <a:pathLst>
                  <a:path extrusionOk="0" h="358" w="358">
                    <a:moveTo>
                      <a:pt x="179" y="1"/>
                    </a:moveTo>
                    <a:cubicBezTo>
                      <a:pt x="72" y="1"/>
                      <a:pt x="1" y="72"/>
                      <a:pt x="1" y="179"/>
                    </a:cubicBezTo>
                    <a:cubicBezTo>
                      <a:pt x="1" y="286"/>
                      <a:pt x="72" y="358"/>
                      <a:pt x="179" y="358"/>
                    </a:cubicBezTo>
                    <a:cubicBezTo>
                      <a:pt x="286" y="358"/>
                      <a:pt x="358" y="286"/>
                      <a:pt x="358" y="179"/>
                    </a:cubicBezTo>
                    <a:cubicBezTo>
                      <a:pt x="358" y="72"/>
                      <a:pt x="286"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20"/>
              <p:cNvSpPr/>
              <p:nvPr/>
            </p:nvSpPr>
            <p:spPr>
              <a:xfrm>
                <a:off x="4448911" y="2260327"/>
                <a:ext cx="38030" cy="38030"/>
              </a:xfrm>
              <a:custGeom>
                <a:rect b="b" l="l" r="r" t="t"/>
                <a:pathLst>
                  <a:path extrusionOk="0" h="358" w="358">
                    <a:moveTo>
                      <a:pt x="179" y="1"/>
                    </a:moveTo>
                    <a:cubicBezTo>
                      <a:pt x="84" y="1"/>
                      <a:pt x="0" y="72"/>
                      <a:pt x="0" y="179"/>
                    </a:cubicBezTo>
                    <a:cubicBezTo>
                      <a:pt x="0" y="286"/>
                      <a:pt x="84" y="358"/>
                      <a:pt x="179" y="358"/>
                    </a:cubicBezTo>
                    <a:cubicBezTo>
                      <a:pt x="286" y="358"/>
                      <a:pt x="358" y="286"/>
                      <a:pt x="358" y="179"/>
                    </a:cubicBezTo>
                    <a:cubicBezTo>
                      <a:pt x="358" y="72"/>
                      <a:pt x="286"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20"/>
              <p:cNvSpPr/>
              <p:nvPr/>
            </p:nvSpPr>
            <p:spPr>
              <a:xfrm>
                <a:off x="4547599" y="2260327"/>
                <a:ext cx="38030" cy="38030"/>
              </a:xfrm>
              <a:custGeom>
                <a:rect b="b" l="l" r="r" t="t"/>
                <a:pathLst>
                  <a:path extrusionOk="0" h="358" w="358">
                    <a:moveTo>
                      <a:pt x="179" y="1"/>
                    </a:moveTo>
                    <a:cubicBezTo>
                      <a:pt x="72" y="1"/>
                      <a:pt x="0" y="72"/>
                      <a:pt x="0" y="179"/>
                    </a:cubicBezTo>
                    <a:cubicBezTo>
                      <a:pt x="0" y="286"/>
                      <a:pt x="72" y="358"/>
                      <a:pt x="179" y="358"/>
                    </a:cubicBezTo>
                    <a:cubicBezTo>
                      <a:pt x="286" y="358"/>
                      <a:pt x="357" y="286"/>
                      <a:pt x="357" y="179"/>
                    </a:cubicBezTo>
                    <a:cubicBezTo>
                      <a:pt x="357" y="72"/>
                      <a:pt x="262"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20"/>
              <p:cNvSpPr/>
              <p:nvPr/>
            </p:nvSpPr>
            <p:spPr>
              <a:xfrm>
                <a:off x="4643630" y="2260327"/>
                <a:ext cx="38137" cy="38030"/>
              </a:xfrm>
              <a:custGeom>
                <a:rect b="b" l="l" r="r" t="t"/>
                <a:pathLst>
                  <a:path extrusionOk="0" h="358" w="359">
                    <a:moveTo>
                      <a:pt x="180" y="1"/>
                    </a:moveTo>
                    <a:cubicBezTo>
                      <a:pt x="72" y="1"/>
                      <a:pt x="1" y="72"/>
                      <a:pt x="1" y="179"/>
                    </a:cubicBezTo>
                    <a:cubicBezTo>
                      <a:pt x="1" y="286"/>
                      <a:pt x="72" y="358"/>
                      <a:pt x="180" y="358"/>
                    </a:cubicBezTo>
                    <a:cubicBezTo>
                      <a:pt x="287" y="358"/>
                      <a:pt x="358" y="286"/>
                      <a:pt x="358" y="179"/>
                    </a:cubicBezTo>
                    <a:cubicBezTo>
                      <a:pt x="358" y="72"/>
                      <a:pt x="287" y="1"/>
                      <a:pt x="1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20"/>
              <p:cNvSpPr/>
              <p:nvPr/>
            </p:nvSpPr>
            <p:spPr>
              <a:xfrm>
                <a:off x="4742318" y="2260327"/>
                <a:ext cx="38030" cy="38030"/>
              </a:xfrm>
              <a:custGeom>
                <a:rect b="b" l="l" r="r" t="t"/>
                <a:pathLst>
                  <a:path extrusionOk="0" h="358" w="358">
                    <a:moveTo>
                      <a:pt x="179" y="1"/>
                    </a:moveTo>
                    <a:cubicBezTo>
                      <a:pt x="72" y="1"/>
                      <a:pt x="1" y="72"/>
                      <a:pt x="1" y="179"/>
                    </a:cubicBezTo>
                    <a:cubicBezTo>
                      <a:pt x="1" y="286"/>
                      <a:pt x="72" y="358"/>
                      <a:pt x="179" y="358"/>
                    </a:cubicBezTo>
                    <a:cubicBezTo>
                      <a:pt x="275" y="358"/>
                      <a:pt x="358" y="286"/>
                      <a:pt x="358" y="179"/>
                    </a:cubicBezTo>
                    <a:cubicBezTo>
                      <a:pt x="358" y="72"/>
                      <a:pt x="275"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20"/>
              <p:cNvSpPr/>
              <p:nvPr/>
            </p:nvSpPr>
            <p:spPr>
              <a:xfrm>
                <a:off x="4839731" y="2260327"/>
                <a:ext cx="38030" cy="38030"/>
              </a:xfrm>
              <a:custGeom>
                <a:rect b="b" l="l" r="r" t="t"/>
                <a:pathLst>
                  <a:path extrusionOk="0" h="358" w="358">
                    <a:moveTo>
                      <a:pt x="179" y="1"/>
                    </a:moveTo>
                    <a:cubicBezTo>
                      <a:pt x="72" y="1"/>
                      <a:pt x="0" y="72"/>
                      <a:pt x="0" y="179"/>
                    </a:cubicBezTo>
                    <a:cubicBezTo>
                      <a:pt x="0" y="286"/>
                      <a:pt x="72" y="358"/>
                      <a:pt x="179" y="358"/>
                    </a:cubicBezTo>
                    <a:cubicBezTo>
                      <a:pt x="286" y="358"/>
                      <a:pt x="358" y="286"/>
                      <a:pt x="358" y="179"/>
                    </a:cubicBezTo>
                    <a:cubicBezTo>
                      <a:pt x="358" y="72"/>
                      <a:pt x="274"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20"/>
              <p:cNvSpPr/>
              <p:nvPr/>
            </p:nvSpPr>
            <p:spPr>
              <a:xfrm>
                <a:off x="4252810" y="2371656"/>
                <a:ext cx="38137" cy="38030"/>
              </a:xfrm>
              <a:custGeom>
                <a:rect b="b" l="l" r="r" t="t"/>
                <a:pathLst>
                  <a:path extrusionOk="0" h="358" w="359">
                    <a:moveTo>
                      <a:pt x="180" y="0"/>
                    </a:moveTo>
                    <a:cubicBezTo>
                      <a:pt x="84" y="0"/>
                      <a:pt x="1" y="72"/>
                      <a:pt x="1" y="179"/>
                    </a:cubicBezTo>
                    <a:cubicBezTo>
                      <a:pt x="1" y="274"/>
                      <a:pt x="84" y="358"/>
                      <a:pt x="180" y="358"/>
                    </a:cubicBezTo>
                    <a:cubicBezTo>
                      <a:pt x="287" y="358"/>
                      <a:pt x="358" y="274"/>
                      <a:pt x="358" y="179"/>
                    </a:cubicBezTo>
                    <a:cubicBezTo>
                      <a:pt x="358" y="84"/>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20"/>
              <p:cNvSpPr/>
              <p:nvPr/>
            </p:nvSpPr>
            <p:spPr>
              <a:xfrm>
                <a:off x="4351498" y="2371656"/>
                <a:ext cx="38030" cy="38030"/>
              </a:xfrm>
              <a:custGeom>
                <a:rect b="b" l="l" r="r" t="t"/>
                <a:pathLst>
                  <a:path extrusionOk="0" h="358" w="358">
                    <a:moveTo>
                      <a:pt x="179" y="0"/>
                    </a:moveTo>
                    <a:cubicBezTo>
                      <a:pt x="72" y="0"/>
                      <a:pt x="1" y="72"/>
                      <a:pt x="1" y="179"/>
                    </a:cubicBezTo>
                    <a:cubicBezTo>
                      <a:pt x="1" y="274"/>
                      <a:pt x="72" y="358"/>
                      <a:pt x="179" y="358"/>
                    </a:cubicBezTo>
                    <a:cubicBezTo>
                      <a:pt x="286" y="358"/>
                      <a:pt x="358" y="274"/>
                      <a:pt x="358" y="179"/>
                    </a:cubicBezTo>
                    <a:cubicBezTo>
                      <a:pt x="358" y="84"/>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20"/>
              <p:cNvSpPr/>
              <p:nvPr/>
            </p:nvSpPr>
            <p:spPr>
              <a:xfrm>
                <a:off x="4448911" y="2371656"/>
                <a:ext cx="38030" cy="38030"/>
              </a:xfrm>
              <a:custGeom>
                <a:rect b="b" l="l" r="r" t="t"/>
                <a:pathLst>
                  <a:path extrusionOk="0" h="358" w="358">
                    <a:moveTo>
                      <a:pt x="179" y="0"/>
                    </a:moveTo>
                    <a:cubicBezTo>
                      <a:pt x="84" y="0"/>
                      <a:pt x="0" y="72"/>
                      <a:pt x="0" y="179"/>
                    </a:cubicBezTo>
                    <a:cubicBezTo>
                      <a:pt x="0" y="274"/>
                      <a:pt x="84" y="358"/>
                      <a:pt x="179" y="358"/>
                    </a:cubicBezTo>
                    <a:cubicBezTo>
                      <a:pt x="286" y="358"/>
                      <a:pt x="358" y="274"/>
                      <a:pt x="358" y="179"/>
                    </a:cubicBezTo>
                    <a:cubicBezTo>
                      <a:pt x="358" y="84"/>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20"/>
              <p:cNvSpPr/>
              <p:nvPr/>
            </p:nvSpPr>
            <p:spPr>
              <a:xfrm>
                <a:off x="4547599" y="2371656"/>
                <a:ext cx="38030" cy="38030"/>
              </a:xfrm>
              <a:custGeom>
                <a:rect b="b" l="l" r="r" t="t"/>
                <a:pathLst>
                  <a:path extrusionOk="0" h="358" w="358">
                    <a:moveTo>
                      <a:pt x="179" y="0"/>
                    </a:moveTo>
                    <a:cubicBezTo>
                      <a:pt x="72" y="0"/>
                      <a:pt x="0" y="72"/>
                      <a:pt x="0" y="179"/>
                    </a:cubicBezTo>
                    <a:cubicBezTo>
                      <a:pt x="0" y="274"/>
                      <a:pt x="72" y="358"/>
                      <a:pt x="179" y="358"/>
                    </a:cubicBezTo>
                    <a:cubicBezTo>
                      <a:pt x="286" y="358"/>
                      <a:pt x="357" y="274"/>
                      <a:pt x="357" y="179"/>
                    </a:cubicBezTo>
                    <a:cubicBezTo>
                      <a:pt x="357" y="84"/>
                      <a:pt x="262"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20"/>
              <p:cNvSpPr/>
              <p:nvPr/>
            </p:nvSpPr>
            <p:spPr>
              <a:xfrm>
                <a:off x="4643630" y="2371656"/>
                <a:ext cx="38137" cy="38030"/>
              </a:xfrm>
              <a:custGeom>
                <a:rect b="b" l="l" r="r" t="t"/>
                <a:pathLst>
                  <a:path extrusionOk="0" h="358" w="359">
                    <a:moveTo>
                      <a:pt x="180" y="0"/>
                    </a:moveTo>
                    <a:cubicBezTo>
                      <a:pt x="72" y="0"/>
                      <a:pt x="1" y="72"/>
                      <a:pt x="1" y="179"/>
                    </a:cubicBezTo>
                    <a:cubicBezTo>
                      <a:pt x="1" y="274"/>
                      <a:pt x="72" y="358"/>
                      <a:pt x="180" y="358"/>
                    </a:cubicBezTo>
                    <a:cubicBezTo>
                      <a:pt x="287" y="358"/>
                      <a:pt x="358" y="274"/>
                      <a:pt x="358" y="179"/>
                    </a:cubicBezTo>
                    <a:cubicBezTo>
                      <a:pt x="358" y="84"/>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20"/>
              <p:cNvSpPr/>
              <p:nvPr/>
            </p:nvSpPr>
            <p:spPr>
              <a:xfrm>
                <a:off x="4742318" y="2371656"/>
                <a:ext cx="38030" cy="38030"/>
              </a:xfrm>
              <a:custGeom>
                <a:rect b="b" l="l" r="r" t="t"/>
                <a:pathLst>
                  <a:path extrusionOk="0" h="358" w="358">
                    <a:moveTo>
                      <a:pt x="179" y="0"/>
                    </a:moveTo>
                    <a:cubicBezTo>
                      <a:pt x="72" y="0"/>
                      <a:pt x="1" y="72"/>
                      <a:pt x="1" y="179"/>
                    </a:cubicBezTo>
                    <a:cubicBezTo>
                      <a:pt x="1" y="274"/>
                      <a:pt x="72" y="358"/>
                      <a:pt x="179" y="358"/>
                    </a:cubicBezTo>
                    <a:cubicBezTo>
                      <a:pt x="275" y="358"/>
                      <a:pt x="358" y="274"/>
                      <a:pt x="358" y="179"/>
                    </a:cubicBezTo>
                    <a:cubicBezTo>
                      <a:pt x="358" y="84"/>
                      <a:pt x="275"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20"/>
              <p:cNvSpPr/>
              <p:nvPr/>
            </p:nvSpPr>
            <p:spPr>
              <a:xfrm>
                <a:off x="4839731" y="2371656"/>
                <a:ext cx="38030" cy="38030"/>
              </a:xfrm>
              <a:custGeom>
                <a:rect b="b" l="l" r="r" t="t"/>
                <a:pathLst>
                  <a:path extrusionOk="0" h="358" w="358">
                    <a:moveTo>
                      <a:pt x="179" y="0"/>
                    </a:moveTo>
                    <a:cubicBezTo>
                      <a:pt x="72" y="0"/>
                      <a:pt x="0" y="72"/>
                      <a:pt x="0" y="179"/>
                    </a:cubicBezTo>
                    <a:cubicBezTo>
                      <a:pt x="0" y="274"/>
                      <a:pt x="72" y="358"/>
                      <a:pt x="179" y="358"/>
                    </a:cubicBezTo>
                    <a:cubicBezTo>
                      <a:pt x="286" y="358"/>
                      <a:pt x="358" y="274"/>
                      <a:pt x="358" y="179"/>
                    </a:cubicBezTo>
                    <a:cubicBezTo>
                      <a:pt x="358" y="84"/>
                      <a:pt x="274"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20"/>
              <p:cNvSpPr/>
              <p:nvPr/>
            </p:nvSpPr>
            <p:spPr>
              <a:xfrm>
                <a:off x="4252810" y="2482985"/>
                <a:ext cx="38137" cy="38030"/>
              </a:xfrm>
              <a:custGeom>
                <a:rect b="b" l="l" r="r" t="t"/>
                <a:pathLst>
                  <a:path extrusionOk="0" h="358" w="359">
                    <a:moveTo>
                      <a:pt x="180" y="0"/>
                    </a:moveTo>
                    <a:cubicBezTo>
                      <a:pt x="84" y="0"/>
                      <a:pt x="1" y="72"/>
                      <a:pt x="1" y="179"/>
                    </a:cubicBezTo>
                    <a:cubicBezTo>
                      <a:pt x="1" y="286"/>
                      <a:pt x="84" y="357"/>
                      <a:pt x="180" y="357"/>
                    </a:cubicBezTo>
                    <a:cubicBezTo>
                      <a:pt x="287" y="357"/>
                      <a:pt x="358" y="286"/>
                      <a:pt x="358" y="179"/>
                    </a:cubicBezTo>
                    <a:cubicBezTo>
                      <a:pt x="358" y="84"/>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20"/>
              <p:cNvSpPr/>
              <p:nvPr/>
            </p:nvSpPr>
            <p:spPr>
              <a:xfrm>
                <a:off x="4351498" y="2482985"/>
                <a:ext cx="38030" cy="38030"/>
              </a:xfrm>
              <a:custGeom>
                <a:rect b="b" l="l" r="r" t="t"/>
                <a:pathLst>
                  <a:path extrusionOk="0" h="358" w="358">
                    <a:moveTo>
                      <a:pt x="179" y="0"/>
                    </a:moveTo>
                    <a:cubicBezTo>
                      <a:pt x="72" y="0"/>
                      <a:pt x="1" y="72"/>
                      <a:pt x="1" y="179"/>
                    </a:cubicBezTo>
                    <a:cubicBezTo>
                      <a:pt x="1" y="286"/>
                      <a:pt x="72" y="357"/>
                      <a:pt x="179" y="357"/>
                    </a:cubicBezTo>
                    <a:cubicBezTo>
                      <a:pt x="286" y="357"/>
                      <a:pt x="358" y="286"/>
                      <a:pt x="358" y="179"/>
                    </a:cubicBezTo>
                    <a:cubicBezTo>
                      <a:pt x="358" y="84"/>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20"/>
              <p:cNvSpPr/>
              <p:nvPr/>
            </p:nvSpPr>
            <p:spPr>
              <a:xfrm>
                <a:off x="4448911" y="2482985"/>
                <a:ext cx="38030" cy="38030"/>
              </a:xfrm>
              <a:custGeom>
                <a:rect b="b" l="l" r="r" t="t"/>
                <a:pathLst>
                  <a:path extrusionOk="0" h="358" w="358">
                    <a:moveTo>
                      <a:pt x="179" y="0"/>
                    </a:moveTo>
                    <a:cubicBezTo>
                      <a:pt x="84" y="0"/>
                      <a:pt x="0" y="72"/>
                      <a:pt x="0" y="179"/>
                    </a:cubicBezTo>
                    <a:cubicBezTo>
                      <a:pt x="0" y="286"/>
                      <a:pt x="84" y="357"/>
                      <a:pt x="179" y="357"/>
                    </a:cubicBezTo>
                    <a:cubicBezTo>
                      <a:pt x="286" y="357"/>
                      <a:pt x="358" y="286"/>
                      <a:pt x="358" y="179"/>
                    </a:cubicBezTo>
                    <a:cubicBezTo>
                      <a:pt x="358" y="84"/>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20"/>
              <p:cNvSpPr/>
              <p:nvPr/>
            </p:nvSpPr>
            <p:spPr>
              <a:xfrm>
                <a:off x="4547599" y="2482985"/>
                <a:ext cx="38030" cy="38030"/>
              </a:xfrm>
              <a:custGeom>
                <a:rect b="b" l="l" r="r" t="t"/>
                <a:pathLst>
                  <a:path extrusionOk="0" h="358" w="358">
                    <a:moveTo>
                      <a:pt x="179" y="0"/>
                    </a:moveTo>
                    <a:cubicBezTo>
                      <a:pt x="72" y="0"/>
                      <a:pt x="0" y="72"/>
                      <a:pt x="0" y="179"/>
                    </a:cubicBezTo>
                    <a:cubicBezTo>
                      <a:pt x="0" y="286"/>
                      <a:pt x="72" y="357"/>
                      <a:pt x="179" y="357"/>
                    </a:cubicBezTo>
                    <a:cubicBezTo>
                      <a:pt x="286" y="357"/>
                      <a:pt x="357" y="286"/>
                      <a:pt x="357" y="179"/>
                    </a:cubicBezTo>
                    <a:cubicBezTo>
                      <a:pt x="357" y="84"/>
                      <a:pt x="262"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20"/>
              <p:cNvSpPr/>
              <p:nvPr/>
            </p:nvSpPr>
            <p:spPr>
              <a:xfrm>
                <a:off x="4643630" y="2482985"/>
                <a:ext cx="38137" cy="38030"/>
              </a:xfrm>
              <a:custGeom>
                <a:rect b="b" l="l" r="r" t="t"/>
                <a:pathLst>
                  <a:path extrusionOk="0" h="358" w="359">
                    <a:moveTo>
                      <a:pt x="180" y="0"/>
                    </a:moveTo>
                    <a:cubicBezTo>
                      <a:pt x="72" y="0"/>
                      <a:pt x="1" y="72"/>
                      <a:pt x="1" y="179"/>
                    </a:cubicBezTo>
                    <a:cubicBezTo>
                      <a:pt x="1" y="286"/>
                      <a:pt x="72" y="357"/>
                      <a:pt x="180" y="357"/>
                    </a:cubicBezTo>
                    <a:cubicBezTo>
                      <a:pt x="287" y="357"/>
                      <a:pt x="358" y="286"/>
                      <a:pt x="358" y="179"/>
                    </a:cubicBezTo>
                    <a:cubicBezTo>
                      <a:pt x="358" y="84"/>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20"/>
              <p:cNvSpPr/>
              <p:nvPr/>
            </p:nvSpPr>
            <p:spPr>
              <a:xfrm>
                <a:off x="4742318" y="2482985"/>
                <a:ext cx="38030" cy="38030"/>
              </a:xfrm>
              <a:custGeom>
                <a:rect b="b" l="l" r="r" t="t"/>
                <a:pathLst>
                  <a:path extrusionOk="0" h="358" w="358">
                    <a:moveTo>
                      <a:pt x="179" y="0"/>
                    </a:moveTo>
                    <a:cubicBezTo>
                      <a:pt x="72" y="0"/>
                      <a:pt x="1" y="72"/>
                      <a:pt x="1" y="179"/>
                    </a:cubicBezTo>
                    <a:cubicBezTo>
                      <a:pt x="1" y="286"/>
                      <a:pt x="72" y="357"/>
                      <a:pt x="179" y="357"/>
                    </a:cubicBezTo>
                    <a:cubicBezTo>
                      <a:pt x="275" y="357"/>
                      <a:pt x="358" y="286"/>
                      <a:pt x="358" y="179"/>
                    </a:cubicBezTo>
                    <a:cubicBezTo>
                      <a:pt x="358" y="84"/>
                      <a:pt x="275"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20"/>
              <p:cNvSpPr/>
              <p:nvPr/>
            </p:nvSpPr>
            <p:spPr>
              <a:xfrm>
                <a:off x="4839731" y="2482985"/>
                <a:ext cx="38030" cy="38030"/>
              </a:xfrm>
              <a:custGeom>
                <a:rect b="b" l="l" r="r" t="t"/>
                <a:pathLst>
                  <a:path extrusionOk="0" h="358" w="358">
                    <a:moveTo>
                      <a:pt x="179" y="0"/>
                    </a:moveTo>
                    <a:cubicBezTo>
                      <a:pt x="72" y="0"/>
                      <a:pt x="0" y="72"/>
                      <a:pt x="0" y="179"/>
                    </a:cubicBezTo>
                    <a:cubicBezTo>
                      <a:pt x="0" y="286"/>
                      <a:pt x="72" y="357"/>
                      <a:pt x="179" y="357"/>
                    </a:cubicBezTo>
                    <a:cubicBezTo>
                      <a:pt x="286" y="357"/>
                      <a:pt x="358" y="286"/>
                      <a:pt x="358" y="179"/>
                    </a:cubicBezTo>
                    <a:cubicBezTo>
                      <a:pt x="358" y="84"/>
                      <a:pt x="274"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20"/>
              <p:cNvSpPr/>
              <p:nvPr/>
            </p:nvSpPr>
            <p:spPr>
              <a:xfrm>
                <a:off x="4252810" y="2595483"/>
                <a:ext cx="38137" cy="38137"/>
              </a:xfrm>
              <a:custGeom>
                <a:rect b="b" l="l" r="r" t="t"/>
                <a:pathLst>
                  <a:path extrusionOk="0" h="359" w="359">
                    <a:moveTo>
                      <a:pt x="180" y="1"/>
                    </a:moveTo>
                    <a:cubicBezTo>
                      <a:pt x="84" y="1"/>
                      <a:pt x="1" y="72"/>
                      <a:pt x="1" y="179"/>
                    </a:cubicBezTo>
                    <a:cubicBezTo>
                      <a:pt x="1" y="287"/>
                      <a:pt x="84" y="358"/>
                      <a:pt x="180" y="358"/>
                    </a:cubicBezTo>
                    <a:cubicBezTo>
                      <a:pt x="287" y="358"/>
                      <a:pt x="358" y="287"/>
                      <a:pt x="358" y="179"/>
                    </a:cubicBezTo>
                    <a:cubicBezTo>
                      <a:pt x="358" y="72"/>
                      <a:pt x="287" y="1"/>
                      <a:pt x="1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20"/>
              <p:cNvSpPr/>
              <p:nvPr/>
            </p:nvSpPr>
            <p:spPr>
              <a:xfrm>
                <a:off x="4351498" y="2595483"/>
                <a:ext cx="38030" cy="38137"/>
              </a:xfrm>
              <a:custGeom>
                <a:rect b="b" l="l" r="r" t="t"/>
                <a:pathLst>
                  <a:path extrusionOk="0" h="359" w="358">
                    <a:moveTo>
                      <a:pt x="179" y="1"/>
                    </a:moveTo>
                    <a:cubicBezTo>
                      <a:pt x="72" y="1"/>
                      <a:pt x="1" y="72"/>
                      <a:pt x="1" y="179"/>
                    </a:cubicBezTo>
                    <a:cubicBezTo>
                      <a:pt x="1" y="287"/>
                      <a:pt x="72" y="358"/>
                      <a:pt x="179" y="358"/>
                    </a:cubicBezTo>
                    <a:cubicBezTo>
                      <a:pt x="286" y="358"/>
                      <a:pt x="358" y="287"/>
                      <a:pt x="358" y="179"/>
                    </a:cubicBezTo>
                    <a:cubicBezTo>
                      <a:pt x="358" y="72"/>
                      <a:pt x="286"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20"/>
              <p:cNvSpPr/>
              <p:nvPr/>
            </p:nvSpPr>
            <p:spPr>
              <a:xfrm>
                <a:off x="4448911" y="2595483"/>
                <a:ext cx="38030" cy="38137"/>
              </a:xfrm>
              <a:custGeom>
                <a:rect b="b" l="l" r="r" t="t"/>
                <a:pathLst>
                  <a:path extrusionOk="0" h="359" w="358">
                    <a:moveTo>
                      <a:pt x="179" y="1"/>
                    </a:moveTo>
                    <a:cubicBezTo>
                      <a:pt x="84" y="1"/>
                      <a:pt x="0" y="72"/>
                      <a:pt x="0" y="179"/>
                    </a:cubicBezTo>
                    <a:cubicBezTo>
                      <a:pt x="0" y="287"/>
                      <a:pt x="84" y="358"/>
                      <a:pt x="179" y="358"/>
                    </a:cubicBezTo>
                    <a:cubicBezTo>
                      <a:pt x="286" y="358"/>
                      <a:pt x="358" y="287"/>
                      <a:pt x="358" y="179"/>
                    </a:cubicBezTo>
                    <a:cubicBezTo>
                      <a:pt x="358" y="72"/>
                      <a:pt x="286"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20"/>
              <p:cNvSpPr/>
              <p:nvPr/>
            </p:nvSpPr>
            <p:spPr>
              <a:xfrm>
                <a:off x="4547599" y="2595483"/>
                <a:ext cx="38030" cy="38137"/>
              </a:xfrm>
              <a:custGeom>
                <a:rect b="b" l="l" r="r" t="t"/>
                <a:pathLst>
                  <a:path extrusionOk="0" h="359" w="358">
                    <a:moveTo>
                      <a:pt x="179" y="1"/>
                    </a:moveTo>
                    <a:cubicBezTo>
                      <a:pt x="72" y="1"/>
                      <a:pt x="0" y="72"/>
                      <a:pt x="0" y="179"/>
                    </a:cubicBezTo>
                    <a:cubicBezTo>
                      <a:pt x="0" y="287"/>
                      <a:pt x="72" y="358"/>
                      <a:pt x="179" y="358"/>
                    </a:cubicBezTo>
                    <a:cubicBezTo>
                      <a:pt x="286" y="358"/>
                      <a:pt x="357" y="287"/>
                      <a:pt x="357" y="179"/>
                    </a:cubicBezTo>
                    <a:cubicBezTo>
                      <a:pt x="357" y="72"/>
                      <a:pt x="262"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20"/>
              <p:cNvSpPr/>
              <p:nvPr/>
            </p:nvSpPr>
            <p:spPr>
              <a:xfrm>
                <a:off x="4643630" y="2595483"/>
                <a:ext cx="38137" cy="38137"/>
              </a:xfrm>
              <a:custGeom>
                <a:rect b="b" l="l" r="r" t="t"/>
                <a:pathLst>
                  <a:path extrusionOk="0" h="359" w="359">
                    <a:moveTo>
                      <a:pt x="180" y="1"/>
                    </a:moveTo>
                    <a:cubicBezTo>
                      <a:pt x="72" y="1"/>
                      <a:pt x="1" y="72"/>
                      <a:pt x="1" y="179"/>
                    </a:cubicBezTo>
                    <a:cubicBezTo>
                      <a:pt x="1" y="287"/>
                      <a:pt x="72" y="358"/>
                      <a:pt x="180" y="358"/>
                    </a:cubicBezTo>
                    <a:cubicBezTo>
                      <a:pt x="287" y="358"/>
                      <a:pt x="358" y="287"/>
                      <a:pt x="358" y="179"/>
                    </a:cubicBezTo>
                    <a:cubicBezTo>
                      <a:pt x="358" y="72"/>
                      <a:pt x="287" y="1"/>
                      <a:pt x="1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20"/>
              <p:cNvSpPr/>
              <p:nvPr/>
            </p:nvSpPr>
            <p:spPr>
              <a:xfrm>
                <a:off x="4742318" y="2595483"/>
                <a:ext cx="38030" cy="38137"/>
              </a:xfrm>
              <a:custGeom>
                <a:rect b="b" l="l" r="r" t="t"/>
                <a:pathLst>
                  <a:path extrusionOk="0" h="359" w="358">
                    <a:moveTo>
                      <a:pt x="179" y="1"/>
                    </a:moveTo>
                    <a:cubicBezTo>
                      <a:pt x="72" y="1"/>
                      <a:pt x="1" y="72"/>
                      <a:pt x="1" y="179"/>
                    </a:cubicBezTo>
                    <a:cubicBezTo>
                      <a:pt x="1" y="287"/>
                      <a:pt x="72" y="358"/>
                      <a:pt x="179" y="358"/>
                    </a:cubicBezTo>
                    <a:cubicBezTo>
                      <a:pt x="275" y="358"/>
                      <a:pt x="358" y="287"/>
                      <a:pt x="358" y="179"/>
                    </a:cubicBezTo>
                    <a:cubicBezTo>
                      <a:pt x="358" y="72"/>
                      <a:pt x="275"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20"/>
              <p:cNvSpPr/>
              <p:nvPr/>
            </p:nvSpPr>
            <p:spPr>
              <a:xfrm>
                <a:off x="4839731" y="2595483"/>
                <a:ext cx="38030" cy="38137"/>
              </a:xfrm>
              <a:custGeom>
                <a:rect b="b" l="l" r="r" t="t"/>
                <a:pathLst>
                  <a:path extrusionOk="0" h="359" w="358">
                    <a:moveTo>
                      <a:pt x="179" y="1"/>
                    </a:moveTo>
                    <a:cubicBezTo>
                      <a:pt x="72" y="1"/>
                      <a:pt x="0" y="72"/>
                      <a:pt x="0" y="179"/>
                    </a:cubicBezTo>
                    <a:cubicBezTo>
                      <a:pt x="0" y="287"/>
                      <a:pt x="72" y="358"/>
                      <a:pt x="179" y="358"/>
                    </a:cubicBezTo>
                    <a:cubicBezTo>
                      <a:pt x="286" y="358"/>
                      <a:pt x="358" y="287"/>
                      <a:pt x="358" y="179"/>
                    </a:cubicBezTo>
                    <a:cubicBezTo>
                      <a:pt x="358" y="72"/>
                      <a:pt x="274"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49" name="Google Shape;849;p20"/>
            <p:cNvGrpSpPr/>
            <p:nvPr/>
          </p:nvGrpSpPr>
          <p:grpSpPr>
            <a:xfrm>
              <a:off x="867497" y="4760889"/>
              <a:ext cx="1105788" cy="1058857"/>
              <a:chOff x="4252810" y="2035226"/>
              <a:chExt cx="624951" cy="598394"/>
            </a:xfrm>
          </p:grpSpPr>
          <p:sp>
            <p:nvSpPr>
              <p:cNvPr id="850" name="Google Shape;850;p20"/>
              <p:cNvSpPr/>
              <p:nvPr/>
            </p:nvSpPr>
            <p:spPr>
              <a:xfrm>
                <a:off x="4252810" y="2035226"/>
                <a:ext cx="38137" cy="39305"/>
              </a:xfrm>
              <a:custGeom>
                <a:rect b="b" l="l" r="r" t="t"/>
                <a:pathLst>
                  <a:path extrusionOk="0" h="370" w="359">
                    <a:moveTo>
                      <a:pt x="180" y="0"/>
                    </a:moveTo>
                    <a:cubicBezTo>
                      <a:pt x="84" y="0"/>
                      <a:pt x="1" y="84"/>
                      <a:pt x="1" y="191"/>
                    </a:cubicBezTo>
                    <a:cubicBezTo>
                      <a:pt x="1" y="286"/>
                      <a:pt x="84" y="369"/>
                      <a:pt x="180" y="369"/>
                    </a:cubicBezTo>
                    <a:cubicBezTo>
                      <a:pt x="287" y="369"/>
                      <a:pt x="358" y="286"/>
                      <a:pt x="358" y="191"/>
                    </a:cubicBezTo>
                    <a:cubicBezTo>
                      <a:pt x="358" y="96"/>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20"/>
              <p:cNvSpPr/>
              <p:nvPr/>
            </p:nvSpPr>
            <p:spPr>
              <a:xfrm>
                <a:off x="4351498" y="2035226"/>
                <a:ext cx="38030" cy="39305"/>
              </a:xfrm>
              <a:custGeom>
                <a:rect b="b" l="l" r="r" t="t"/>
                <a:pathLst>
                  <a:path extrusionOk="0" h="370" w="358">
                    <a:moveTo>
                      <a:pt x="179" y="0"/>
                    </a:moveTo>
                    <a:cubicBezTo>
                      <a:pt x="72" y="0"/>
                      <a:pt x="1" y="84"/>
                      <a:pt x="1" y="191"/>
                    </a:cubicBezTo>
                    <a:cubicBezTo>
                      <a:pt x="1" y="286"/>
                      <a:pt x="72" y="369"/>
                      <a:pt x="179" y="369"/>
                    </a:cubicBezTo>
                    <a:cubicBezTo>
                      <a:pt x="286" y="369"/>
                      <a:pt x="358" y="286"/>
                      <a:pt x="358" y="191"/>
                    </a:cubicBezTo>
                    <a:cubicBezTo>
                      <a:pt x="358" y="96"/>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20"/>
              <p:cNvSpPr/>
              <p:nvPr/>
            </p:nvSpPr>
            <p:spPr>
              <a:xfrm>
                <a:off x="4448911" y="2035226"/>
                <a:ext cx="38030" cy="39305"/>
              </a:xfrm>
              <a:custGeom>
                <a:rect b="b" l="l" r="r" t="t"/>
                <a:pathLst>
                  <a:path extrusionOk="0" h="370" w="358">
                    <a:moveTo>
                      <a:pt x="179" y="0"/>
                    </a:moveTo>
                    <a:cubicBezTo>
                      <a:pt x="84" y="0"/>
                      <a:pt x="0" y="84"/>
                      <a:pt x="0" y="191"/>
                    </a:cubicBezTo>
                    <a:cubicBezTo>
                      <a:pt x="0" y="286"/>
                      <a:pt x="84" y="369"/>
                      <a:pt x="179" y="369"/>
                    </a:cubicBezTo>
                    <a:cubicBezTo>
                      <a:pt x="286" y="369"/>
                      <a:pt x="358" y="286"/>
                      <a:pt x="358" y="191"/>
                    </a:cubicBezTo>
                    <a:cubicBezTo>
                      <a:pt x="358" y="96"/>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20"/>
              <p:cNvSpPr/>
              <p:nvPr/>
            </p:nvSpPr>
            <p:spPr>
              <a:xfrm>
                <a:off x="4547599" y="2035226"/>
                <a:ext cx="38030" cy="39305"/>
              </a:xfrm>
              <a:custGeom>
                <a:rect b="b" l="l" r="r" t="t"/>
                <a:pathLst>
                  <a:path extrusionOk="0" h="370" w="358">
                    <a:moveTo>
                      <a:pt x="179" y="0"/>
                    </a:moveTo>
                    <a:cubicBezTo>
                      <a:pt x="72" y="0"/>
                      <a:pt x="0" y="84"/>
                      <a:pt x="0" y="191"/>
                    </a:cubicBezTo>
                    <a:cubicBezTo>
                      <a:pt x="0" y="286"/>
                      <a:pt x="72" y="369"/>
                      <a:pt x="179" y="369"/>
                    </a:cubicBezTo>
                    <a:cubicBezTo>
                      <a:pt x="286" y="369"/>
                      <a:pt x="357" y="286"/>
                      <a:pt x="357" y="191"/>
                    </a:cubicBezTo>
                    <a:cubicBezTo>
                      <a:pt x="357" y="96"/>
                      <a:pt x="262"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20"/>
              <p:cNvSpPr/>
              <p:nvPr/>
            </p:nvSpPr>
            <p:spPr>
              <a:xfrm>
                <a:off x="4643630" y="2035226"/>
                <a:ext cx="38137" cy="39305"/>
              </a:xfrm>
              <a:custGeom>
                <a:rect b="b" l="l" r="r" t="t"/>
                <a:pathLst>
                  <a:path extrusionOk="0" h="370" w="359">
                    <a:moveTo>
                      <a:pt x="180" y="0"/>
                    </a:moveTo>
                    <a:cubicBezTo>
                      <a:pt x="72" y="0"/>
                      <a:pt x="1" y="84"/>
                      <a:pt x="1" y="191"/>
                    </a:cubicBezTo>
                    <a:cubicBezTo>
                      <a:pt x="1" y="286"/>
                      <a:pt x="72" y="369"/>
                      <a:pt x="180" y="369"/>
                    </a:cubicBezTo>
                    <a:cubicBezTo>
                      <a:pt x="287" y="369"/>
                      <a:pt x="358" y="286"/>
                      <a:pt x="358" y="191"/>
                    </a:cubicBezTo>
                    <a:cubicBezTo>
                      <a:pt x="358" y="96"/>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20"/>
              <p:cNvSpPr/>
              <p:nvPr/>
            </p:nvSpPr>
            <p:spPr>
              <a:xfrm>
                <a:off x="4742318" y="2035226"/>
                <a:ext cx="38030" cy="39305"/>
              </a:xfrm>
              <a:custGeom>
                <a:rect b="b" l="l" r="r" t="t"/>
                <a:pathLst>
                  <a:path extrusionOk="0" h="370" w="358">
                    <a:moveTo>
                      <a:pt x="179" y="0"/>
                    </a:moveTo>
                    <a:cubicBezTo>
                      <a:pt x="72" y="0"/>
                      <a:pt x="1" y="84"/>
                      <a:pt x="1" y="191"/>
                    </a:cubicBezTo>
                    <a:cubicBezTo>
                      <a:pt x="1" y="286"/>
                      <a:pt x="72" y="369"/>
                      <a:pt x="179" y="369"/>
                    </a:cubicBezTo>
                    <a:cubicBezTo>
                      <a:pt x="275" y="369"/>
                      <a:pt x="358" y="286"/>
                      <a:pt x="358" y="191"/>
                    </a:cubicBezTo>
                    <a:cubicBezTo>
                      <a:pt x="358" y="96"/>
                      <a:pt x="275"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20"/>
              <p:cNvSpPr/>
              <p:nvPr/>
            </p:nvSpPr>
            <p:spPr>
              <a:xfrm>
                <a:off x="4839731" y="2035226"/>
                <a:ext cx="38030" cy="39305"/>
              </a:xfrm>
              <a:custGeom>
                <a:rect b="b" l="l" r="r" t="t"/>
                <a:pathLst>
                  <a:path extrusionOk="0" h="370" w="358">
                    <a:moveTo>
                      <a:pt x="179" y="0"/>
                    </a:moveTo>
                    <a:cubicBezTo>
                      <a:pt x="72" y="0"/>
                      <a:pt x="0" y="84"/>
                      <a:pt x="0" y="191"/>
                    </a:cubicBezTo>
                    <a:cubicBezTo>
                      <a:pt x="0" y="286"/>
                      <a:pt x="72" y="369"/>
                      <a:pt x="179" y="369"/>
                    </a:cubicBezTo>
                    <a:cubicBezTo>
                      <a:pt x="286" y="369"/>
                      <a:pt x="358" y="286"/>
                      <a:pt x="358" y="191"/>
                    </a:cubicBezTo>
                    <a:cubicBezTo>
                      <a:pt x="358" y="96"/>
                      <a:pt x="274"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20"/>
              <p:cNvSpPr/>
              <p:nvPr/>
            </p:nvSpPr>
            <p:spPr>
              <a:xfrm>
                <a:off x="4252810" y="2147829"/>
                <a:ext cx="38137" cy="38030"/>
              </a:xfrm>
              <a:custGeom>
                <a:rect b="b" l="l" r="r" t="t"/>
                <a:pathLst>
                  <a:path extrusionOk="0" h="358" w="359">
                    <a:moveTo>
                      <a:pt x="180" y="0"/>
                    </a:moveTo>
                    <a:cubicBezTo>
                      <a:pt x="84" y="0"/>
                      <a:pt x="1" y="83"/>
                      <a:pt x="1" y="179"/>
                    </a:cubicBezTo>
                    <a:cubicBezTo>
                      <a:pt x="1" y="286"/>
                      <a:pt x="84" y="357"/>
                      <a:pt x="180" y="357"/>
                    </a:cubicBezTo>
                    <a:cubicBezTo>
                      <a:pt x="287" y="357"/>
                      <a:pt x="358" y="286"/>
                      <a:pt x="358" y="179"/>
                    </a:cubicBezTo>
                    <a:cubicBezTo>
                      <a:pt x="358" y="83"/>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20"/>
              <p:cNvSpPr/>
              <p:nvPr/>
            </p:nvSpPr>
            <p:spPr>
              <a:xfrm>
                <a:off x="4351498" y="2147829"/>
                <a:ext cx="38030" cy="38030"/>
              </a:xfrm>
              <a:custGeom>
                <a:rect b="b" l="l" r="r" t="t"/>
                <a:pathLst>
                  <a:path extrusionOk="0" h="358" w="358">
                    <a:moveTo>
                      <a:pt x="179" y="0"/>
                    </a:moveTo>
                    <a:cubicBezTo>
                      <a:pt x="72" y="0"/>
                      <a:pt x="1" y="83"/>
                      <a:pt x="1" y="179"/>
                    </a:cubicBezTo>
                    <a:cubicBezTo>
                      <a:pt x="1" y="286"/>
                      <a:pt x="72" y="357"/>
                      <a:pt x="179" y="357"/>
                    </a:cubicBezTo>
                    <a:cubicBezTo>
                      <a:pt x="286" y="357"/>
                      <a:pt x="358" y="286"/>
                      <a:pt x="358" y="179"/>
                    </a:cubicBezTo>
                    <a:cubicBezTo>
                      <a:pt x="358" y="83"/>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20"/>
              <p:cNvSpPr/>
              <p:nvPr/>
            </p:nvSpPr>
            <p:spPr>
              <a:xfrm>
                <a:off x="4448911" y="2147829"/>
                <a:ext cx="38030" cy="38030"/>
              </a:xfrm>
              <a:custGeom>
                <a:rect b="b" l="l" r="r" t="t"/>
                <a:pathLst>
                  <a:path extrusionOk="0" h="358" w="358">
                    <a:moveTo>
                      <a:pt x="179" y="0"/>
                    </a:moveTo>
                    <a:cubicBezTo>
                      <a:pt x="84" y="0"/>
                      <a:pt x="0" y="83"/>
                      <a:pt x="0" y="179"/>
                    </a:cubicBezTo>
                    <a:cubicBezTo>
                      <a:pt x="0" y="286"/>
                      <a:pt x="84" y="357"/>
                      <a:pt x="179" y="357"/>
                    </a:cubicBezTo>
                    <a:cubicBezTo>
                      <a:pt x="286" y="357"/>
                      <a:pt x="358" y="286"/>
                      <a:pt x="358" y="179"/>
                    </a:cubicBezTo>
                    <a:cubicBezTo>
                      <a:pt x="358" y="83"/>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20"/>
              <p:cNvSpPr/>
              <p:nvPr/>
            </p:nvSpPr>
            <p:spPr>
              <a:xfrm>
                <a:off x="4547599" y="2147829"/>
                <a:ext cx="38030" cy="38030"/>
              </a:xfrm>
              <a:custGeom>
                <a:rect b="b" l="l" r="r" t="t"/>
                <a:pathLst>
                  <a:path extrusionOk="0" h="358" w="358">
                    <a:moveTo>
                      <a:pt x="179" y="0"/>
                    </a:moveTo>
                    <a:cubicBezTo>
                      <a:pt x="72" y="0"/>
                      <a:pt x="0" y="83"/>
                      <a:pt x="0" y="179"/>
                    </a:cubicBezTo>
                    <a:cubicBezTo>
                      <a:pt x="0" y="286"/>
                      <a:pt x="72" y="357"/>
                      <a:pt x="179" y="357"/>
                    </a:cubicBezTo>
                    <a:cubicBezTo>
                      <a:pt x="286" y="357"/>
                      <a:pt x="357" y="286"/>
                      <a:pt x="357" y="179"/>
                    </a:cubicBezTo>
                    <a:cubicBezTo>
                      <a:pt x="357" y="83"/>
                      <a:pt x="262"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20"/>
              <p:cNvSpPr/>
              <p:nvPr/>
            </p:nvSpPr>
            <p:spPr>
              <a:xfrm>
                <a:off x="4643630" y="2147829"/>
                <a:ext cx="38137" cy="38030"/>
              </a:xfrm>
              <a:custGeom>
                <a:rect b="b" l="l" r="r" t="t"/>
                <a:pathLst>
                  <a:path extrusionOk="0" h="358" w="359">
                    <a:moveTo>
                      <a:pt x="180" y="0"/>
                    </a:moveTo>
                    <a:cubicBezTo>
                      <a:pt x="72" y="0"/>
                      <a:pt x="1" y="83"/>
                      <a:pt x="1" y="179"/>
                    </a:cubicBezTo>
                    <a:cubicBezTo>
                      <a:pt x="1" y="286"/>
                      <a:pt x="72" y="357"/>
                      <a:pt x="180" y="357"/>
                    </a:cubicBezTo>
                    <a:cubicBezTo>
                      <a:pt x="287" y="357"/>
                      <a:pt x="358" y="286"/>
                      <a:pt x="358" y="179"/>
                    </a:cubicBezTo>
                    <a:cubicBezTo>
                      <a:pt x="358" y="83"/>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20"/>
              <p:cNvSpPr/>
              <p:nvPr/>
            </p:nvSpPr>
            <p:spPr>
              <a:xfrm>
                <a:off x="4742318" y="2147829"/>
                <a:ext cx="38030" cy="38030"/>
              </a:xfrm>
              <a:custGeom>
                <a:rect b="b" l="l" r="r" t="t"/>
                <a:pathLst>
                  <a:path extrusionOk="0" h="358" w="358">
                    <a:moveTo>
                      <a:pt x="179" y="0"/>
                    </a:moveTo>
                    <a:cubicBezTo>
                      <a:pt x="72" y="0"/>
                      <a:pt x="1" y="83"/>
                      <a:pt x="1" y="179"/>
                    </a:cubicBezTo>
                    <a:cubicBezTo>
                      <a:pt x="1" y="286"/>
                      <a:pt x="72" y="357"/>
                      <a:pt x="179" y="357"/>
                    </a:cubicBezTo>
                    <a:cubicBezTo>
                      <a:pt x="275" y="357"/>
                      <a:pt x="358" y="286"/>
                      <a:pt x="358" y="179"/>
                    </a:cubicBezTo>
                    <a:cubicBezTo>
                      <a:pt x="358" y="83"/>
                      <a:pt x="275"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20"/>
              <p:cNvSpPr/>
              <p:nvPr/>
            </p:nvSpPr>
            <p:spPr>
              <a:xfrm>
                <a:off x="4839731" y="2147829"/>
                <a:ext cx="38030" cy="38030"/>
              </a:xfrm>
              <a:custGeom>
                <a:rect b="b" l="l" r="r" t="t"/>
                <a:pathLst>
                  <a:path extrusionOk="0" h="358" w="358">
                    <a:moveTo>
                      <a:pt x="179" y="0"/>
                    </a:moveTo>
                    <a:cubicBezTo>
                      <a:pt x="72" y="0"/>
                      <a:pt x="0" y="83"/>
                      <a:pt x="0" y="179"/>
                    </a:cubicBezTo>
                    <a:cubicBezTo>
                      <a:pt x="0" y="286"/>
                      <a:pt x="72" y="357"/>
                      <a:pt x="179" y="357"/>
                    </a:cubicBezTo>
                    <a:cubicBezTo>
                      <a:pt x="286" y="357"/>
                      <a:pt x="358" y="286"/>
                      <a:pt x="358" y="179"/>
                    </a:cubicBezTo>
                    <a:cubicBezTo>
                      <a:pt x="358" y="83"/>
                      <a:pt x="274"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20"/>
              <p:cNvSpPr/>
              <p:nvPr/>
            </p:nvSpPr>
            <p:spPr>
              <a:xfrm>
                <a:off x="4252810" y="2260327"/>
                <a:ext cx="38137" cy="38030"/>
              </a:xfrm>
              <a:custGeom>
                <a:rect b="b" l="l" r="r" t="t"/>
                <a:pathLst>
                  <a:path extrusionOk="0" h="358" w="359">
                    <a:moveTo>
                      <a:pt x="180" y="1"/>
                    </a:moveTo>
                    <a:cubicBezTo>
                      <a:pt x="84" y="1"/>
                      <a:pt x="1" y="72"/>
                      <a:pt x="1" y="179"/>
                    </a:cubicBezTo>
                    <a:cubicBezTo>
                      <a:pt x="1" y="286"/>
                      <a:pt x="84" y="358"/>
                      <a:pt x="180" y="358"/>
                    </a:cubicBezTo>
                    <a:cubicBezTo>
                      <a:pt x="287" y="358"/>
                      <a:pt x="358" y="286"/>
                      <a:pt x="358" y="179"/>
                    </a:cubicBezTo>
                    <a:cubicBezTo>
                      <a:pt x="358" y="72"/>
                      <a:pt x="287" y="1"/>
                      <a:pt x="1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20"/>
              <p:cNvSpPr/>
              <p:nvPr/>
            </p:nvSpPr>
            <p:spPr>
              <a:xfrm>
                <a:off x="4351498" y="2260327"/>
                <a:ext cx="38030" cy="38030"/>
              </a:xfrm>
              <a:custGeom>
                <a:rect b="b" l="l" r="r" t="t"/>
                <a:pathLst>
                  <a:path extrusionOk="0" h="358" w="358">
                    <a:moveTo>
                      <a:pt x="179" y="1"/>
                    </a:moveTo>
                    <a:cubicBezTo>
                      <a:pt x="72" y="1"/>
                      <a:pt x="1" y="72"/>
                      <a:pt x="1" y="179"/>
                    </a:cubicBezTo>
                    <a:cubicBezTo>
                      <a:pt x="1" y="286"/>
                      <a:pt x="72" y="358"/>
                      <a:pt x="179" y="358"/>
                    </a:cubicBezTo>
                    <a:cubicBezTo>
                      <a:pt x="286" y="358"/>
                      <a:pt x="358" y="286"/>
                      <a:pt x="358" y="179"/>
                    </a:cubicBezTo>
                    <a:cubicBezTo>
                      <a:pt x="358" y="72"/>
                      <a:pt x="286"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20"/>
              <p:cNvSpPr/>
              <p:nvPr/>
            </p:nvSpPr>
            <p:spPr>
              <a:xfrm>
                <a:off x="4448911" y="2260327"/>
                <a:ext cx="38030" cy="38030"/>
              </a:xfrm>
              <a:custGeom>
                <a:rect b="b" l="l" r="r" t="t"/>
                <a:pathLst>
                  <a:path extrusionOk="0" h="358" w="358">
                    <a:moveTo>
                      <a:pt x="179" y="1"/>
                    </a:moveTo>
                    <a:cubicBezTo>
                      <a:pt x="84" y="1"/>
                      <a:pt x="0" y="72"/>
                      <a:pt x="0" y="179"/>
                    </a:cubicBezTo>
                    <a:cubicBezTo>
                      <a:pt x="0" y="286"/>
                      <a:pt x="84" y="358"/>
                      <a:pt x="179" y="358"/>
                    </a:cubicBezTo>
                    <a:cubicBezTo>
                      <a:pt x="286" y="358"/>
                      <a:pt x="358" y="286"/>
                      <a:pt x="358" y="179"/>
                    </a:cubicBezTo>
                    <a:cubicBezTo>
                      <a:pt x="358" y="72"/>
                      <a:pt x="286"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20"/>
              <p:cNvSpPr/>
              <p:nvPr/>
            </p:nvSpPr>
            <p:spPr>
              <a:xfrm>
                <a:off x="4547599" y="2260327"/>
                <a:ext cx="38030" cy="38030"/>
              </a:xfrm>
              <a:custGeom>
                <a:rect b="b" l="l" r="r" t="t"/>
                <a:pathLst>
                  <a:path extrusionOk="0" h="358" w="358">
                    <a:moveTo>
                      <a:pt x="179" y="1"/>
                    </a:moveTo>
                    <a:cubicBezTo>
                      <a:pt x="72" y="1"/>
                      <a:pt x="0" y="72"/>
                      <a:pt x="0" y="179"/>
                    </a:cubicBezTo>
                    <a:cubicBezTo>
                      <a:pt x="0" y="286"/>
                      <a:pt x="72" y="358"/>
                      <a:pt x="179" y="358"/>
                    </a:cubicBezTo>
                    <a:cubicBezTo>
                      <a:pt x="286" y="358"/>
                      <a:pt x="357" y="286"/>
                      <a:pt x="357" y="179"/>
                    </a:cubicBezTo>
                    <a:cubicBezTo>
                      <a:pt x="357" y="72"/>
                      <a:pt x="262"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20"/>
              <p:cNvSpPr/>
              <p:nvPr/>
            </p:nvSpPr>
            <p:spPr>
              <a:xfrm>
                <a:off x="4643630" y="2260327"/>
                <a:ext cx="38137" cy="38030"/>
              </a:xfrm>
              <a:custGeom>
                <a:rect b="b" l="l" r="r" t="t"/>
                <a:pathLst>
                  <a:path extrusionOk="0" h="358" w="359">
                    <a:moveTo>
                      <a:pt x="180" y="1"/>
                    </a:moveTo>
                    <a:cubicBezTo>
                      <a:pt x="72" y="1"/>
                      <a:pt x="1" y="72"/>
                      <a:pt x="1" y="179"/>
                    </a:cubicBezTo>
                    <a:cubicBezTo>
                      <a:pt x="1" y="286"/>
                      <a:pt x="72" y="358"/>
                      <a:pt x="180" y="358"/>
                    </a:cubicBezTo>
                    <a:cubicBezTo>
                      <a:pt x="287" y="358"/>
                      <a:pt x="358" y="286"/>
                      <a:pt x="358" y="179"/>
                    </a:cubicBezTo>
                    <a:cubicBezTo>
                      <a:pt x="358" y="72"/>
                      <a:pt x="287" y="1"/>
                      <a:pt x="1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20"/>
              <p:cNvSpPr/>
              <p:nvPr/>
            </p:nvSpPr>
            <p:spPr>
              <a:xfrm>
                <a:off x="4742318" y="2260327"/>
                <a:ext cx="38030" cy="38030"/>
              </a:xfrm>
              <a:custGeom>
                <a:rect b="b" l="l" r="r" t="t"/>
                <a:pathLst>
                  <a:path extrusionOk="0" h="358" w="358">
                    <a:moveTo>
                      <a:pt x="179" y="1"/>
                    </a:moveTo>
                    <a:cubicBezTo>
                      <a:pt x="72" y="1"/>
                      <a:pt x="1" y="72"/>
                      <a:pt x="1" y="179"/>
                    </a:cubicBezTo>
                    <a:cubicBezTo>
                      <a:pt x="1" y="286"/>
                      <a:pt x="72" y="358"/>
                      <a:pt x="179" y="358"/>
                    </a:cubicBezTo>
                    <a:cubicBezTo>
                      <a:pt x="275" y="358"/>
                      <a:pt x="358" y="286"/>
                      <a:pt x="358" y="179"/>
                    </a:cubicBezTo>
                    <a:cubicBezTo>
                      <a:pt x="358" y="72"/>
                      <a:pt x="275"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20"/>
              <p:cNvSpPr/>
              <p:nvPr/>
            </p:nvSpPr>
            <p:spPr>
              <a:xfrm>
                <a:off x="4839731" y="2260327"/>
                <a:ext cx="38030" cy="38030"/>
              </a:xfrm>
              <a:custGeom>
                <a:rect b="b" l="l" r="r" t="t"/>
                <a:pathLst>
                  <a:path extrusionOk="0" h="358" w="358">
                    <a:moveTo>
                      <a:pt x="179" y="1"/>
                    </a:moveTo>
                    <a:cubicBezTo>
                      <a:pt x="72" y="1"/>
                      <a:pt x="0" y="72"/>
                      <a:pt x="0" y="179"/>
                    </a:cubicBezTo>
                    <a:cubicBezTo>
                      <a:pt x="0" y="286"/>
                      <a:pt x="72" y="358"/>
                      <a:pt x="179" y="358"/>
                    </a:cubicBezTo>
                    <a:cubicBezTo>
                      <a:pt x="286" y="358"/>
                      <a:pt x="358" y="286"/>
                      <a:pt x="358" y="179"/>
                    </a:cubicBezTo>
                    <a:cubicBezTo>
                      <a:pt x="358" y="72"/>
                      <a:pt x="274"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20"/>
              <p:cNvSpPr/>
              <p:nvPr/>
            </p:nvSpPr>
            <p:spPr>
              <a:xfrm>
                <a:off x="4252810" y="2371656"/>
                <a:ext cx="38137" cy="38030"/>
              </a:xfrm>
              <a:custGeom>
                <a:rect b="b" l="l" r="r" t="t"/>
                <a:pathLst>
                  <a:path extrusionOk="0" h="358" w="359">
                    <a:moveTo>
                      <a:pt x="180" y="0"/>
                    </a:moveTo>
                    <a:cubicBezTo>
                      <a:pt x="84" y="0"/>
                      <a:pt x="1" y="72"/>
                      <a:pt x="1" y="179"/>
                    </a:cubicBezTo>
                    <a:cubicBezTo>
                      <a:pt x="1" y="274"/>
                      <a:pt x="84" y="358"/>
                      <a:pt x="180" y="358"/>
                    </a:cubicBezTo>
                    <a:cubicBezTo>
                      <a:pt x="287" y="358"/>
                      <a:pt x="358" y="274"/>
                      <a:pt x="358" y="179"/>
                    </a:cubicBezTo>
                    <a:cubicBezTo>
                      <a:pt x="358" y="84"/>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20"/>
              <p:cNvSpPr/>
              <p:nvPr/>
            </p:nvSpPr>
            <p:spPr>
              <a:xfrm>
                <a:off x="4351498" y="2371656"/>
                <a:ext cx="38030" cy="38030"/>
              </a:xfrm>
              <a:custGeom>
                <a:rect b="b" l="l" r="r" t="t"/>
                <a:pathLst>
                  <a:path extrusionOk="0" h="358" w="358">
                    <a:moveTo>
                      <a:pt x="179" y="0"/>
                    </a:moveTo>
                    <a:cubicBezTo>
                      <a:pt x="72" y="0"/>
                      <a:pt x="1" y="72"/>
                      <a:pt x="1" y="179"/>
                    </a:cubicBezTo>
                    <a:cubicBezTo>
                      <a:pt x="1" y="274"/>
                      <a:pt x="72" y="358"/>
                      <a:pt x="179" y="358"/>
                    </a:cubicBezTo>
                    <a:cubicBezTo>
                      <a:pt x="286" y="358"/>
                      <a:pt x="358" y="274"/>
                      <a:pt x="358" y="179"/>
                    </a:cubicBezTo>
                    <a:cubicBezTo>
                      <a:pt x="358" y="84"/>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20"/>
              <p:cNvSpPr/>
              <p:nvPr/>
            </p:nvSpPr>
            <p:spPr>
              <a:xfrm>
                <a:off x="4448911" y="2371656"/>
                <a:ext cx="38030" cy="38030"/>
              </a:xfrm>
              <a:custGeom>
                <a:rect b="b" l="l" r="r" t="t"/>
                <a:pathLst>
                  <a:path extrusionOk="0" h="358" w="358">
                    <a:moveTo>
                      <a:pt x="179" y="0"/>
                    </a:moveTo>
                    <a:cubicBezTo>
                      <a:pt x="84" y="0"/>
                      <a:pt x="0" y="72"/>
                      <a:pt x="0" y="179"/>
                    </a:cubicBezTo>
                    <a:cubicBezTo>
                      <a:pt x="0" y="274"/>
                      <a:pt x="84" y="358"/>
                      <a:pt x="179" y="358"/>
                    </a:cubicBezTo>
                    <a:cubicBezTo>
                      <a:pt x="286" y="358"/>
                      <a:pt x="358" y="274"/>
                      <a:pt x="358" y="179"/>
                    </a:cubicBezTo>
                    <a:cubicBezTo>
                      <a:pt x="358" y="84"/>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20"/>
              <p:cNvSpPr/>
              <p:nvPr/>
            </p:nvSpPr>
            <p:spPr>
              <a:xfrm>
                <a:off x="4547599" y="2371656"/>
                <a:ext cx="38030" cy="38030"/>
              </a:xfrm>
              <a:custGeom>
                <a:rect b="b" l="l" r="r" t="t"/>
                <a:pathLst>
                  <a:path extrusionOk="0" h="358" w="358">
                    <a:moveTo>
                      <a:pt x="179" y="0"/>
                    </a:moveTo>
                    <a:cubicBezTo>
                      <a:pt x="72" y="0"/>
                      <a:pt x="0" y="72"/>
                      <a:pt x="0" y="179"/>
                    </a:cubicBezTo>
                    <a:cubicBezTo>
                      <a:pt x="0" y="274"/>
                      <a:pt x="72" y="358"/>
                      <a:pt x="179" y="358"/>
                    </a:cubicBezTo>
                    <a:cubicBezTo>
                      <a:pt x="286" y="358"/>
                      <a:pt x="357" y="274"/>
                      <a:pt x="357" y="179"/>
                    </a:cubicBezTo>
                    <a:cubicBezTo>
                      <a:pt x="357" y="84"/>
                      <a:pt x="262"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20"/>
              <p:cNvSpPr/>
              <p:nvPr/>
            </p:nvSpPr>
            <p:spPr>
              <a:xfrm>
                <a:off x="4643630" y="2371656"/>
                <a:ext cx="38137" cy="38030"/>
              </a:xfrm>
              <a:custGeom>
                <a:rect b="b" l="l" r="r" t="t"/>
                <a:pathLst>
                  <a:path extrusionOk="0" h="358" w="359">
                    <a:moveTo>
                      <a:pt x="180" y="0"/>
                    </a:moveTo>
                    <a:cubicBezTo>
                      <a:pt x="72" y="0"/>
                      <a:pt x="1" y="72"/>
                      <a:pt x="1" y="179"/>
                    </a:cubicBezTo>
                    <a:cubicBezTo>
                      <a:pt x="1" y="274"/>
                      <a:pt x="72" y="358"/>
                      <a:pt x="180" y="358"/>
                    </a:cubicBezTo>
                    <a:cubicBezTo>
                      <a:pt x="287" y="358"/>
                      <a:pt x="358" y="274"/>
                      <a:pt x="358" y="179"/>
                    </a:cubicBezTo>
                    <a:cubicBezTo>
                      <a:pt x="358" y="84"/>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20"/>
              <p:cNvSpPr/>
              <p:nvPr/>
            </p:nvSpPr>
            <p:spPr>
              <a:xfrm>
                <a:off x="4742318" y="2371656"/>
                <a:ext cx="38030" cy="38030"/>
              </a:xfrm>
              <a:custGeom>
                <a:rect b="b" l="l" r="r" t="t"/>
                <a:pathLst>
                  <a:path extrusionOk="0" h="358" w="358">
                    <a:moveTo>
                      <a:pt x="179" y="0"/>
                    </a:moveTo>
                    <a:cubicBezTo>
                      <a:pt x="72" y="0"/>
                      <a:pt x="1" y="72"/>
                      <a:pt x="1" y="179"/>
                    </a:cubicBezTo>
                    <a:cubicBezTo>
                      <a:pt x="1" y="274"/>
                      <a:pt x="72" y="358"/>
                      <a:pt x="179" y="358"/>
                    </a:cubicBezTo>
                    <a:cubicBezTo>
                      <a:pt x="275" y="358"/>
                      <a:pt x="358" y="274"/>
                      <a:pt x="358" y="179"/>
                    </a:cubicBezTo>
                    <a:cubicBezTo>
                      <a:pt x="358" y="84"/>
                      <a:pt x="275"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20"/>
              <p:cNvSpPr/>
              <p:nvPr/>
            </p:nvSpPr>
            <p:spPr>
              <a:xfrm>
                <a:off x="4839731" y="2371656"/>
                <a:ext cx="38030" cy="38030"/>
              </a:xfrm>
              <a:custGeom>
                <a:rect b="b" l="l" r="r" t="t"/>
                <a:pathLst>
                  <a:path extrusionOk="0" h="358" w="358">
                    <a:moveTo>
                      <a:pt x="179" y="0"/>
                    </a:moveTo>
                    <a:cubicBezTo>
                      <a:pt x="72" y="0"/>
                      <a:pt x="0" y="72"/>
                      <a:pt x="0" y="179"/>
                    </a:cubicBezTo>
                    <a:cubicBezTo>
                      <a:pt x="0" y="274"/>
                      <a:pt x="72" y="358"/>
                      <a:pt x="179" y="358"/>
                    </a:cubicBezTo>
                    <a:cubicBezTo>
                      <a:pt x="286" y="358"/>
                      <a:pt x="358" y="274"/>
                      <a:pt x="358" y="179"/>
                    </a:cubicBezTo>
                    <a:cubicBezTo>
                      <a:pt x="358" y="84"/>
                      <a:pt x="274"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20"/>
              <p:cNvSpPr/>
              <p:nvPr/>
            </p:nvSpPr>
            <p:spPr>
              <a:xfrm>
                <a:off x="4252810" y="2482985"/>
                <a:ext cx="38137" cy="38030"/>
              </a:xfrm>
              <a:custGeom>
                <a:rect b="b" l="l" r="r" t="t"/>
                <a:pathLst>
                  <a:path extrusionOk="0" h="358" w="359">
                    <a:moveTo>
                      <a:pt x="180" y="0"/>
                    </a:moveTo>
                    <a:cubicBezTo>
                      <a:pt x="84" y="0"/>
                      <a:pt x="1" y="72"/>
                      <a:pt x="1" y="179"/>
                    </a:cubicBezTo>
                    <a:cubicBezTo>
                      <a:pt x="1" y="286"/>
                      <a:pt x="84" y="357"/>
                      <a:pt x="180" y="357"/>
                    </a:cubicBezTo>
                    <a:cubicBezTo>
                      <a:pt x="287" y="357"/>
                      <a:pt x="358" y="286"/>
                      <a:pt x="358" y="179"/>
                    </a:cubicBezTo>
                    <a:cubicBezTo>
                      <a:pt x="358" y="84"/>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20"/>
              <p:cNvSpPr/>
              <p:nvPr/>
            </p:nvSpPr>
            <p:spPr>
              <a:xfrm>
                <a:off x="4351498" y="2482985"/>
                <a:ext cx="38030" cy="38030"/>
              </a:xfrm>
              <a:custGeom>
                <a:rect b="b" l="l" r="r" t="t"/>
                <a:pathLst>
                  <a:path extrusionOk="0" h="358" w="358">
                    <a:moveTo>
                      <a:pt x="179" y="0"/>
                    </a:moveTo>
                    <a:cubicBezTo>
                      <a:pt x="72" y="0"/>
                      <a:pt x="1" y="72"/>
                      <a:pt x="1" y="179"/>
                    </a:cubicBezTo>
                    <a:cubicBezTo>
                      <a:pt x="1" y="286"/>
                      <a:pt x="72" y="357"/>
                      <a:pt x="179" y="357"/>
                    </a:cubicBezTo>
                    <a:cubicBezTo>
                      <a:pt x="286" y="357"/>
                      <a:pt x="358" y="286"/>
                      <a:pt x="358" y="179"/>
                    </a:cubicBezTo>
                    <a:cubicBezTo>
                      <a:pt x="358" y="84"/>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20"/>
              <p:cNvSpPr/>
              <p:nvPr/>
            </p:nvSpPr>
            <p:spPr>
              <a:xfrm>
                <a:off x="4448911" y="2482985"/>
                <a:ext cx="38030" cy="38030"/>
              </a:xfrm>
              <a:custGeom>
                <a:rect b="b" l="l" r="r" t="t"/>
                <a:pathLst>
                  <a:path extrusionOk="0" h="358" w="358">
                    <a:moveTo>
                      <a:pt x="179" y="0"/>
                    </a:moveTo>
                    <a:cubicBezTo>
                      <a:pt x="84" y="0"/>
                      <a:pt x="0" y="72"/>
                      <a:pt x="0" y="179"/>
                    </a:cubicBezTo>
                    <a:cubicBezTo>
                      <a:pt x="0" y="286"/>
                      <a:pt x="84" y="357"/>
                      <a:pt x="179" y="357"/>
                    </a:cubicBezTo>
                    <a:cubicBezTo>
                      <a:pt x="286" y="357"/>
                      <a:pt x="358" y="286"/>
                      <a:pt x="358" y="179"/>
                    </a:cubicBezTo>
                    <a:cubicBezTo>
                      <a:pt x="358" y="84"/>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20"/>
              <p:cNvSpPr/>
              <p:nvPr/>
            </p:nvSpPr>
            <p:spPr>
              <a:xfrm>
                <a:off x="4547599" y="2482985"/>
                <a:ext cx="38030" cy="38030"/>
              </a:xfrm>
              <a:custGeom>
                <a:rect b="b" l="l" r="r" t="t"/>
                <a:pathLst>
                  <a:path extrusionOk="0" h="358" w="358">
                    <a:moveTo>
                      <a:pt x="179" y="0"/>
                    </a:moveTo>
                    <a:cubicBezTo>
                      <a:pt x="72" y="0"/>
                      <a:pt x="0" y="72"/>
                      <a:pt x="0" y="179"/>
                    </a:cubicBezTo>
                    <a:cubicBezTo>
                      <a:pt x="0" y="286"/>
                      <a:pt x="72" y="357"/>
                      <a:pt x="179" y="357"/>
                    </a:cubicBezTo>
                    <a:cubicBezTo>
                      <a:pt x="286" y="357"/>
                      <a:pt x="357" y="286"/>
                      <a:pt x="357" y="179"/>
                    </a:cubicBezTo>
                    <a:cubicBezTo>
                      <a:pt x="357" y="84"/>
                      <a:pt x="262"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20"/>
              <p:cNvSpPr/>
              <p:nvPr/>
            </p:nvSpPr>
            <p:spPr>
              <a:xfrm>
                <a:off x="4643630" y="2482985"/>
                <a:ext cx="38137" cy="38030"/>
              </a:xfrm>
              <a:custGeom>
                <a:rect b="b" l="l" r="r" t="t"/>
                <a:pathLst>
                  <a:path extrusionOk="0" h="358" w="359">
                    <a:moveTo>
                      <a:pt x="180" y="0"/>
                    </a:moveTo>
                    <a:cubicBezTo>
                      <a:pt x="72" y="0"/>
                      <a:pt x="1" y="72"/>
                      <a:pt x="1" y="179"/>
                    </a:cubicBezTo>
                    <a:cubicBezTo>
                      <a:pt x="1" y="286"/>
                      <a:pt x="72" y="357"/>
                      <a:pt x="180" y="357"/>
                    </a:cubicBezTo>
                    <a:cubicBezTo>
                      <a:pt x="287" y="357"/>
                      <a:pt x="358" y="286"/>
                      <a:pt x="358" y="179"/>
                    </a:cubicBezTo>
                    <a:cubicBezTo>
                      <a:pt x="358" y="84"/>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20"/>
              <p:cNvSpPr/>
              <p:nvPr/>
            </p:nvSpPr>
            <p:spPr>
              <a:xfrm>
                <a:off x="4742318" y="2482985"/>
                <a:ext cx="38030" cy="38030"/>
              </a:xfrm>
              <a:custGeom>
                <a:rect b="b" l="l" r="r" t="t"/>
                <a:pathLst>
                  <a:path extrusionOk="0" h="358" w="358">
                    <a:moveTo>
                      <a:pt x="179" y="0"/>
                    </a:moveTo>
                    <a:cubicBezTo>
                      <a:pt x="72" y="0"/>
                      <a:pt x="1" y="72"/>
                      <a:pt x="1" y="179"/>
                    </a:cubicBezTo>
                    <a:cubicBezTo>
                      <a:pt x="1" y="286"/>
                      <a:pt x="72" y="357"/>
                      <a:pt x="179" y="357"/>
                    </a:cubicBezTo>
                    <a:cubicBezTo>
                      <a:pt x="275" y="357"/>
                      <a:pt x="358" y="286"/>
                      <a:pt x="358" y="179"/>
                    </a:cubicBezTo>
                    <a:cubicBezTo>
                      <a:pt x="358" y="84"/>
                      <a:pt x="275"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p20"/>
              <p:cNvSpPr/>
              <p:nvPr/>
            </p:nvSpPr>
            <p:spPr>
              <a:xfrm>
                <a:off x="4839731" y="2482985"/>
                <a:ext cx="38030" cy="38030"/>
              </a:xfrm>
              <a:custGeom>
                <a:rect b="b" l="l" r="r" t="t"/>
                <a:pathLst>
                  <a:path extrusionOk="0" h="358" w="358">
                    <a:moveTo>
                      <a:pt x="179" y="0"/>
                    </a:moveTo>
                    <a:cubicBezTo>
                      <a:pt x="72" y="0"/>
                      <a:pt x="0" y="72"/>
                      <a:pt x="0" y="179"/>
                    </a:cubicBezTo>
                    <a:cubicBezTo>
                      <a:pt x="0" y="286"/>
                      <a:pt x="72" y="357"/>
                      <a:pt x="179" y="357"/>
                    </a:cubicBezTo>
                    <a:cubicBezTo>
                      <a:pt x="286" y="357"/>
                      <a:pt x="358" y="286"/>
                      <a:pt x="358" y="179"/>
                    </a:cubicBezTo>
                    <a:cubicBezTo>
                      <a:pt x="358" y="84"/>
                      <a:pt x="274"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20"/>
              <p:cNvSpPr/>
              <p:nvPr/>
            </p:nvSpPr>
            <p:spPr>
              <a:xfrm>
                <a:off x="4252810" y="2595483"/>
                <a:ext cx="38137" cy="38137"/>
              </a:xfrm>
              <a:custGeom>
                <a:rect b="b" l="l" r="r" t="t"/>
                <a:pathLst>
                  <a:path extrusionOk="0" h="359" w="359">
                    <a:moveTo>
                      <a:pt x="180" y="1"/>
                    </a:moveTo>
                    <a:cubicBezTo>
                      <a:pt x="84" y="1"/>
                      <a:pt x="1" y="72"/>
                      <a:pt x="1" y="179"/>
                    </a:cubicBezTo>
                    <a:cubicBezTo>
                      <a:pt x="1" y="287"/>
                      <a:pt x="84" y="358"/>
                      <a:pt x="180" y="358"/>
                    </a:cubicBezTo>
                    <a:cubicBezTo>
                      <a:pt x="287" y="358"/>
                      <a:pt x="358" y="287"/>
                      <a:pt x="358" y="179"/>
                    </a:cubicBezTo>
                    <a:cubicBezTo>
                      <a:pt x="358" y="72"/>
                      <a:pt x="287" y="1"/>
                      <a:pt x="1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20"/>
              <p:cNvSpPr/>
              <p:nvPr/>
            </p:nvSpPr>
            <p:spPr>
              <a:xfrm>
                <a:off x="4351498" y="2595483"/>
                <a:ext cx="38030" cy="38137"/>
              </a:xfrm>
              <a:custGeom>
                <a:rect b="b" l="l" r="r" t="t"/>
                <a:pathLst>
                  <a:path extrusionOk="0" h="359" w="358">
                    <a:moveTo>
                      <a:pt x="179" y="1"/>
                    </a:moveTo>
                    <a:cubicBezTo>
                      <a:pt x="72" y="1"/>
                      <a:pt x="1" y="72"/>
                      <a:pt x="1" y="179"/>
                    </a:cubicBezTo>
                    <a:cubicBezTo>
                      <a:pt x="1" y="287"/>
                      <a:pt x="72" y="358"/>
                      <a:pt x="179" y="358"/>
                    </a:cubicBezTo>
                    <a:cubicBezTo>
                      <a:pt x="286" y="358"/>
                      <a:pt x="358" y="287"/>
                      <a:pt x="358" y="179"/>
                    </a:cubicBezTo>
                    <a:cubicBezTo>
                      <a:pt x="358" y="72"/>
                      <a:pt x="286"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20"/>
              <p:cNvSpPr/>
              <p:nvPr/>
            </p:nvSpPr>
            <p:spPr>
              <a:xfrm>
                <a:off x="4448911" y="2595483"/>
                <a:ext cx="38030" cy="38137"/>
              </a:xfrm>
              <a:custGeom>
                <a:rect b="b" l="l" r="r" t="t"/>
                <a:pathLst>
                  <a:path extrusionOk="0" h="359" w="358">
                    <a:moveTo>
                      <a:pt x="179" y="1"/>
                    </a:moveTo>
                    <a:cubicBezTo>
                      <a:pt x="84" y="1"/>
                      <a:pt x="0" y="72"/>
                      <a:pt x="0" y="179"/>
                    </a:cubicBezTo>
                    <a:cubicBezTo>
                      <a:pt x="0" y="287"/>
                      <a:pt x="84" y="358"/>
                      <a:pt x="179" y="358"/>
                    </a:cubicBezTo>
                    <a:cubicBezTo>
                      <a:pt x="286" y="358"/>
                      <a:pt x="358" y="287"/>
                      <a:pt x="358" y="179"/>
                    </a:cubicBezTo>
                    <a:cubicBezTo>
                      <a:pt x="358" y="72"/>
                      <a:pt x="286"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20"/>
              <p:cNvSpPr/>
              <p:nvPr/>
            </p:nvSpPr>
            <p:spPr>
              <a:xfrm>
                <a:off x="4547599" y="2595483"/>
                <a:ext cx="38030" cy="38137"/>
              </a:xfrm>
              <a:custGeom>
                <a:rect b="b" l="l" r="r" t="t"/>
                <a:pathLst>
                  <a:path extrusionOk="0" h="359" w="358">
                    <a:moveTo>
                      <a:pt x="179" y="1"/>
                    </a:moveTo>
                    <a:cubicBezTo>
                      <a:pt x="72" y="1"/>
                      <a:pt x="0" y="72"/>
                      <a:pt x="0" y="179"/>
                    </a:cubicBezTo>
                    <a:cubicBezTo>
                      <a:pt x="0" y="287"/>
                      <a:pt x="72" y="358"/>
                      <a:pt x="179" y="358"/>
                    </a:cubicBezTo>
                    <a:cubicBezTo>
                      <a:pt x="286" y="358"/>
                      <a:pt x="357" y="287"/>
                      <a:pt x="357" y="179"/>
                    </a:cubicBezTo>
                    <a:cubicBezTo>
                      <a:pt x="357" y="72"/>
                      <a:pt x="262"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20"/>
              <p:cNvSpPr/>
              <p:nvPr/>
            </p:nvSpPr>
            <p:spPr>
              <a:xfrm>
                <a:off x="4643630" y="2595483"/>
                <a:ext cx="38137" cy="38137"/>
              </a:xfrm>
              <a:custGeom>
                <a:rect b="b" l="l" r="r" t="t"/>
                <a:pathLst>
                  <a:path extrusionOk="0" h="359" w="359">
                    <a:moveTo>
                      <a:pt x="180" y="1"/>
                    </a:moveTo>
                    <a:cubicBezTo>
                      <a:pt x="72" y="1"/>
                      <a:pt x="1" y="72"/>
                      <a:pt x="1" y="179"/>
                    </a:cubicBezTo>
                    <a:cubicBezTo>
                      <a:pt x="1" y="287"/>
                      <a:pt x="72" y="358"/>
                      <a:pt x="180" y="358"/>
                    </a:cubicBezTo>
                    <a:cubicBezTo>
                      <a:pt x="287" y="358"/>
                      <a:pt x="358" y="287"/>
                      <a:pt x="358" y="179"/>
                    </a:cubicBezTo>
                    <a:cubicBezTo>
                      <a:pt x="358" y="72"/>
                      <a:pt x="287" y="1"/>
                      <a:pt x="1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20"/>
              <p:cNvSpPr/>
              <p:nvPr/>
            </p:nvSpPr>
            <p:spPr>
              <a:xfrm>
                <a:off x="4742318" y="2595483"/>
                <a:ext cx="38030" cy="38137"/>
              </a:xfrm>
              <a:custGeom>
                <a:rect b="b" l="l" r="r" t="t"/>
                <a:pathLst>
                  <a:path extrusionOk="0" h="359" w="358">
                    <a:moveTo>
                      <a:pt x="179" y="1"/>
                    </a:moveTo>
                    <a:cubicBezTo>
                      <a:pt x="72" y="1"/>
                      <a:pt x="1" y="72"/>
                      <a:pt x="1" y="179"/>
                    </a:cubicBezTo>
                    <a:cubicBezTo>
                      <a:pt x="1" y="287"/>
                      <a:pt x="72" y="358"/>
                      <a:pt x="179" y="358"/>
                    </a:cubicBezTo>
                    <a:cubicBezTo>
                      <a:pt x="275" y="358"/>
                      <a:pt x="358" y="287"/>
                      <a:pt x="358" y="179"/>
                    </a:cubicBezTo>
                    <a:cubicBezTo>
                      <a:pt x="358" y="72"/>
                      <a:pt x="275"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20"/>
              <p:cNvSpPr/>
              <p:nvPr/>
            </p:nvSpPr>
            <p:spPr>
              <a:xfrm>
                <a:off x="4839731" y="2595483"/>
                <a:ext cx="38030" cy="38137"/>
              </a:xfrm>
              <a:custGeom>
                <a:rect b="b" l="l" r="r" t="t"/>
                <a:pathLst>
                  <a:path extrusionOk="0" h="359" w="358">
                    <a:moveTo>
                      <a:pt x="179" y="1"/>
                    </a:moveTo>
                    <a:cubicBezTo>
                      <a:pt x="72" y="1"/>
                      <a:pt x="0" y="72"/>
                      <a:pt x="0" y="179"/>
                    </a:cubicBezTo>
                    <a:cubicBezTo>
                      <a:pt x="0" y="287"/>
                      <a:pt x="72" y="358"/>
                      <a:pt x="179" y="358"/>
                    </a:cubicBezTo>
                    <a:cubicBezTo>
                      <a:pt x="286" y="358"/>
                      <a:pt x="358" y="287"/>
                      <a:pt x="358" y="179"/>
                    </a:cubicBezTo>
                    <a:cubicBezTo>
                      <a:pt x="358" y="72"/>
                      <a:pt x="274"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892" name="Google Shape;892;p20"/>
          <p:cNvGrpSpPr/>
          <p:nvPr/>
        </p:nvGrpSpPr>
        <p:grpSpPr>
          <a:xfrm>
            <a:off x="8419611" y="3357988"/>
            <a:ext cx="1617386" cy="1624770"/>
            <a:chOff x="3992334" y="189904"/>
            <a:chExt cx="1116902" cy="1122001"/>
          </a:xfrm>
        </p:grpSpPr>
        <p:sp>
          <p:nvSpPr>
            <p:cNvPr id="893" name="Google Shape;893;p20"/>
            <p:cNvSpPr/>
            <p:nvPr/>
          </p:nvSpPr>
          <p:spPr>
            <a:xfrm>
              <a:off x="3992334" y="804551"/>
              <a:ext cx="232750" cy="403568"/>
            </a:xfrm>
            <a:custGeom>
              <a:rect b="b" l="l" r="r" t="t"/>
              <a:pathLst>
                <a:path extrusionOk="0" h="3799" w="2191">
                  <a:moveTo>
                    <a:pt x="0" y="1"/>
                  </a:moveTo>
                  <a:cubicBezTo>
                    <a:pt x="36" y="227"/>
                    <a:pt x="60" y="441"/>
                    <a:pt x="107" y="667"/>
                  </a:cubicBezTo>
                  <a:lnTo>
                    <a:pt x="1667" y="3382"/>
                  </a:lnTo>
                  <a:cubicBezTo>
                    <a:pt x="1834" y="3525"/>
                    <a:pt x="2012" y="3680"/>
                    <a:pt x="2191" y="3799"/>
                  </a:cubicBezTo>
                  <a:lnTo>
                    <a:pt x="0"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20"/>
            <p:cNvSpPr/>
            <p:nvPr/>
          </p:nvSpPr>
          <p:spPr>
            <a:xfrm>
              <a:off x="3998602" y="619923"/>
              <a:ext cx="396025" cy="671692"/>
            </a:xfrm>
            <a:custGeom>
              <a:rect b="b" l="l" r="r" t="t"/>
              <a:pathLst>
                <a:path extrusionOk="0" h="6323" w="3728">
                  <a:moveTo>
                    <a:pt x="96" y="0"/>
                  </a:moveTo>
                  <a:cubicBezTo>
                    <a:pt x="48" y="96"/>
                    <a:pt x="13" y="215"/>
                    <a:pt x="1" y="334"/>
                  </a:cubicBezTo>
                  <a:lnTo>
                    <a:pt x="3382" y="6203"/>
                  </a:lnTo>
                  <a:cubicBezTo>
                    <a:pt x="3489" y="6251"/>
                    <a:pt x="3608" y="6275"/>
                    <a:pt x="3727" y="6323"/>
                  </a:cubicBezTo>
                  <a:lnTo>
                    <a:pt x="96"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20"/>
            <p:cNvSpPr/>
            <p:nvPr/>
          </p:nvSpPr>
          <p:spPr>
            <a:xfrm>
              <a:off x="4040350" y="490854"/>
              <a:ext cx="484515" cy="821052"/>
            </a:xfrm>
            <a:custGeom>
              <a:rect b="b" l="l" r="r" t="t"/>
              <a:pathLst>
                <a:path extrusionOk="0" h="7729" w="4561">
                  <a:moveTo>
                    <a:pt x="108" y="1"/>
                  </a:moveTo>
                  <a:cubicBezTo>
                    <a:pt x="84" y="84"/>
                    <a:pt x="36" y="168"/>
                    <a:pt x="1" y="263"/>
                  </a:cubicBezTo>
                  <a:lnTo>
                    <a:pt x="4275" y="7716"/>
                  </a:lnTo>
                  <a:cubicBezTo>
                    <a:pt x="4370" y="7728"/>
                    <a:pt x="4477" y="7728"/>
                    <a:pt x="4561" y="7728"/>
                  </a:cubicBezTo>
                  <a:lnTo>
                    <a:pt x="108"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20"/>
            <p:cNvSpPr/>
            <p:nvPr/>
          </p:nvSpPr>
          <p:spPr>
            <a:xfrm>
              <a:off x="4101114" y="393547"/>
              <a:ext cx="542623" cy="915809"/>
            </a:xfrm>
            <a:custGeom>
              <a:rect b="b" l="l" r="r" t="t"/>
              <a:pathLst>
                <a:path extrusionOk="0" h="8621" w="5108">
                  <a:moveTo>
                    <a:pt x="167" y="0"/>
                  </a:moveTo>
                  <a:cubicBezTo>
                    <a:pt x="107" y="60"/>
                    <a:pt x="48" y="131"/>
                    <a:pt x="0" y="191"/>
                  </a:cubicBezTo>
                  <a:lnTo>
                    <a:pt x="4858" y="8620"/>
                  </a:lnTo>
                  <a:cubicBezTo>
                    <a:pt x="4941" y="8596"/>
                    <a:pt x="5025" y="8596"/>
                    <a:pt x="5108" y="8585"/>
                  </a:cubicBezTo>
                  <a:lnTo>
                    <a:pt x="167"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20"/>
            <p:cNvSpPr/>
            <p:nvPr/>
          </p:nvSpPr>
          <p:spPr>
            <a:xfrm>
              <a:off x="4175687" y="316318"/>
              <a:ext cx="573111" cy="969030"/>
            </a:xfrm>
            <a:custGeom>
              <a:rect b="b" l="l" r="r" t="t"/>
              <a:pathLst>
                <a:path extrusionOk="0" h="9122" w="5395">
                  <a:moveTo>
                    <a:pt x="179" y="1"/>
                  </a:moveTo>
                  <a:cubicBezTo>
                    <a:pt x="120" y="60"/>
                    <a:pt x="60" y="96"/>
                    <a:pt x="1" y="156"/>
                  </a:cubicBezTo>
                  <a:lnTo>
                    <a:pt x="5168" y="9121"/>
                  </a:lnTo>
                  <a:cubicBezTo>
                    <a:pt x="5239" y="9085"/>
                    <a:pt x="5311" y="9073"/>
                    <a:pt x="5394" y="9050"/>
                  </a:cubicBezTo>
                  <a:lnTo>
                    <a:pt x="179"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20"/>
            <p:cNvSpPr/>
            <p:nvPr/>
          </p:nvSpPr>
          <p:spPr>
            <a:xfrm>
              <a:off x="4259184" y="256935"/>
              <a:ext cx="581928" cy="986664"/>
            </a:xfrm>
            <a:custGeom>
              <a:rect b="b" l="l" r="r" t="t"/>
              <a:pathLst>
                <a:path extrusionOk="0" h="9288" w="5478">
                  <a:moveTo>
                    <a:pt x="215" y="0"/>
                  </a:moveTo>
                  <a:cubicBezTo>
                    <a:pt x="167" y="24"/>
                    <a:pt x="143" y="48"/>
                    <a:pt x="108" y="60"/>
                  </a:cubicBezTo>
                  <a:cubicBezTo>
                    <a:pt x="84" y="84"/>
                    <a:pt x="36" y="107"/>
                    <a:pt x="0" y="119"/>
                  </a:cubicBezTo>
                  <a:lnTo>
                    <a:pt x="5275" y="9287"/>
                  </a:lnTo>
                  <a:cubicBezTo>
                    <a:pt x="5299" y="9275"/>
                    <a:pt x="5346" y="9251"/>
                    <a:pt x="5382" y="9228"/>
                  </a:cubicBezTo>
                  <a:cubicBezTo>
                    <a:pt x="5406" y="9216"/>
                    <a:pt x="5454" y="9192"/>
                    <a:pt x="5477" y="9168"/>
                  </a:cubicBezTo>
                  <a:lnTo>
                    <a:pt x="215"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20"/>
            <p:cNvSpPr/>
            <p:nvPr/>
          </p:nvSpPr>
          <p:spPr>
            <a:xfrm>
              <a:off x="4354047" y="216462"/>
              <a:ext cx="573005" cy="968924"/>
            </a:xfrm>
            <a:custGeom>
              <a:rect b="b" l="l" r="r" t="t"/>
              <a:pathLst>
                <a:path extrusionOk="0" h="9121" w="5394">
                  <a:moveTo>
                    <a:pt x="227" y="0"/>
                  </a:moveTo>
                  <a:cubicBezTo>
                    <a:pt x="155" y="12"/>
                    <a:pt x="84" y="48"/>
                    <a:pt x="0" y="72"/>
                  </a:cubicBezTo>
                  <a:lnTo>
                    <a:pt x="5215" y="9120"/>
                  </a:lnTo>
                  <a:cubicBezTo>
                    <a:pt x="5275" y="9073"/>
                    <a:pt x="5334" y="9013"/>
                    <a:pt x="5394" y="8954"/>
                  </a:cubicBezTo>
                  <a:lnTo>
                    <a:pt x="227"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20"/>
            <p:cNvSpPr/>
            <p:nvPr/>
          </p:nvSpPr>
          <p:spPr>
            <a:xfrm>
              <a:off x="4459003" y="192454"/>
              <a:ext cx="542729" cy="915809"/>
            </a:xfrm>
            <a:custGeom>
              <a:rect b="b" l="l" r="r" t="t"/>
              <a:pathLst>
                <a:path extrusionOk="0" h="8621" w="5109">
                  <a:moveTo>
                    <a:pt x="251" y="0"/>
                  </a:moveTo>
                  <a:cubicBezTo>
                    <a:pt x="167" y="0"/>
                    <a:pt x="72" y="12"/>
                    <a:pt x="1" y="36"/>
                  </a:cubicBezTo>
                  <a:lnTo>
                    <a:pt x="4942" y="8620"/>
                  </a:lnTo>
                  <a:cubicBezTo>
                    <a:pt x="5001" y="8561"/>
                    <a:pt x="5049" y="8489"/>
                    <a:pt x="5108" y="8406"/>
                  </a:cubicBezTo>
                  <a:lnTo>
                    <a:pt x="251"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20"/>
            <p:cNvSpPr/>
            <p:nvPr/>
          </p:nvSpPr>
          <p:spPr>
            <a:xfrm>
              <a:off x="4575431" y="189904"/>
              <a:ext cx="485790" cy="819671"/>
            </a:xfrm>
            <a:custGeom>
              <a:rect b="b" l="l" r="r" t="t"/>
              <a:pathLst>
                <a:path extrusionOk="0" h="7716" w="4573">
                  <a:moveTo>
                    <a:pt x="0" y="0"/>
                  </a:moveTo>
                  <a:lnTo>
                    <a:pt x="4453" y="7715"/>
                  </a:lnTo>
                  <a:cubicBezTo>
                    <a:pt x="4501" y="7632"/>
                    <a:pt x="4548" y="7549"/>
                    <a:pt x="4572" y="7465"/>
                  </a:cubicBezTo>
                  <a:lnTo>
                    <a:pt x="286" y="12"/>
                  </a:lnTo>
                  <a:cubicBezTo>
                    <a:pt x="179" y="0"/>
                    <a:pt x="95" y="0"/>
                    <a:pt x="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20"/>
            <p:cNvSpPr/>
            <p:nvPr/>
          </p:nvSpPr>
          <p:spPr>
            <a:xfrm>
              <a:off x="4708218" y="211363"/>
              <a:ext cx="394644" cy="671692"/>
            </a:xfrm>
            <a:custGeom>
              <a:rect b="b" l="l" r="r" t="t"/>
              <a:pathLst>
                <a:path extrusionOk="0" h="6323" w="3715">
                  <a:moveTo>
                    <a:pt x="0" y="1"/>
                  </a:moveTo>
                  <a:lnTo>
                    <a:pt x="3632" y="6323"/>
                  </a:lnTo>
                  <a:cubicBezTo>
                    <a:pt x="3667" y="6204"/>
                    <a:pt x="3679" y="6085"/>
                    <a:pt x="3715" y="5989"/>
                  </a:cubicBezTo>
                  <a:lnTo>
                    <a:pt x="334" y="120"/>
                  </a:lnTo>
                  <a:cubicBezTo>
                    <a:pt x="226" y="72"/>
                    <a:pt x="119" y="36"/>
                    <a:pt x="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20"/>
            <p:cNvSpPr/>
            <p:nvPr/>
          </p:nvSpPr>
          <p:spPr>
            <a:xfrm>
              <a:off x="4876380" y="293585"/>
              <a:ext cx="232856" cy="403568"/>
            </a:xfrm>
            <a:custGeom>
              <a:rect b="b" l="l" r="r" t="t"/>
              <a:pathLst>
                <a:path extrusionOk="0" h="3799" w="2192">
                  <a:moveTo>
                    <a:pt x="1" y="1"/>
                  </a:moveTo>
                  <a:lnTo>
                    <a:pt x="2191" y="3799"/>
                  </a:lnTo>
                  <a:cubicBezTo>
                    <a:pt x="2168" y="3572"/>
                    <a:pt x="2132" y="3346"/>
                    <a:pt x="2084" y="3144"/>
                  </a:cubicBezTo>
                  <a:lnTo>
                    <a:pt x="525" y="429"/>
                  </a:lnTo>
                  <a:cubicBezTo>
                    <a:pt x="358" y="274"/>
                    <a:pt x="179" y="120"/>
                    <a:pt x="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04" name="Google Shape;904;p2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905" name="Google Shape;905;p20"/>
          <p:cNvSpPr txBox="1"/>
          <p:nvPr>
            <p:ph idx="1" type="subTitle"/>
          </p:nvPr>
        </p:nvSpPr>
        <p:spPr>
          <a:xfrm>
            <a:off x="1101000" y="1746910"/>
            <a:ext cx="2084700" cy="1024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b="1"/>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906" name="Google Shape;906;p20"/>
          <p:cNvSpPr txBox="1"/>
          <p:nvPr>
            <p:ph idx="2" type="subTitle"/>
          </p:nvPr>
        </p:nvSpPr>
        <p:spPr>
          <a:xfrm>
            <a:off x="3717949" y="1746910"/>
            <a:ext cx="2084700" cy="1024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b="1"/>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907" name="Google Shape;907;p20"/>
          <p:cNvSpPr txBox="1"/>
          <p:nvPr>
            <p:ph idx="3" type="subTitle"/>
          </p:nvPr>
        </p:nvSpPr>
        <p:spPr>
          <a:xfrm>
            <a:off x="1101000" y="3584302"/>
            <a:ext cx="2085900" cy="1024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b="1"/>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908" name="Google Shape;908;p20"/>
          <p:cNvSpPr txBox="1"/>
          <p:nvPr>
            <p:ph idx="4" type="subTitle"/>
          </p:nvPr>
        </p:nvSpPr>
        <p:spPr>
          <a:xfrm>
            <a:off x="3717949" y="3584302"/>
            <a:ext cx="2085900" cy="1024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b="1"/>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909" name="Google Shape;909;p20"/>
          <p:cNvSpPr txBox="1"/>
          <p:nvPr>
            <p:ph idx="5" type="subTitle"/>
          </p:nvPr>
        </p:nvSpPr>
        <p:spPr>
          <a:xfrm>
            <a:off x="6334911" y="1746910"/>
            <a:ext cx="2084700" cy="1024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b="1"/>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910" name="Google Shape;910;p20"/>
          <p:cNvSpPr txBox="1"/>
          <p:nvPr>
            <p:ph idx="6" type="subTitle"/>
          </p:nvPr>
        </p:nvSpPr>
        <p:spPr>
          <a:xfrm>
            <a:off x="6334911" y="3584302"/>
            <a:ext cx="2084700" cy="1024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b="1"/>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911" name="Google Shape;911;p20"/>
          <p:cNvSpPr txBox="1"/>
          <p:nvPr>
            <p:ph idx="7" type="subTitle"/>
          </p:nvPr>
        </p:nvSpPr>
        <p:spPr>
          <a:xfrm>
            <a:off x="1101000" y="1373025"/>
            <a:ext cx="20859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1800">
                <a:solidFill>
                  <a:schemeClr val="dk1"/>
                </a:solidFill>
                <a:latin typeface="Raleway"/>
                <a:ea typeface="Raleway"/>
                <a:cs typeface="Raleway"/>
                <a:sym typeface="Raleway"/>
              </a:defRPr>
            </a:lvl1pPr>
            <a:lvl2pPr lvl="1" rtl="0" algn="ctr">
              <a:lnSpc>
                <a:spcPct val="100000"/>
              </a:lnSpc>
              <a:spcBef>
                <a:spcPts val="0"/>
              </a:spcBef>
              <a:spcAft>
                <a:spcPts val="0"/>
              </a:spcAft>
              <a:buSzPts val="2400"/>
              <a:buFont typeface="Raleway"/>
              <a:buNone/>
              <a:defRPr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sz="2400">
                <a:latin typeface="Raleway"/>
                <a:ea typeface="Raleway"/>
                <a:cs typeface="Raleway"/>
                <a:sym typeface="Raleway"/>
              </a:defRPr>
            </a:lvl9pPr>
          </a:lstStyle>
          <a:p/>
        </p:txBody>
      </p:sp>
      <p:sp>
        <p:nvSpPr>
          <p:cNvPr id="912" name="Google Shape;912;p20"/>
          <p:cNvSpPr txBox="1"/>
          <p:nvPr>
            <p:ph idx="8" type="subTitle"/>
          </p:nvPr>
        </p:nvSpPr>
        <p:spPr>
          <a:xfrm>
            <a:off x="3717956" y="1373025"/>
            <a:ext cx="20859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1800">
                <a:solidFill>
                  <a:schemeClr val="dk1"/>
                </a:solidFill>
                <a:latin typeface="Raleway"/>
                <a:ea typeface="Raleway"/>
                <a:cs typeface="Raleway"/>
                <a:sym typeface="Raleway"/>
              </a:defRPr>
            </a:lvl1pPr>
            <a:lvl2pPr lvl="1" rtl="0" algn="ctr">
              <a:lnSpc>
                <a:spcPct val="100000"/>
              </a:lnSpc>
              <a:spcBef>
                <a:spcPts val="0"/>
              </a:spcBef>
              <a:spcAft>
                <a:spcPts val="0"/>
              </a:spcAft>
              <a:buSzPts val="2400"/>
              <a:buFont typeface="Raleway"/>
              <a:buNone/>
              <a:defRPr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sz="2400">
                <a:latin typeface="Raleway"/>
                <a:ea typeface="Raleway"/>
                <a:cs typeface="Raleway"/>
                <a:sym typeface="Raleway"/>
              </a:defRPr>
            </a:lvl9pPr>
          </a:lstStyle>
          <a:p/>
        </p:txBody>
      </p:sp>
      <p:sp>
        <p:nvSpPr>
          <p:cNvPr id="913" name="Google Shape;913;p20"/>
          <p:cNvSpPr txBox="1"/>
          <p:nvPr>
            <p:ph idx="9" type="subTitle"/>
          </p:nvPr>
        </p:nvSpPr>
        <p:spPr>
          <a:xfrm>
            <a:off x="6334911" y="1373025"/>
            <a:ext cx="20859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1800">
                <a:solidFill>
                  <a:schemeClr val="dk1"/>
                </a:solidFill>
                <a:latin typeface="Raleway"/>
                <a:ea typeface="Raleway"/>
                <a:cs typeface="Raleway"/>
                <a:sym typeface="Raleway"/>
              </a:defRPr>
            </a:lvl1pPr>
            <a:lvl2pPr lvl="1" rtl="0" algn="ctr">
              <a:lnSpc>
                <a:spcPct val="100000"/>
              </a:lnSpc>
              <a:spcBef>
                <a:spcPts val="0"/>
              </a:spcBef>
              <a:spcAft>
                <a:spcPts val="0"/>
              </a:spcAft>
              <a:buSzPts val="2400"/>
              <a:buFont typeface="Raleway"/>
              <a:buNone/>
              <a:defRPr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sz="2400">
                <a:latin typeface="Raleway"/>
                <a:ea typeface="Raleway"/>
                <a:cs typeface="Raleway"/>
                <a:sym typeface="Raleway"/>
              </a:defRPr>
            </a:lvl9pPr>
          </a:lstStyle>
          <a:p/>
        </p:txBody>
      </p:sp>
      <p:sp>
        <p:nvSpPr>
          <p:cNvPr id="914" name="Google Shape;914;p20"/>
          <p:cNvSpPr txBox="1"/>
          <p:nvPr>
            <p:ph idx="13" type="subTitle"/>
          </p:nvPr>
        </p:nvSpPr>
        <p:spPr>
          <a:xfrm>
            <a:off x="1101000" y="3207204"/>
            <a:ext cx="20859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1800">
                <a:solidFill>
                  <a:schemeClr val="dk1"/>
                </a:solidFill>
                <a:latin typeface="Raleway"/>
                <a:ea typeface="Raleway"/>
                <a:cs typeface="Raleway"/>
                <a:sym typeface="Raleway"/>
              </a:defRPr>
            </a:lvl1pPr>
            <a:lvl2pPr lvl="1" rtl="0" algn="ctr">
              <a:lnSpc>
                <a:spcPct val="100000"/>
              </a:lnSpc>
              <a:spcBef>
                <a:spcPts val="0"/>
              </a:spcBef>
              <a:spcAft>
                <a:spcPts val="0"/>
              </a:spcAft>
              <a:buSzPts val="2400"/>
              <a:buFont typeface="Raleway"/>
              <a:buNone/>
              <a:defRPr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sz="2400">
                <a:latin typeface="Raleway"/>
                <a:ea typeface="Raleway"/>
                <a:cs typeface="Raleway"/>
                <a:sym typeface="Raleway"/>
              </a:defRPr>
            </a:lvl9pPr>
          </a:lstStyle>
          <a:p/>
        </p:txBody>
      </p:sp>
      <p:sp>
        <p:nvSpPr>
          <p:cNvPr id="915" name="Google Shape;915;p20"/>
          <p:cNvSpPr txBox="1"/>
          <p:nvPr>
            <p:ph idx="14" type="subTitle"/>
          </p:nvPr>
        </p:nvSpPr>
        <p:spPr>
          <a:xfrm>
            <a:off x="3717949" y="3207204"/>
            <a:ext cx="20859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1800">
                <a:solidFill>
                  <a:schemeClr val="dk1"/>
                </a:solidFill>
                <a:latin typeface="Raleway"/>
                <a:ea typeface="Raleway"/>
                <a:cs typeface="Raleway"/>
                <a:sym typeface="Raleway"/>
              </a:defRPr>
            </a:lvl1pPr>
            <a:lvl2pPr lvl="1" rtl="0" algn="ctr">
              <a:lnSpc>
                <a:spcPct val="100000"/>
              </a:lnSpc>
              <a:spcBef>
                <a:spcPts val="0"/>
              </a:spcBef>
              <a:spcAft>
                <a:spcPts val="0"/>
              </a:spcAft>
              <a:buSzPts val="2400"/>
              <a:buFont typeface="Raleway"/>
              <a:buNone/>
              <a:defRPr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sz="2400">
                <a:latin typeface="Raleway"/>
                <a:ea typeface="Raleway"/>
                <a:cs typeface="Raleway"/>
                <a:sym typeface="Raleway"/>
              </a:defRPr>
            </a:lvl9pPr>
          </a:lstStyle>
          <a:p/>
        </p:txBody>
      </p:sp>
      <p:sp>
        <p:nvSpPr>
          <p:cNvPr id="916" name="Google Shape;916;p20"/>
          <p:cNvSpPr txBox="1"/>
          <p:nvPr>
            <p:ph idx="15" type="subTitle"/>
          </p:nvPr>
        </p:nvSpPr>
        <p:spPr>
          <a:xfrm>
            <a:off x="6334911" y="3207204"/>
            <a:ext cx="20859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1800">
                <a:solidFill>
                  <a:schemeClr val="dk1"/>
                </a:solidFill>
                <a:latin typeface="Raleway"/>
                <a:ea typeface="Raleway"/>
                <a:cs typeface="Raleway"/>
                <a:sym typeface="Raleway"/>
              </a:defRPr>
            </a:lvl1pPr>
            <a:lvl2pPr lvl="1" rtl="0" algn="ctr">
              <a:lnSpc>
                <a:spcPct val="100000"/>
              </a:lnSpc>
              <a:spcBef>
                <a:spcPts val="0"/>
              </a:spcBef>
              <a:spcAft>
                <a:spcPts val="0"/>
              </a:spcAft>
              <a:buSzPts val="2400"/>
              <a:buFont typeface="Raleway"/>
              <a:buNone/>
              <a:defRPr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sz="2400">
                <a:latin typeface="Raleway"/>
                <a:ea typeface="Raleway"/>
                <a:cs typeface="Raleway"/>
                <a:sym typeface="Raleway"/>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9">
    <p:spTree>
      <p:nvGrpSpPr>
        <p:cNvPr id="917" name="Shape 917"/>
        <p:cNvGrpSpPr/>
        <p:nvPr/>
      </p:nvGrpSpPr>
      <p:grpSpPr>
        <a:xfrm>
          <a:off x="0" y="0"/>
          <a:ext cx="0" cy="0"/>
          <a:chOff x="0" y="0"/>
          <a:chExt cx="0" cy="0"/>
        </a:xfrm>
      </p:grpSpPr>
      <p:sp>
        <p:nvSpPr>
          <p:cNvPr id="918" name="Google Shape;918;p2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919" name="Google Shape;919;p21"/>
          <p:cNvSpPr/>
          <p:nvPr/>
        </p:nvSpPr>
        <p:spPr>
          <a:xfrm rot="5400000">
            <a:off x="141300" y="4200500"/>
            <a:ext cx="1901100" cy="3021900"/>
          </a:xfrm>
          <a:prstGeom prst="round2SameRect">
            <a:avLst>
              <a:gd fmla="val 50000" name="adj1"/>
              <a:gd fmla="val 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nvGrpSpPr>
          <p:cNvPr id="920" name="Google Shape;920;p21"/>
          <p:cNvGrpSpPr/>
          <p:nvPr/>
        </p:nvGrpSpPr>
        <p:grpSpPr>
          <a:xfrm>
            <a:off x="7565823" y="-1089762"/>
            <a:ext cx="1617386" cy="1624770"/>
            <a:chOff x="3992334" y="189904"/>
            <a:chExt cx="1116902" cy="1122001"/>
          </a:xfrm>
        </p:grpSpPr>
        <p:sp>
          <p:nvSpPr>
            <p:cNvPr id="921" name="Google Shape;921;p21"/>
            <p:cNvSpPr/>
            <p:nvPr/>
          </p:nvSpPr>
          <p:spPr>
            <a:xfrm>
              <a:off x="3992334" y="804551"/>
              <a:ext cx="232750" cy="403568"/>
            </a:xfrm>
            <a:custGeom>
              <a:rect b="b" l="l" r="r" t="t"/>
              <a:pathLst>
                <a:path extrusionOk="0" h="3799" w="2191">
                  <a:moveTo>
                    <a:pt x="0" y="1"/>
                  </a:moveTo>
                  <a:cubicBezTo>
                    <a:pt x="36" y="227"/>
                    <a:pt x="60" y="441"/>
                    <a:pt x="107" y="667"/>
                  </a:cubicBezTo>
                  <a:lnTo>
                    <a:pt x="1667" y="3382"/>
                  </a:lnTo>
                  <a:cubicBezTo>
                    <a:pt x="1834" y="3525"/>
                    <a:pt x="2012" y="3680"/>
                    <a:pt x="2191" y="3799"/>
                  </a:cubicBez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21"/>
            <p:cNvSpPr/>
            <p:nvPr/>
          </p:nvSpPr>
          <p:spPr>
            <a:xfrm>
              <a:off x="3998602" y="619923"/>
              <a:ext cx="396025" cy="671692"/>
            </a:xfrm>
            <a:custGeom>
              <a:rect b="b" l="l" r="r" t="t"/>
              <a:pathLst>
                <a:path extrusionOk="0" h="6323" w="3728">
                  <a:moveTo>
                    <a:pt x="96" y="0"/>
                  </a:moveTo>
                  <a:cubicBezTo>
                    <a:pt x="48" y="96"/>
                    <a:pt x="13" y="215"/>
                    <a:pt x="1" y="334"/>
                  </a:cubicBezTo>
                  <a:lnTo>
                    <a:pt x="3382" y="6203"/>
                  </a:lnTo>
                  <a:cubicBezTo>
                    <a:pt x="3489" y="6251"/>
                    <a:pt x="3608" y="6275"/>
                    <a:pt x="3727" y="6323"/>
                  </a:cubicBezTo>
                  <a:lnTo>
                    <a:pt x="9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 name="Google Shape;923;p21"/>
            <p:cNvSpPr/>
            <p:nvPr/>
          </p:nvSpPr>
          <p:spPr>
            <a:xfrm>
              <a:off x="4040350" y="490854"/>
              <a:ext cx="484515" cy="821052"/>
            </a:xfrm>
            <a:custGeom>
              <a:rect b="b" l="l" r="r" t="t"/>
              <a:pathLst>
                <a:path extrusionOk="0" h="7729" w="4561">
                  <a:moveTo>
                    <a:pt x="108" y="1"/>
                  </a:moveTo>
                  <a:cubicBezTo>
                    <a:pt x="84" y="84"/>
                    <a:pt x="36" y="168"/>
                    <a:pt x="1" y="263"/>
                  </a:cubicBezTo>
                  <a:lnTo>
                    <a:pt x="4275" y="7716"/>
                  </a:lnTo>
                  <a:cubicBezTo>
                    <a:pt x="4370" y="7728"/>
                    <a:pt x="4477" y="7728"/>
                    <a:pt x="4561" y="7728"/>
                  </a:cubicBezTo>
                  <a:lnTo>
                    <a:pt x="1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21"/>
            <p:cNvSpPr/>
            <p:nvPr/>
          </p:nvSpPr>
          <p:spPr>
            <a:xfrm>
              <a:off x="4101114" y="393547"/>
              <a:ext cx="542623" cy="915809"/>
            </a:xfrm>
            <a:custGeom>
              <a:rect b="b" l="l" r="r" t="t"/>
              <a:pathLst>
                <a:path extrusionOk="0" h="8621" w="5108">
                  <a:moveTo>
                    <a:pt x="167" y="0"/>
                  </a:moveTo>
                  <a:cubicBezTo>
                    <a:pt x="107" y="60"/>
                    <a:pt x="48" y="131"/>
                    <a:pt x="0" y="191"/>
                  </a:cubicBezTo>
                  <a:lnTo>
                    <a:pt x="4858" y="8620"/>
                  </a:lnTo>
                  <a:cubicBezTo>
                    <a:pt x="4941" y="8596"/>
                    <a:pt x="5025" y="8596"/>
                    <a:pt x="5108" y="8585"/>
                  </a:cubicBezTo>
                  <a:lnTo>
                    <a:pt x="16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21"/>
            <p:cNvSpPr/>
            <p:nvPr/>
          </p:nvSpPr>
          <p:spPr>
            <a:xfrm>
              <a:off x="4175687" y="316318"/>
              <a:ext cx="573111" cy="969030"/>
            </a:xfrm>
            <a:custGeom>
              <a:rect b="b" l="l" r="r" t="t"/>
              <a:pathLst>
                <a:path extrusionOk="0" h="9122" w="5395">
                  <a:moveTo>
                    <a:pt x="179" y="1"/>
                  </a:moveTo>
                  <a:cubicBezTo>
                    <a:pt x="120" y="60"/>
                    <a:pt x="60" y="96"/>
                    <a:pt x="1" y="156"/>
                  </a:cubicBezTo>
                  <a:lnTo>
                    <a:pt x="5168" y="9121"/>
                  </a:lnTo>
                  <a:cubicBezTo>
                    <a:pt x="5239" y="9085"/>
                    <a:pt x="5311" y="9073"/>
                    <a:pt x="5394" y="9050"/>
                  </a:cubicBezTo>
                  <a:lnTo>
                    <a:pt x="17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21"/>
            <p:cNvSpPr/>
            <p:nvPr/>
          </p:nvSpPr>
          <p:spPr>
            <a:xfrm>
              <a:off x="4259184" y="256935"/>
              <a:ext cx="581928" cy="986664"/>
            </a:xfrm>
            <a:custGeom>
              <a:rect b="b" l="l" r="r" t="t"/>
              <a:pathLst>
                <a:path extrusionOk="0" h="9288" w="5478">
                  <a:moveTo>
                    <a:pt x="215" y="0"/>
                  </a:moveTo>
                  <a:cubicBezTo>
                    <a:pt x="167" y="24"/>
                    <a:pt x="143" y="48"/>
                    <a:pt x="108" y="60"/>
                  </a:cubicBezTo>
                  <a:cubicBezTo>
                    <a:pt x="84" y="84"/>
                    <a:pt x="36" y="107"/>
                    <a:pt x="0" y="119"/>
                  </a:cubicBezTo>
                  <a:lnTo>
                    <a:pt x="5275" y="9287"/>
                  </a:lnTo>
                  <a:cubicBezTo>
                    <a:pt x="5299" y="9275"/>
                    <a:pt x="5346" y="9251"/>
                    <a:pt x="5382" y="9228"/>
                  </a:cubicBezTo>
                  <a:cubicBezTo>
                    <a:pt x="5406" y="9216"/>
                    <a:pt x="5454" y="9192"/>
                    <a:pt x="5477" y="9168"/>
                  </a:cubicBezTo>
                  <a:lnTo>
                    <a:pt x="21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21"/>
            <p:cNvSpPr/>
            <p:nvPr/>
          </p:nvSpPr>
          <p:spPr>
            <a:xfrm>
              <a:off x="4354047" y="216462"/>
              <a:ext cx="573005" cy="968924"/>
            </a:xfrm>
            <a:custGeom>
              <a:rect b="b" l="l" r="r" t="t"/>
              <a:pathLst>
                <a:path extrusionOk="0" h="9121" w="5394">
                  <a:moveTo>
                    <a:pt x="227" y="0"/>
                  </a:moveTo>
                  <a:cubicBezTo>
                    <a:pt x="155" y="12"/>
                    <a:pt x="84" y="48"/>
                    <a:pt x="0" y="72"/>
                  </a:cubicBezTo>
                  <a:lnTo>
                    <a:pt x="5215" y="9120"/>
                  </a:lnTo>
                  <a:cubicBezTo>
                    <a:pt x="5275" y="9073"/>
                    <a:pt x="5334" y="9013"/>
                    <a:pt x="5394" y="8954"/>
                  </a:cubicBezTo>
                  <a:lnTo>
                    <a:pt x="22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21"/>
            <p:cNvSpPr/>
            <p:nvPr/>
          </p:nvSpPr>
          <p:spPr>
            <a:xfrm>
              <a:off x="4459003" y="192454"/>
              <a:ext cx="542729" cy="915809"/>
            </a:xfrm>
            <a:custGeom>
              <a:rect b="b" l="l" r="r" t="t"/>
              <a:pathLst>
                <a:path extrusionOk="0" h="8621" w="5109">
                  <a:moveTo>
                    <a:pt x="251" y="0"/>
                  </a:moveTo>
                  <a:cubicBezTo>
                    <a:pt x="167" y="0"/>
                    <a:pt x="72" y="12"/>
                    <a:pt x="1" y="36"/>
                  </a:cubicBezTo>
                  <a:lnTo>
                    <a:pt x="4942" y="8620"/>
                  </a:lnTo>
                  <a:cubicBezTo>
                    <a:pt x="5001" y="8561"/>
                    <a:pt x="5049" y="8489"/>
                    <a:pt x="5108" y="8406"/>
                  </a:cubicBezTo>
                  <a:lnTo>
                    <a:pt x="25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21"/>
            <p:cNvSpPr/>
            <p:nvPr/>
          </p:nvSpPr>
          <p:spPr>
            <a:xfrm>
              <a:off x="4575431" y="189904"/>
              <a:ext cx="485790" cy="819671"/>
            </a:xfrm>
            <a:custGeom>
              <a:rect b="b" l="l" r="r" t="t"/>
              <a:pathLst>
                <a:path extrusionOk="0" h="7716" w="4573">
                  <a:moveTo>
                    <a:pt x="0" y="0"/>
                  </a:moveTo>
                  <a:lnTo>
                    <a:pt x="4453" y="7715"/>
                  </a:lnTo>
                  <a:cubicBezTo>
                    <a:pt x="4501" y="7632"/>
                    <a:pt x="4548" y="7549"/>
                    <a:pt x="4572" y="7465"/>
                  </a:cubicBezTo>
                  <a:lnTo>
                    <a:pt x="286" y="12"/>
                  </a:lnTo>
                  <a:cubicBezTo>
                    <a:pt x="179" y="0"/>
                    <a:pt x="95" y="0"/>
                    <a:pt x="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21"/>
            <p:cNvSpPr/>
            <p:nvPr/>
          </p:nvSpPr>
          <p:spPr>
            <a:xfrm>
              <a:off x="4708218" y="211363"/>
              <a:ext cx="394644" cy="671692"/>
            </a:xfrm>
            <a:custGeom>
              <a:rect b="b" l="l" r="r" t="t"/>
              <a:pathLst>
                <a:path extrusionOk="0" h="6323" w="3715">
                  <a:moveTo>
                    <a:pt x="0" y="1"/>
                  </a:moveTo>
                  <a:lnTo>
                    <a:pt x="3632" y="6323"/>
                  </a:lnTo>
                  <a:cubicBezTo>
                    <a:pt x="3667" y="6204"/>
                    <a:pt x="3679" y="6085"/>
                    <a:pt x="3715" y="5989"/>
                  </a:cubicBezTo>
                  <a:lnTo>
                    <a:pt x="334" y="120"/>
                  </a:lnTo>
                  <a:cubicBezTo>
                    <a:pt x="226" y="72"/>
                    <a:pt x="119" y="36"/>
                    <a:pt x="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p21"/>
            <p:cNvSpPr/>
            <p:nvPr/>
          </p:nvSpPr>
          <p:spPr>
            <a:xfrm>
              <a:off x="4876380" y="293585"/>
              <a:ext cx="232856" cy="403568"/>
            </a:xfrm>
            <a:custGeom>
              <a:rect b="b" l="l" r="r" t="t"/>
              <a:pathLst>
                <a:path extrusionOk="0" h="3799" w="2192">
                  <a:moveTo>
                    <a:pt x="1" y="1"/>
                  </a:moveTo>
                  <a:lnTo>
                    <a:pt x="2191" y="3799"/>
                  </a:lnTo>
                  <a:cubicBezTo>
                    <a:pt x="2168" y="3572"/>
                    <a:pt x="2132" y="3346"/>
                    <a:pt x="2084" y="3144"/>
                  </a:cubicBezTo>
                  <a:lnTo>
                    <a:pt x="525" y="429"/>
                  </a:lnTo>
                  <a:cubicBezTo>
                    <a:pt x="358" y="274"/>
                    <a:pt x="179" y="120"/>
                    <a:pt x="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BLANK_1_1_1_1_1_1_2">
    <p:spTree>
      <p:nvGrpSpPr>
        <p:cNvPr id="932" name="Shape 932"/>
        <p:cNvGrpSpPr/>
        <p:nvPr/>
      </p:nvGrpSpPr>
      <p:grpSpPr>
        <a:xfrm>
          <a:off x="0" y="0"/>
          <a:ext cx="0" cy="0"/>
          <a:chOff x="0" y="0"/>
          <a:chExt cx="0" cy="0"/>
        </a:xfrm>
      </p:grpSpPr>
      <p:sp>
        <p:nvSpPr>
          <p:cNvPr id="933" name="Google Shape;933;p22"/>
          <p:cNvSpPr txBox="1"/>
          <p:nvPr>
            <p:ph type="ctrTitle"/>
          </p:nvPr>
        </p:nvSpPr>
        <p:spPr>
          <a:xfrm>
            <a:off x="2682900" y="535000"/>
            <a:ext cx="3778200" cy="9978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934" name="Google Shape;934;p22"/>
          <p:cNvSpPr txBox="1"/>
          <p:nvPr>
            <p:ph idx="1" type="subTitle"/>
          </p:nvPr>
        </p:nvSpPr>
        <p:spPr>
          <a:xfrm>
            <a:off x="2682900" y="1493525"/>
            <a:ext cx="3778200" cy="997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b="1" sz="1600"/>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
        <p:nvSpPr>
          <p:cNvPr id="935" name="Google Shape;935;p22"/>
          <p:cNvSpPr txBox="1"/>
          <p:nvPr/>
        </p:nvSpPr>
        <p:spPr>
          <a:xfrm>
            <a:off x="2471250" y="3496925"/>
            <a:ext cx="4201500" cy="6156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 sz="1000">
                <a:solidFill>
                  <a:schemeClr val="dk1"/>
                </a:solidFill>
                <a:latin typeface="Nanum Gothic"/>
                <a:ea typeface="Nanum Gothic"/>
                <a:cs typeface="Nanum Gothic"/>
                <a:sym typeface="Nanum Gothic"/>
              </a:rPr>
              <a:t>CREDITS: This presentation template was created by </a:t>
            </a:r>
            <a:r>
              <a:rPr b="1" lang="en" sz="1000" u="sng">
                <a:solidFill>
                  <a:schemeClr val="dk1"/>
                </a:solidFill>
                <a:latin typeface="Nanum Gothic"/>
                <a:ea typeface="Nanum Gothic"/>
                <a:cs typeface="Nanum Gothic"/>
                <a:sym typeface="Nanum Gothic"/>
                <a:hlinkClick r:id="rId2">
                  <a:extLst>
                    <a:ext uri="{A12FA001-AC4F-418D-AE19-62706E023703}">
                      <ahyp:hlinkClr val="tx"/>
                    </a:ext>
                  </a:extLst>
                </a:hlinkClick>
              </a:rPr>
              <a:t>Slidesgo</a:t>
            </a:r>
            <a:r>
              <a:rPr b="1" lang="en" sz="1000" u="sng">
                <a:solidFill>
                  <a:schemeClr val="dk1"/>
                </a:solidFill>
                <a:latin typeface="Nanum Gothic"/>
                <a:ea typeface="Nanum Gothic"/>
                <a:cs typeface="Nanum Gothic"/>
                <a:sym typeface="Nanum Gothic"/>
              </a:rPr>
              <a:t>,</a:t>
            </a:r>
            <a:r>
              <a:rPr b="1" lang="en" sz="1000">
                <a:solidFill>
                  <a:schemeClr val="dk1"/>
                </a:solidFill>
                <a:latin typeface="Nanum Gothic"/>
                <a:ea typeface="Nanum Gothic"/>
                <a:cs typeface="Nanum Gothic"/>
                <a:sym typeface="Nanum Gothic"/>
              </a:rPr>
              <a:t> </a:t>
            </a:r>
            <a:r>
              <a:rPr b="1" lang="en" sz="1000">
                <a:solidFill>
                  <a:schemeClr val="dk1"/>
                </a:solidFill>
                <a:latin typeface="Nanum Gothic"/>
                <a:ea typeface="Nanum Gothic"/>
                <a:cs typeface="Nanum Gothic"/>
                <a:sym typeface="Nanum Gothic"/>
              </a:rPr>
              <a:t>and includes </a:t>
            </a:r>
            <a:r>
              <a:rPr b="1" lang="en" sz="1000">
                <a:solidFill>
                  <a:schemeClr val="dk1"/>
                </a:solidFill>
                <a:latin typeface="Nanum Gothic"/>
                <a:ea typeface="Nanum Gothic"/>
                <a:cs typeface="Nanum Gothic"/>
                <a:sym typeface="Nanum Gothic"/>
              </a:rPr>
              <a:t>icons by </a:t>
            </a:r>
            <a:r>
              <a:rPr b="1" lang="en" sz="1000" u="sng">
                <a:solidFill>
                  <a:schemeClr val="dk1"/>
                </a:solidFill>
                <a:latin typeface="Nanum Gothic"/>
                <a:ea typeface="Nanum Gothic"/>
                <a:cs typeface="Nanum Gothic"/>
                <a:sym typeface="Nanum Gothic"/>
                <a:hlinkClick r:id="rId3">
                  <a:extLst>
                    <a:ext uri="{A12FA001-AC4F-418D-AE19-62706E023703}">
                      <ahyp:hlinkClr val="tx"/>
                    </a:ext>
                  </a:extLst>
                </a:hlinkClick>
              </a:rPr>
              <a:t>Flaticon</a:t>
            </a:r>
            <a:r>
              <a:rPr b="1" lang="en" sz="1000">
                <a:solidFill>
                  <a:schemeClr val="dk1"/>
                </a:solidFill>
                <a:latin typeface="Nanum Gothic"/>
                <a:ea typeface="Nanum Gothic"/>
                <a:cs typeface="Nanum Gothic"/>
                <a:sym typeface="Nanum Gothic"/>
              </a:rPr>
              <a:t> and infographics &amp; images by </a:t>
            </a:r>
            <a:r>
              <a:rPr b="1" lang="en" sz="1000" u="sng">
                <a:solidFill>
                  <a:schemeClr val="dk1"/>
                </a:solidFill>
                <a:latin typeface="Nanum Gothic"/>
                <a:ea typeface="Nanum Gothic"/>
                <a:cs typeface="Nanum Gothic"/>
                <a:sym typeface="Nanum Gothic"/>
                <a:hlinkClick r:id="rId4">
                  <a:extLst>
                    <a:ext uri="{A12FA001-AC4F-418D-AE19-62706E023703}">
                      <ahyp:hlinkClr val="tx"/>
                    </a:ext>
                  </a:extLst>
                </a:hlinkClick>
              </a:rPr>
              <a:t>Freepik</a:t>
            </a:r>
            <a:endParaRPr b="1" sz="1000" u="sng">
              <a:solidFill>
                <a:schemeClr val="dk1"/>
              </a:solidFill>
              <a:highlight>
                <a:srgbClr val="DFDEFC"/>
              </a:highlight>
              <a:latin typeface="Nanum Gothic"/>
              <a:ea typeface="Nanum Gothic"/>
              <a:cs typeface="Nanum Gothic"/>
              <a:sym typeface="Nanum Gothic"/>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spTree>
      <p:nvGrpSpPr>
        <p:cNvPr id="936" name="Shape 936"/>
        <p:cNvGrpSpPr/>
        <p:nvPr/>
      </p:nvGrpSpPr>
      <p:grpSpPr>
        <a:xfrm>
          <a:off x="0" y="0"/>
          <a:ext cx="0" cy="0"/>
          <a:chOff x="0" y="0"/>
          <a:chExt cx="0" cy="0"/>
        </a:xfrm>
      </p:grpSpPr>
      <p:sp>
        <p:nvSpPr>
          <p:cNvPr id="937" name="Google Shape;937;p23"/>
          <p:cNvSpPr/>
          <p:nvPr/>
        </p:nvSpPr>
        <p:spPr>
          <a:xfrm rot="5400000">
            <a:off x="320000" y="-1440525"/>
            <a:ext cx="1727100" cy="2745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938" name="Google Shape;938;p23"/>
          <p:cNvSpPr/>
          <p:nvPr/>
        </p:nvSpPr>
        <p:spPr>
          <a:xfrm rot="10800000">
            <a:off x="8603150" y="0"/>
            <a:ext cx="1105800" cy="17580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nvGrpSpPr>
          <p:cNvPr id="939" name="Google Shape;939;p23"/>
          <p:cNvGrpSpPr/>
          <p:nvPr/>
        </p:nvGrpSpPr>
        <p:grpSpPr>
          <a:xfrm>
            <a:off x="7858386" y="4140601"/>
            <a:ext cx="1617386" cy="1624770"/>
            <a:chOff x="3992334" y="189904"/>
            <a:chExt cx="1116902" cy="1122001"/>
          </a:xfrm>
        </p:grpSpPr>
        <p:sp>
          <p:nvSpPr>
            <p:cNvPr id="940" name="Google Shape;940;p23"/>
            <p:cNvSpPr/>
            <p:nvPr/>
          </p:nvSpPr>
          <p:spPr>
            <a:xfrm>
              <a:off x="3992334" y="804551"/>
              <a:ext cx="232750" cy="403568"/>
            </a:xfrm>
            <a:custGeom>
              <a:rect b="b" l="l" r="r" t="t"/>
              <a:pathLst>
                <a:path extrusionOk="0" h="3799" w="2191">
                  <a:moveTo>
                    <a:pt x="0" y="1"/>
                  </a:moveTo>
                  <a:cubicBezTo>
                    <a:pt x="36" y="227"/>
                    <a:pt x="60" y="441"/>
                    <a:pt x="107" y="667"/>
                  </a:cubicBezTo>
                  <a:lnTo>
                    <a:pt x="1667" y="3382"/>
                  </a:lnTo>
                  <a:cubicBezTo>
                    <a:pt x="1834" y="3525"/>
                    <a:pt x="2012" y="3680"/>
                    <a:pt x="2191" y="3799"/>
                  </a:cubicBez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23"/>
            <p:cNvSpPr/>
            <p:nvPr/>
          </p:nvSpPr>
          <p:spPr>
            <a:xfrm>
              <a:off x="3998602" y="619923"/>
              <a:ext cx="396025" cy="671692"/>
            </a:xfrm>
            <a:custGeom>
              <a:rect b="b" l="l" r="r" t="t"/>
              <a:pathLst>
                <a:path extrusionOk="0" h="6323" w="3728">
                  <a:moveTo>
                    <a:pt x="96" y="0"/>
                  </a:moveTo>
                  <a:cubicBezTo>
                    <a:pt x="48" y="96"/>
                    <a:pt x="13" y="215"/>
                    <a:pt x="1" y="334"/>
                  </a:cubicBezTo>
                  <a:lnTo>
                    <a:pt x="3382" y="6203"/>
                  </a:lnTo>
                  <a:cubicBezTo>
                    <a:pt x="3489" y="6251"/>
                    <a:pt x="3608" y="6275"/>
                    <a:pt x="3727" y="6323"/>
                  </a:cubicBezTo>
                  <a:lnTo>
                    <a:pt x="9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23"/>
            <p:cNvSpPr/>
            <p:nvPr/>
          </p:nvSpPr>
          <p:spPr>
            <a:xfrm>
              <a:off x="4040350" y="490854"/>
              <a:ext cx="484515" cy="821052"/>
            </a:xfrm>
            <a:custGeom>
              <a:rect b="b" l="l" r="r" t="t"/>
              <a:pathLst>
                <a:path extrusionOk="0" h="7729" w="4561">
                  <a:moveTo>
                    <a:pt x="108" y="1"/>
                  </a:moveTo>
                  <a:cubicBezTo>
                    <a:pt x="84" y="84"/>
                    <a:pt x="36" y="168"/>
                    <a:pt x="1" y="263"/>
                  </a:cubicBezTo>
                  <a:lnTo>
                    <a:pt x="4275" y="7716"/>
                  </a:lnTo>
                  <a:cubicBezTo>
                    <a:pt x="4370" y="7728"/>
                    <a:pt x="4477" y="7728"/>
                    <a:pt x="4561" y="7728"/>
                  </a:cubicBezTo>
                  <a:lnTo>
                    <a:pt x="1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p23"/>
            <p:cNvSpPr/>
            <p:nvPr/>
          </p:nvSpPr>
          <p:spPr>
            <a:xfrm>
              <a:off x="4101114" y="393547"/>
              <a:ext cx="542623" cy="915809"/>
            </a:xfrm>
            <a:custGeom>
              <a:rect b="b" l="l" r="r" t="t"/>
              <a:pathLst>
                <a:path extrusionOk="0" h="8621" w="5108">
                  <a:moveTo>
                    <a:pt x="167" y="0"/>
                  </a:moveTo>
                  <a:cubicBezTo>
                    <a:pt x="107" y="60"/>
                    <a:pt x="48" y="131"/>
                    <a:pt x="0" y="191"/>
                  </a:cubicBezTo>
                  <a:lnTo>
                    <a:pt x="4858" y="8620"/>
                  </a:lnTo>
                  <a:cubicBezTo>
                    <a:pt x="4941" y="8596"/>
                    <a:pt x="5025" y="8596"/>
                    <a:pt x="5108" y="8585"/>
                  </a:cubicBezTo>
                  <a:lnTo>
                    <a:pt x="16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23"/>
            <p:cNvSpPr/>
            <p:nvPr/>
          </p:nvSpPr>
          <p:spPr>
            <a:xfrm>
              <a:off x="4175687" y="316318"/>
              <a:ext cx="573111" cy="969030"/>
            </a:xfrm>
            <a:custGeom>
              <a:rect b="b" l="l" r="r" t="t"/>
              <a:pathLst>
                <a:path extrusionOk="0" h="9122" w="5395">
                  <a:moveTo>
                    <a:pt x="179" y="1"/>
                  </a:moveTo>
                  <a:cubicBezTo>
                    <a:pt x="120" y="60"/>
                    <a:pt x="60" y="96"/>
                    <a:pt x="1" y="156"/>
                  </a:cubicBezTo>
                  <a:lnTo>
                    <a:pt x="5168" y="9121"/>
                  </a:lnTo>
                  <a:cubicBezTo>
                    <a:pt x="5239" y="9085"/>
                    <a:pt x="5311" y="9073"/>
                    <a:pt x="5394" y="9050"/>
                  </a:cubicBezTo>
                  <a:lnTo>
                    <a:pt x="17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23"/>
            <p:cNvSpPr/>
            <p:nvPr/>
          </p:nvSpPr>
          <p:spPr>
            <a:xfrm>
              <a:off x="4259184" y="256935"/>
              <a:ext cx="581928" cy="986664"/>
            </a:xfrm>
            <a:custGeom>
              <a:rect b="b" l="l" r="r" t="t"/>
              <a:pathLst>
                <a:path extrusionOk="0" h="9288" w="5478">
                  <a:moveTo>
                    <a:pt x="215" y="0"/>
                  </a:moveTo>
                  <a:cubicBezTo>
                    <a:pt x="167" y="24"/>
                    <a:pt x="143" y="48"/>
                    <a:pt x="108" y="60"/>
                  </a:cubicBezTo>
                  <a:cubicBezTo>
                    <a:pt x="84" y="84"/>
                    <a:pt x="36" y="107"/>
                    <a:pt x="0" y="119"/>
                  </a:cubicBezTo>
                  <a:lnTo>
                    <a:pt x="5275" y="9287"/>
                  </a:lnTo>
                  <a:cubicBezTo>
                    <a:pt x="5299" y="9275"/>
                    <a:pt x="5346" y="9251"/>
                    <a:pt x="5382" y="9228"/>
                  </a:cubicBezTo>
                  <a:cubicBezTo>
                    <a:pt x="5406" y="9216"/>
                    <a:pt x="5454" y="9192"/>
                    <a:pt x="5477" y="9168"/>
                  </a:cubicBezTo>
                  <a:lnTo>
                    <a:pt x="21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p23"/>
            <p:cNvSpPr/>
            <p:nvPr/>
          </p:nvSpPr>
          <p:spPr>
            <a:xfrm>
              <a:off x="4354047" y="216462"/>
              <a:ext cx="573005" cy="968924"/>
            </a:xfrm>
            <a:custGeom>
              <a:rect b="b" l="l" r="r" t="t"/>
              <a:pathLst>
                <a:path extrusionOk="0" h="9121" w="5394">
                  <a:moveTo>
                    <a:pt x="227" y="0"/>
                  </a:moveTo>
                  <a:cubicBezTo>
                    <a:pt x="155" y="12"/>
                    <a:pt x="84" y="48"/>
                    <a:pt x="0" y="72"/>
                  </a:cubicBezTo>
                  <a:lnTo>
                    <a:pt x="5215" y="9120"/>
                  </a:lnTo>
                  <a:cubicBezTo>
                    <a:pt x="5275" y="9073"/>
                    <a:pt x="5334" y="9013"/>
                    <a:pt x="5394" y="8954"/>
                  </a:cubicBezTo>
                  <a:lnTo>
                    <a:pt x="22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 name="Google Shape;947;p23"/>
            <p:cNvSpPr/>
            <p:nvPr/>
          </p:nvSpPr>
          <p:spPr>
            <a:xfrm>
              <a:off x="4459003" y="192454"/>
              <a:ext cx="542729" cy="915809"/>
            </a:xfrm>
            <a:custGeom>
              <a:rect b="b" l="l" r="r" t="t"/>
              <a:pathLst>
                <a:path extrusionOk="0" h="8621" w="5109">
                  <a:moveTo>
                    <a:pt x="251" y="0"/>
                  </a:moveTo>
                  <a:cubicBezTo>
                    <a:pt x="167" y="0"/>
                    <a:pt x="72" y="12"/>
                    <a:pt x="1" y="36"/>
                  </a:cubicBezTo>
                  <a:lnTo>
                    <a:pt x="4942" y="8620"/>
                  </a:lnTo>
                  <a:cubicBezTo>
                    <a:pt x="5001" y="8561"/>
                    <a:pt x="5049" y="8489"/>
                    <a:pt x="5108" y="8406"/>
                  </a:cubicBezTo>
                  <a:lnTo>
                    <a:pt x="25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23"/>
            <p:cNvSpPr/>
            <p:nvPr/>
          </p:nvSpPr>
          <p:spPr>
            <a:xfrm>
              <a:off x="4575431" y="189904"/>
              <a:ext cx="485790" cy="819671"/>
            </a:xfrm>
            <a:custGeom>
              <a:rect b="b" l="l" r="r" t="t"/>
              <a:pathLst>
                <a:path extrusionOk="0" h="7716" w="4573">
                  <a:moveTo>
                    <a:pt x="0" y="0"/>
                  </a:moveTo>
                  <a:lnTo>
                    <a:pt x="4453" y="7715"/>
                  </a:lnTo>
                  <a:cubicBezTo>
                    <a:pt x="4501" y="7632"/>
                    <a:pt x="4548" y="7549"/>
                    <a:pt x="4572" y="7465"/>
                  </a:cubicBezTo>
                  <a:lnTo>
                    <a:pt x="286" y="12"/>
                  </a:lnTo>
                  <a:cubicBezTo>
                    <a:pt x="179" y="0"/>
                    <a:pt x="95" y="0"/>
                    <a:pt x="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 name="Google Shape;949;p23"/>
            <p:cNvSpPr/>
            <p:nvPr/>
          </p:nvSpPr>
          <p:spPr>
            <a:xfrm>
              <a:off x="4708218" y="211363"/>
              <a:ext cx="394644" cy="671692"/>
            </a:xfrm>
            <a:custGeom>
              <a:rect b="b" l="l" r="r" t="t"/>
              <a:pathLst>
                <a:path extrusionOk="0" h="6323" w="3715">
                  <a:moveTo>
                    <a:pt x="0" y="1"/>
                  </a:moveTo>
                  <a:lnTo>
                    <a:pt x="3632" y="6323"/>
                  </a:lnTo>
                  <a:cubicBezTo>
                    <a:pt x="3667" y="6204"/>
                    <a:pt x="3679" y="6085"/>
                    <a:pt x="3715" y="5989"/>
                  </a:cubicBezTo>
                  <a:lnTo>
                    <a:pt x="334" y="120"/>
                  </a:lnTo>
                  <a:cubicBezTo>
                    <a:pt x="226" y="72"/>
                    <a:pt x="119" y="36"/>
                    <a:pt x="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 name="Google Shape;950;p23"/>
            <p:cNvSpPr/>
            <p:nvPr/>
          </p:nvSpPr>
          <p:spPr>
            <a:xfrm>
              <a:off x="4876380" y="293585"/>
              <a:ext cx="232856" cy="403568"/>
            </a:xfrm>
            <a:custGeom>
              <a:rect b="b" l="l" r="r" t="t"/>
              <a:pathLst>
                <a:path extrusionOk="0" h="3799" w="2192">
                  <a:moveTo>
                    <a:pt x="1" y="1"/>
                  </a:moveTo>
                  <a:lnTo>
                    <a:pt x="2191" y="3799"/>
                  </a:lnTo>
                  <a:cubicBezTo>
                    <a:pt x="2168" y="3572"/>
                    <a:pt x="2132" y="3346"/>
                    <a:pt x="2084" y="3144"/>
                  </a:cubicBezTo>
                  <a:lnTo>
                    <a:pt x="525" y="429"/>
                  </a:lnTo>
                  <a:cubicBezTo>
                    <a:pt x="358" y="274"/>
                    <a:pt x="179" y="120"/>
                    <a:pt x="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51" name="Google Shape;951;p23"/>
          <p:cNvGrpSpPr/>
          <p:nvPr/>
        </p:nvGrpSpPr>
        <p:grpSpPr>
          <a:xfrm>
            <a:off x="-45478" y="4162264"/>
            <a:ext cx="1105788" cy="1058857"/>
            <a:chOff x="4252810" y="2035226"/>
            <a:chExt cx="624951" cy="598394"/>
          </a:xfrm>
        </p:grpSpPr>
        <p:sp>
          <p:nvSpPr>
            <p:cNvPr id="952" name="Google Shape;952;p23"/>
            <p:cNvSpPr/>
            <p:nvPr/>
          </p:nvSpPr>
          <p:spPr>
            <a:xfrm>
              <a:off x="4252810" y="2035226"/>
              <a:ext cx="38137" cy="39305"/>
            </a:xfrm>
            <a:custGeom>
              <a:rect b="b" l="l" r="r" t="t"/>
              <a:pathLst>
                <a:path extrusionOk="0" h="370" w="359">
                  <a:moveTo>
                    <a:pt x="180" y="0"/>
                  </a:moveTo>
                  <a:cubicBezTo>
                    <a:pt x="84" y="0"/>
                    <a:pt x="1" y="84"/>
                    <a:pt x="1" y="191"/>
                  </a:cubicBezTo>
                  <a:cubicBezTo>
                    <a:pt x="1" y="286"/>
                    <a:pt x="84" y="369"/>
                    <a:pt x="180" y="369"/>
                  </a:cubicBezTo>
                  <a:cubicBezTo>
                    <a:pt x="287" y="369"/>
                    <a:pt x="358" y="286"/>
                    <a:pt x="358" y="191"/>
                  </a:cubicBezTo>
                  <a:cubicBezTo>
                    <a:pt x="358" y="96"/>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23"/>
            <p:cNvSpPr/>
            <p:nvPr/>
          </p:nvSpPr>
          <p:spPr>
            <a:xfrm>
              <a:off x="4351498" y="2035226"/>
              <a:ext cx="38030" cy="39305"/>
            </a:xfrm>
            <a:custGeom>
              <a:rect b="b" l="l" r="r" t="t"/>
              <a:pathLst>
                <a:path extrusionOk="0" h="370" w="358">
                  <a:moveTo>
                    <a:pt x="179" y="0"/>
                  </a:moveTo>
                  <a:cubicBezTo>
                    <a:pt x="72" y="0"/>
                    <a:pt x="1" y="84"/>
                    <a:pt x="1" y="191"/>
                  </a:cubicBezTo>
                  <a:cubicBezTo>
                    <a:pt x="1" y="286"/>
                    <a:pt x="72" y="369"/>
                    <a:pt x="179" y="369"/>
                  </a:cubicBezTo>
                  <a:cubicBezTo>
                    <a:pt x="286" y="369"/>
                    <a:pt x="358" y="286"/>
                    <a:pt x="358" y="191"/>
                  </a:cubicBezTo>
                  <a:cubicBezTo>
                    <a:pt x="358" y="96"/>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23"/>
            <p:cNvSpPr/>
            <p:nvPr/>
          </p:nvSpPr>
          <p:spPr>
            <a:xfrm>
              <a:off x="4448911" y="2035226"/>
              <a:ext cx="38030" cy="39305"/>
            </a:xfrm>
            <a:custGeom>
              <a:rect b="b" l="l" r="r" t="t"/>
              <a:pathLst>
                <a:path extrusionOk="0" h="370" w="358">
                  <a:moveTo>
                    <a:pt x="179" y="0"/>
                  </a:moveTo>
                  <a:cubicBezTo>
                    <a:pt x="84" y="0"/>
                    <a:pt x="0" y="84"/>
                    <a:pt x="0" y="191"/>
                  </a:cubicBezTo>
                  <a:cubicBezTo>
                    <a:pt x="0" y="286"/>
                    <a:pt x="84" y="369"/>
                    <a:pt x="179" y="369"/>
                  </a:cubicBezTo>
                  <a:cubicBezTo>
                    <a:pt x="286" y="369"/>
                    <a:pt x="358" y="286"/>
                    <a:pt x="358" y="191"/>
                  </a:cubicBezTo>
                  <a:cubicBezTo>
                    <a:pt x="358" y="96"/>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23"/>
            <p:cNvSpPr/>
            <p:nvPr/>
          </p:nvSpPr>
          <p:spPr>
            <a:xfrm>
              <a:off x="4547599" y="2035226"/>
              <a:ext cx="38030" cy="39305"/>
            </a:xfrm>
            <a:custGeom>
              <a:rect b="b" l="l" r="r" t="t"/>
              <a:pathLst>
                <a:path extrusionOk="0" h="370" w="358">
                  <a:moveTo>
                    <a:pt x="179" y="0"/>
                  </a:moveTo>
                  <a:cubicBezTo>
                    <a:pt x="72" y="0"/>
                    <a:pt x="0" y="84"/>
                    <a:pt x="0" y="191"/>
                  </a:cubicBezTo>
                  <a:cubicBezTo>
                    <a:pt x="0" y="286"/>
                    <a:pt x="72" y="369"/>
                    <a:pt x="179" y="369"/>
                  </a:cubicBezTo>
                  <a:cubicBezTo>
                    <a:pt x="286" y="369"/>
                    <a:pt x="357" y="286"/>
                    <a:pt x="357" y="191"/>
                  </a:cubicBezTo>
                  <a:cubicBezTo>
                    <a:pt x="357" y="96"/>
                    <a:pt x="262"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23"/>
            <p:cNvSpPr/>
            <p:nvPr/>
          </p:nvSpPr>
          <p:spPr>
            <a:xfrm>
              <a:off x="4643630" y="2035226"/>
              <a:ext cx="38137" cy="39305"/>
            </a:xfrm>
            <a:custGeom>
              <a:rect b="b" l="l" r="r" t="t"/>
              <a:pathLst>
                <a:path extrusionOk="0" h="370" w="359">
                  <a:moveTo>
                    <a:pt x="180" y="0"/>
                  </a:moveTo>
                  <a:cubicBezTo>
                    <a:pt x="72" y="0"/>
                    <a:pt x="1" y="84"/>
                    <a:pt x="1" y="191"/>
                  </a:cubicBezTo>
                  <a:cubicBezTo>
                    <a:pt x="1" y="286"/>
                    <a:pt x="72" y="369"/>
                    <a:pt x="180" y="369"/>
                  </a:cubicBezTo>
                  <a:cubicBezTo>
                    <a:pt x="287" y="369"/>
                    <a:pt x="358" y="286"/>
                    <a:pt x="358" y="191"/>
                  </a:cubicBezTo>
                  <a:cubicBezTo>
                    <a:pt x="358" y="96"/>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23"/>
            <p:cNvSpPr/>
            <p:nvPr/>
          </p:nvSpPr>
          <p:spPr>
            <a:xfrm>
              <a:off x="4742318" y="2035226"/>
              <a:ext cx="38030" cy="39305"/>
            </a:xfrm>
            <a:custGeom>
              <a:rect b="b" l="l" r="r" t="t"/>
              <a:pathLst>
                <a:path extrusionOk="0" h="370" w="358">
                  <a:moveTo>
                    <a:pt x="179" y="0"/>
                  </a:moveTo>
                  <a:cubicBezTo>
                    <a:pt x="72" y="0"/>
                    <a:pt x="1" y="84"/>
                    <a:pt x="1" y="191"/>
                  </a:cubicBezTo>
                  <a:cubicBezTo>
                    <a:pt x="1" y="286"/>
                    <a:pt x="72" y="369"/>
                    <a:pt x="179" y="369"/>
                  </a:cubicBezTo>
                  <a:cubicBezTo>
                    <a:pt x="275" y="369"/>
                    <a:pt x="358" y="286"/>
                    <a:pt x="358" y="191"/>
                  </a:cubicBezTo>
                  <a:cubicBezTo>
                    <a:pt x="358" y="96"/>
                    <a:pt x="275"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23"/>
            <p:cNvSpPr/>
            <p:nvPr/>
          </p:nvSpPr>
          <p:spPr>
            <a:xfrm>
              <a:off x="4839731" y="2035226"/>
              <a:ext cx="38030" cy="39305"/>
            </a:xfrm>
            <a:custGeom>
              <a:rect b="b" l="l" r="r" t="t"/>
              <a:pathLst>
                <a:path extrusionOk="0" h="370" w="358">
                  <a:moveTo>
                    <a:pt x="179" y="0"/>
                  </a:moveTo>
                  <a:cubicBezTo>
                    <a:pt x="72" y="0"/>
                    <a:pt x="0" y="84"/>
                    <a:pt x="0" y="191"/>
                  </a:cubicBezTo>
                  <a:cubicBezTo>
                    <a:pt x="0" y="286"/>
                    <a:pt x="72" y="369"/>
                    <a:pt x="179" y="369"/>
                  </a:cubicBezTo>
                  <a:cubicBezTo>
                    <a:pt x="286" y="369"/>
                    <a:pt x="358" y="286"/>
                    <a:pt x="358" y="191"/>
                  </a:cubicBezTo>
                  <a:cubicBezTo>
                    <a:pt x="358" y="96"/>
                    <a:pt x="274"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23"/>
            <p:cNvSpPr/>
            <p:nvPr/>
          </p:nvSpPr>
          <p:spPr>
            <a:xfrm>
              <a:off x="4252810" y="2147829"/>
              <a:ext cx="38137" cy="38030"/>
            </a:xfrm>
            <a:custGeom>
              <a:rect b="b" l="l" r="r" t="t"/>
              <a:pathLst>
                <a:path extrusionOk="0" h="358" w="359">
                  <a:moveTo>
                    <a:pt x="180" y="0"/>
                  </a:moveTo>
                  <a:cubicBezTo>
                    <a:pt x="84" y="0"/>
                    <a:pt x="1" y="83"/>
                    <a:pt x="1" y="179"/>
                  </a:cubicBezTo>
                  <a:cubicBezTo>
                    <a:pt x="1" y="286"/>
                    <a:pt x="84" y="357"/>
                    <a:pt x="180" y="357"/>
                  </a:cubicBezTo>
                  <a:cubicBezTo>
                    <a:pt x="287" y="357"/>
                    <a:pt x="358" y="286"/>
                    <a:pt x="358" y="179"/>
                  </a:cubicBezTo>
                  <a:cubicBezTo>
                    <a:pt x="358" y="83"/>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23"/>
            <p:cNvSpPr/>
            <p:nvPr/>
          </p:nvSpPr>
          <p:spPr>
            <a:xfrm>
              <a:off x="4351498" y="2147829"/>
              <a:ext cx="38030" cy="38030"/>
            </a:xfrm>
            <a:custGeom>
              <a:rect b="b" l="l" r="r" t="t"/>
              <a:pathLst>
                <a:path extrusionOk="0" h="358" w="358">
                  <a:moveTo>
                    <a:pt x="179" y="0"/>
                  </a:moveTo>
                  <a:cubicBezTo>
                    <a:pt x="72" y="0"/>
                    <a:pt x="1" y="83"/>
                    <a:pt x="1" y="179"/>
                  </a:cubicBezTo>
                  <a:cubicBezTo>
                    <a:pt x="1" y="286"/>
                    <a:pt x="72" y="357"/>
                    <a:pt x="179" y="357"/>
                  </a:cubicBezTo>
                  <a:cubicBezTo>
                    <a:pt x="286" y="357"/>
                    <a:pt x="358" y="286"/>
                    <a:pt x="358" y="179"/>
                  </a:cubicBezTo>
                  <a:cubicBezTo>
                    <a:pt x="358" y="83"/>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23"/>
            <p:cNvSpPr/>
            <p:nvPr/>
          </p:nvSpPr>
          <p:spPr>
            <a:xfrm>
              <a:off x="4448911" y="2147829"/>
              <a:ext cx="38030" cy="38030"/>
            </a:xfrm>
            <a:custGeom>
              <a:rect b="b" l="l" r="r" t="t"/>
              <a:pathLst>
                <a:path extrusionOk="0" h="358" w="358">
                  <a:moveTo>
                    <a:pt x="179" y="0"/>
                  </a:moveTo>
                  <a:cubicBezTo>
                    <a:pt x="84" y="0"/>
                    <a:pt x="0" y="83"/>
                    <a:pt x="0" y="179"/>
                  </a:cubicBezTo>
                  <a:cubicBezTo>
                    <a:pt x="0" y="286"/>
                    <a:pt x="84" y="357"/>
                    <a:pt x="179" y="357"/>
                  </a:cubicBezTo>
                  <a:cubicBezTo>
                    <a:pt x="286" y="357"/>
                    <a:pt x="358" y="286"/>
                    <a:pt x="358" y="179"/>
                  </a:cubicBezTo>
                  <a:cubicBezTo>
                    <a:pt x="358" y="83"/>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23"/>
            <p:cNvSpPr/>
            <p:nvPr/>
          </p:nvSpPr>
          <p:spPr>
            <a:xfrm>
              <a:off x="4547599" y="2147829"/>
              <a:ext cx="38030" cy="38030"/>
            </a:xfrm>
            <a:custGeom>
              <a:rect b="b" l="l" r="r" t="t"/>
              <a:pathLst>
                <a:path extrusionOk="0" h="358" w="358">
                  <a:moveTo>
                    <a:pt x="179" y="0"/>
                  </a:moveTo>
                  <a:cubicBezTo>
                    <a:pt x="72" y="0"/>
                    <a:pt x="0" y="83"/>
                    <a:pt x="0" y="179"/>
                  </a:cubicBezTo>
                  <a:cubicBezTo>
                    <a:pt x="0" y="286"/>
                    <a:pt x="72" y="357"/>
                    <a:pt x="179" y="357"/>
                  </a:cubicBezTo>
                  <a:cubicBezTo>
                    <a:pt x="286" y="357"/>
                    <a:pt x="357" y="286"/>
                    <a:pt x="357" y="179"/>
                  </a:cubicBezTo>
                  <a:cubicBezTo>
                    <a:pt x="357" y="83"/>
                    <a:pt x="262"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23"/>
            <p:cNvSpPr/>
            <p:nvPr/>
          </p:nvSpPr>
          <p:spPr>
            <a:xfrm>
              <a:off x="4643630" y="2147829"/>
              <a:ext cx="38137" cy="38030"/>
            </a:xfrm>
            <a:custGeom>
              <a:rect b="b" l="l" r="r" t="t"/>
              <a:pathLst>
                <a:path extrusionOk="0" h="358" w="359">
                  <a:moveTo>
                    <a:pt x="180" y="0"/>
                  </a:moveTo>
                  <a:cubicBezTo>
                    <a:pt x="72" y="0"/>
                    <a:pt x="1" y="83"/>
                    <a:pt x="1" y="179"/>
                  </a:cubicBezTo>
                  <a:cubicBezTo>
                    <a:pt x="1" y="286"/>
                    <a:pt x="72" y="357"/>
                    <a:pt x="180" y="357"/>
                  </a:cubicBezTo>
                  <a:cubicBezTo>
                    <a:pt x="287" y="357"/>
                    <a:pt x="358" y="286"/>
                    <a:pt x="358" y="179"/>
                  </a:cubicBezTo>
                  <a:cubicBezTo>
                    <a:pt x="358" y="83"/>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23"/>
            <p:cNvSpPr/>
            <p:nvPr/>
          </p:nvSpPr>
          <p:spPr>
            <a:xfrm>
              <a:off x="4742318" y="2147829"/>
              <a:ext cx="38030" cy="38030"/>
            </a:xfrm>
            <a:custGeom>
              <a:rect b="b" l="l" r="r" t="t"/>
              <a:pathLst>
                <a:path extrusionOk="0" h="358" w="358">
                  <a:moveTo>
                    <a:pt x="179" y="0"/>
                  </a:moveTo>
                  <a:cubicBezTo>
                    <a:pt x="72" y="0"/>
                    <a:pt x="1" y="83"/>
                    <a:pt x="1" y="179"/>
                  </a:cubicBezTo>
                  <a:cubicBezTo>
                    <a:pt x="1" y="286"/>
                    <a:pt x="72" y="357"/>
                    <a:pt x="179" y="357"/>
                  </a:cubicBezTo>
                  <a:cubicBezTo>
                    <a:pt x="275" y="357"/>
                    <a:pt x="358" y="286"/>
                    <a:pt x="358" y="179"/>
                  </a:cubicBezTo>
                  <a:cubicBezTo>
                    <a:pt x="358" y="83"/>
                    <a:pt x="275"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23"/>
            <p:cNvSpPr/>
            <p:nvPr/>
          </p:nvSpPr>
          <p:spPr>
            <a:xfrm>
              <a:off x="4839731" y="2147829"/>
              <a:ext cx="38030" cy="38030"/>
            </a:xfrm>
            <a:custGeom>
              <a:rect b="b" l="l" r="r" t="t"/>
              <a:pathLst>
                <a:path extrusionOk="0" h="358" w="358">
                  <a:moveTo>
                    <a:pt x="179" y="0"/>
                  </a:moveTo>
                  <a:cubicBezTo>
                    <a:pt x="72" y="0"/>
                    <a:pt x="0" y="83"/>
                    <a:pt x="0" y="179"/>
                  </a:cubicBezTo>
                  <a:cubicBezTo>
                    <a:pt x="0" y="286"/>
                    <a:pt x="72" y="357"/>
                    <a:pt x="179" y="357"/>
                  </a:cubicBezTo>
                  <a:cubicBezTo>
                    <a:pt x="286" y="357"/>
                    <a:pt x="358" y="286"/>
                    <a:pt x="358" y="179"/>
                  </a:cubicBezTo>
                  <a:cubicBezTo>
                    <a:pt x="358" y="83"/>
                    <a:pt x="274"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23"/>
            <p:cNvSpPr/>
            <p:nvPr/>
          </p:nvSpPr>
          <p:spPr>
            <a:xfrm>
              <a:off x="4252810" y="2260327"/>
              <a:ext cx="38137" cy="38030"/>
            </a:xfrm>
            <a:custGeom>
              <a:rect b="b" l="l" r="r" t="t"/>
              <a:pathLst>
                <a:path extrusionOk="0" h="358" w="359">
                  <a:moveTo>
                    <a:pt x="180" y="1"/>
                  </a:moveTo>
                  <a:cubicBezTo>
                    <a:pt x="84" y="1"/>
                    <a:pt x="1" y="72"/>
                    <a:pt x="1" y="179"/>
                  </a:cubicBezTo>
                  <a:cubicBezTo>
                    <a:pt x="1" y="286"/>
                    <a:pt x="84" y="358"/>
                    <a:pt x="180" y="358"/>
                  </a:cubicBezTo>
                  <a:cubicBezTo>
                    <a:pt x="287" y="358"/>
                    <a:pt x="358" y="286"/>
                    <a:pt x="358" y="179"/>
                  </a:cubicBezTo>
                  <a:cubicBezTo>
                    <a:pt x="358" y="72"/>
                    <a:pt x="287" y="1"/>
                    <a:pt x="1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23"/>
            <p:cNvSpPr/>
            <p:nvPr/>
          </p:nvSpPr>
          <p:spPr>
            <a:xfrm>
              <a:off x="4351498" y="2260327"/>
              <a:ext cx="38030" cy="38030"/>
            </a:xfrm>
            <a:custGeom>
              <a:rect b="b" l="l" r="r" t="t"/>
              <a:pathLst>
                <a:path extrusionOk="0" h="358" w="358">
                  <a:moveTo>
                    <a:pt x="179" y="1"/>
                  </a:moveTo>
                  <a:cubicBezTo>
                    <a:pt x="72" y="1"/>
                    <a:pt x="1" y="72"/>
                    <a:pt x="1" y="179"/>
                  </a:cubicBezTo>
                  <a:cubicBezTo>
                    <a:pt x="1" y="286"/>
                    <a:pt x="72" y="358"/>
                    <a:pt x="179" y="358"/>
                  </a:cubicBezTo>
                  <a:cubicBezTo>
                    <a:pt x="286" y="358"/>
                    <a:pt x="358" y="286"/>
                    <a:pt x="358" y="179"/>
                  </a:cubicBezTo>
                  <a:cubicBezTo>
                    <a:pt x="358" y="72"/>
                    <a:pt x="286"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23"/>
            <p:cNvSpPr/>
            <p:nvPr/>
          </p:nvSpPr>
          <p:spPr>
            <a:xfrm>
              <a:off x="4448911" y="2260327"/>
              <a:ext cx="38030" cy="38030"/>
            </a:xfrm>
            <a:custGeom>
              <a:rect b="b" l="l" r="r" t="t"/>
              <a:pathLst>
                <a:path extrusionOk="0" h="358" w="358">
                  <a:moveTo>
                    <a:pt x="179" y="1"/>
                  </a:moveTo>
                  <a:cubicBezTo>
                    <a:pt x="84" y="1"/>
                    <a:pt x="0" y="72"/>
                    <a:pt x="0" y="179"/>
                  </a:cubicBezTo>
                  <a:cubicBezTo>
                    <a:pt x="0" y="286"/>
                    <a:pt x="84" y="358"/>
                    <a:pt x="179" y="358"/>
                  </a:cubicBezTo>
                  <a:cubicBezTo>
                    <a:pt x="286" y="358"/>
                    <a:pt x="358" y="286"/>
                    <a:pt x="358" y="179"/>
                  </a:cubicBezTo>
                  <a:cubicBezTo>
                    <a:pt x="358" y="72"/>
                    <a:pt x="286"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23"/>
            <p:cNvSpPr/>
            <p:nvPr/>
          </p:nvSpPr>
          <p:spPr>
            <a:xfrm>
              <a:off x="4547599" y="2260327"/>
              <a:ext cx="38030" cy="38030"/>
            </a:xfrm>
            <a:custGeom>
              <a:rect b="b" l="l" r="r" t="t"/>
              <a:pathLst>
                <a:path extrusionOk="0" h="358" w="358">
                  <a:moveTo>
                    <a:pt x="179" y="1"/>
                  </a:moveTo>
                  <a:cubicBezTo>
                    <a:pt x="72" y="1"/>
                    <a:pt x="0" y="72"/>
                    <a:pt x="0" y="179"/>
                  </a:cubicBezTo>
                  <a:cubicBezTo>
                    <a:pt x="0" y="286"/>
                    <a:pt x="72" y="358"/>
                    <a:pt x="179" y="358"/>
                  </a:cubicBezTo>
                  <a:cubicBezTo>
                    <a:pt x="286" y="358"/>
                    <a:pt x="357" y="286"/>
                    <a:pt x="357" y="179"/>
                  </a:cubicBezTo>
                  <a:cubicBezTo>
                    <a:pt x="357" y="72"/>
                    <a:pt x="262"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23"/>
            <p:cNvSpPr/>
            <p:nvPr/>
          </p:nvSpPr>
          <p:spPr>
            <a:xfrm>
              <a:off x="4643630" y="2260327"/>
              <a:ext cx="38137" cy="38030"/>
            </a:xfrm>
            <a:custGeom>
              <a:rect b="b" l="l" r="r" t="t"/>
              <a:pathLst>
                <a:path extrusionOk="0" h="358" w="359">
                  <a:moveTo>
                    <a:pt x="180" y="1"/>
                  </a:moveTo>
                  <a:cubicBezTo>
                    <a:pt x="72" y="1"/>
                    <a:pt x="1" y="72"/>
                    <a:pt x="1" y="179"/>
                  </a:cubicBezTo>
                  <a:cubicBezTo>
                    <a:pt x="1" y="286"/>
                    <a:pt x="72" y="358"/>
                    <a:pt x="180" y="358"/>
                  </a:cubicBezTo>
                  <a:cubicBezTo>
                    <a:pt x="287" y="358"/>
                    <a:pt x="358" y="286"/>
                    <a:pt x="358" y="179"/>
                  </a:cubicBezTo>
                  <a:cubicBezTo>
                    <a:pt x="358" y="72"/>
                    <a:pt x="287" y="1"/>
                    <a:pt x="1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23"/>
            <p:cNvSpPr/>
            <p:nvPr/>
          </p:nvSpPr>
          <p:spPr>
            <a:xfrm>
              <a:off x="4742318" y="2260327"/>
              <a:ext cx="38030" cy="38030"/>
            </a:xfrm>
            <a:custGeom>
              <a:rect b="b" l="l" r="r" t="t"/>
              <a:pathLst>
                <a:path extrusionOk="0" h="358" w="358">
                  <a:moveTo>
                    <a:pt x="179" y="1"/>
                  </a:moveTo>
                  <a:cubicBezTo>
                    <a:pt x="72" y="1"/>
                    <a:pt x="1" y="72"/>
                    <a:pt x="1" y="179"/>
                  </a:cubicBezTo>
                  <a:cubicBezTo>
                    <a:pt x="1" y="286"/>
                    <a:pt x="72" y="358"/>
                    <a:pt x="179" y="358"/>
                  </a:cubicBezTo>
                  <a:cubicBezTo>
                    <a:pt x="275" y="358"/>
                    <a:pt x="358" y="286"/>
                    <a:pt x="358" y="179"/>
                  </a:cubicBezTo>
                  <a:cubicBezTo>
                    <a:pt x="358" y="72"/>
                    <a:pt x="275"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23"/>
            <p:cNvSpPr/>
            <p:nvPr/>
          </p:nvSpPr>
          <p:spPr>
            <a:xfrm>
              <a:off x="4839731" y="2260327"/>
              <a:ext cx="38030" cy="38030"/>
            </a:xfrm>
            <a:custGeom>
              <a:rect b="b" l="l" r="r" t="t"/>
              <a:pathLst>
                <a:path extrusionOk="0" h="358" w="358">
                  <a:moveTo>
                    <a:pt x="179" y="1"/>
                  </a:moveTo>
                  <a:cubicBezTo>
                    <a:pt x="72" y="1"/>
                    <a:pt x="0" y="72"/>
                    <a:pt x="0" y="179"/>
                  </a:cubicBezTo>
                  <a:cubicBezTo>
                    <a:pt x="0" y="286"/>
                    <a:pt x="72" y="358"/>
                    <a:pt x="179" y="358"/>
                  </a:cubicBezTo>
                  <a:cubicBezTo>
                    <a:pt x="286" y="358"/>
                    <a:pt x="358" y="286"/>
                    <a:pt x="358" y="179"/>
                  </a:cubicBezTo>
                  <a:cubicBezTo>
                    <a:pt x="358" y="72"/>
                    <a:pt x="274"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p23"/>
            <p:cNvSpPr/>
            <p:nvPr/>
          </p:nvSpPr>
          <p:spPr>
            <a:xfrm>
              <a:off x="4252810" y="2371656"/>
              <a:ext cx="38137" cy="38030"/>
            </a:xfrm>
            <a:custGeom>
              <a:rect b="b" l="l" r="r" t="t"/>
              <a:pathLst>
                <a:path extrusionOk="0" h="358" w="359">
                  <a:moveTo>
                    <a:pt x="180" y="0"/>
                  </a:moveTo>
                  <a:cubicBezTo>
                    <a:pt x="84" y="0"/>
                    <a:pt x="1" y="72"/>
                    <a:pt x="1" y="179"/>
                  </a:cubicBezTo>
                  <a:cubicBezTo>
                    <a:pt x="1" y="274"/>
                    <a:pt x="84" y="358"/>
                    <a:pt x="180" y="358"/>
                  </a:cubicBezTo>
                  <a:cubicBezTo>
                    <a:pt x="287" y="358"/>
                    <a:pt x="358" y="274"/>
                    <a:pt x="358" y="179"/>
                  </a:cubicBezTo>
                  <a:cubicBezTo>
                    <a:pt x="358" y="84"/>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 name="Google Shape;974;p23"/>
            <p:cNvSpPr/>
            <p:nvPr/>
          </p:nvSpPr>
          <p:spPr>
            <a:xfrm>
              <a:off x="4351498" y="2371656"/>
              <a:ext cx="38030" cy="38030"/>
            </a:xfrm>
            <a:custGeom>
              <a:rect b="b" l="l" r="r" t="t"/>
              <a:pathLst>
                <a:path extrusionOk="0" h="358" w="358">
                  <a:moveTo>
                    <a:pt x="179" y="0"/>
                  </a:moveTo>
                  <a:cubicBezTo>
                    <a:pt x="72" y="0"/>
                    <a:pt x="1" y="72"/>
                    <a:pt x="1" y="179"/>
                  </a:cubicBezTo>
                  <a:cubicBezTo>
                    <a:pt x="1" y="274"/>
                    <a:pt x="72" y="358"/>
                    <a:pt x="179" y="358"/>
                  </a:cubicBezTo>
                  <a:cubicBezTo>
                    <a:pt x="286" y="358"/>
                    <a:pt x="358" y="274"/>
                    <a:pt x="358" y="179"/>
                  </a:cubicBezTo>
                  <a:cubicBezTo>
                    <a:pt x="358" y="84"/>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5" name="Google Shape;975;p23"/>
            <p:cNvSpPr/>
            <p:nvPr/>
          </p:nvSpPr>
          <p:spPr>
            <a:xfrm>
              <a:off x="4448911" y="2371656"/>
              <a:ext cx="38030" cy="38030"/>
            </a:xfrm>
            <a:custGeom>
              <a:rect b="b" l="l" r="r" t="t"/>
              <a:pathLst>
                <a:path extrusionOk="0" h="358" w="358">
                  <a:moveTo>
                    <a:pt x="179" y="0"/>
                  </a:moveTo>
                  <a:cubicBezTo>
                    <a:pt x="84" y="0"/>
                    <a:pt x="0" y="72"/>
                    <a:pt x="0" y="179"/>
                  </a:cubicBezTo>
                  <a:cubicBezTo>
                    <a:pt x="0" y="274"/>
                    <a:pt x="84" y="358"/>
                    <a:pt x="179" y="358"/>
                  </a:cubicBezTo>
                  <a:cubicBezTo>
                    <a:pt x="286" y="358"/>
                    <a:pt x="358" y="274"/>
                    <a:pt x="358" y="179"/>
                  </a:cubicBezTo>
                  <a:cubicBezTo>
                    <a:pt x="358" y="84"/>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23"/>
            <p:cNvSpPr/>
            <p:nvPr/>
          </p:nvSpPr>
          <p:spPr>
            <a:xfrm>
              <a:off x="4547599" y="2371656"/>
              <a:ext cx="38030" cy="38030"/>
            </a:xfrm>
            <a:custGeom>
              <a:rect b="b" l="l" r="r" t="t"/>
              <a:pathLst>
                <a:path extrusionOk="0" h="358" w="358">
                  <a:moveTo>
                    <a:pt x="179" y="0"/>
                  </a:moveTo>
                  <a:cubicBezTo>
                    <a:pt x="72" y="0"/>
                    <a:pt x="0" y="72"/>
                    <a:pt x="0" y="179"/>
                  </a:cubicBezTo>
                  <a:cubicBezTo>
                    <a:pt x="0" y="274"/>
                    <a:pt x="72" y="358"/>
                    <a:pt x="179" y="358"/>
                  </a:cubicBezTo>
                  <a:cubicBezTo>
                    <a:pt x="286" y="358"/>
                    <a:pt x="357" y="274"/>
                    <a:pt x="357" y="179"/>
                  </a:cubicBezTo>
                  <a:cubicBezTo>
                    <a:pt x="357" y="84"/>
                    <a:pt x="262"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23"/>
            <p:cNvSpPr/>
            <p:nvPr/>
          </p:nvSpPr>
          <p:spPr>
            <a:xfrm>
              <a:off x="4643630" y="2371656"/>
              <a:ext cx="38137" cy="38030"/>
            </a:xfrm>
            <a:custGeom>
              <a:rect b="b" l="l" r="r" t="t"/>
              <a:pathLst>
                <a:path extrusionOk="0" h="358" w="359">
                  <a:moveTo>
                    <a:pt x="180" y="0"/>
                  </a:moveTo>
                  <a:cubicBezTo>
                    <a:pt x="72" y="0"/>
                    <a:pt x="1" y="72"/>
                    <a:pt x="1" y="179"/>
                  </a:cubicBezTo>
                  <a:cubicBezTo>
                    <a:pt x="1" y="274"/>
                    <a:pt x="72" y="358"/>
                    <a:pt x="180" y="358"/>
                  </a:cubicBezTo>
                  <a:cubicBezTo>
                    <a:pt x="287" y="358"/>
                    <a:pt x="358" y="274"/>
                    <a:pt x="358" y="179"/>
                  </a:cubicBezTo>
                  <a:cubicBezTo>
                    <a:pt x="358" y="84"/>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23"/>
            <p:cNvSpPr/>
            <p:nvPr/>
          </p:nvSpPr>
          <p:spPr>
            <a:xfrm>
              <a:off x="4742318" y="2371656"/>
              <a:ext cx="38030" cy="38030"/>
            </a:xfrm>
            <a:custGeom>
              <a:rect b="b" l="l" r="r" t="t"/>
              <a:pathLst>
                <a:path extrusionOk="0" h="358" w="358">
                  <a:moveTo>
                    <a:pt x="179" y="0"/>
                  </a:moveTo>
                  <a:cubicBezTo>
                    <a:pt x="72" y="0"/>
                    <a:pt x="1" y="72"/>
                    <a:pt x="1" y="179"/>
                  </a:cubicBezTo>
                  <a:cubicBezTo>
                    <a:pt x="1" y="274"/>
                    <a:pt x="72" y="358"/>
                    <a:pt x="179" y="358"/>
                  </a:cubicBezTo>
                  <a:cubicBezTo>
                    <a:pt x="275" y="358"/>
                    <a:pt x="358" y="274"/>
                    <a:pt x="358" y="179"/>
                  </a:cubicBezTo>
                  <a:cubicBezTo>
                    <a:pt x="358" y="84"/>
                    <a:pt x="275"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23"/>
            <p:cNvSpPr/>
            <p:nvPr/>
          </p:nvSpPr>
          <p:spPr>
            <a:xfrm>
              <a:off x="4839731" y="2371656"/>
              <a:ext cx="38030" cy="38030"/>
            </a:xfrm>
            <a:custGeom>
              <a:rect b="b" l="l" r="r" t="t"/>
              <a:pathLst>
                <a:path extrusionOk="0" h="358" w="358">
                  <a:moveTo>
                    <a:pt x="179" y="0"/>
                  </a:moveTo>
                  <a:cubicBezTo>
                    <a:pt x="72" y="0"/>
                    <a:pt x="0" y="72"/>
                    <a:pt x="0" y="179"/>
                  </a:cubicBezTo>
                  <a:cubicBezTo>
                    <a:pt x="0" y="274"/>
                    <a:pt x="72" y="358"/>
                    <a:pt x="179" y="358"/>
                  </a:cubicBezTo>
                  <a:cubicBezTo>
                    <a:pt x="286" y="358"/>
                    <a:pt x="358" y="274"/>
                    <a:pt x="358" y="179"/>
                  </a:cubicBezTo>
                  <a:cubicBezTo>
                    <a:pt x="358" y="84"/>
                    <a:pt x="274"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 name="Google Shape;980;p23"/>
            <p:cNvSpPr/>
            <p:nvPr/>
          </p:nvSpPr>
          <p:spPr>
            <a:xfrm>
              <a:off x="4252810" y="2482985"/>
              <a:ext cx="38137" cy="38030"/>
            </a:xfrm>
            <a:custGeom>
              <a:rect b="b" l="l" r="r" t="t"/>
              <a:pathLst>
                <a:path extrusionOk="0" h="358" w="359">
                  <a:moveTo>
                    <a:pt x="180" y="0"/>
                  </a:moveTo>
                  <a:cubicBezTo>
                    <a:pt x="84" y="0"/>
                    <a:pt x="1" y="72"/>
                    <a:pt x="1" y="179"/>
                  </a:cubicBezTo>
                  <a:cubicBezTo>
                    <a:pt x="1" y="286"/>
                    <a:pt x="84" y="357"/>
                    <a:pt x="180" y="357"/>
                  </a:cubicBezTo>
                  <a:cubicBezTo>
                    <a:pt x="287" y="357"/>
                    <a:pt x="358" y="286"/>
                    <a:pt x="358" y="179"/>
                  </a:cubicBezTo>
                  <a:cubicBezTo>
                    <a:pt x="358" y="84"/>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 name="Google Shape;981;p23"/>
            <p:cNvSpPr/>
            <p:nvPr/>
          </p:nvSpPr>
          <p:spPr>
            <a:xfrm>
              <a:off x="4351498" y="2482985"/>
              <a:ext cx="38030" cy="38030"/>
            </a:xfrm>
            <a:custGeom>
              <a:rect b="b" l="l" r="r" t="t"/>
              <a:pathLst>
                <a:path extrusionOk="0" h="358" w="358">
                  <a:moveTo>
                    <a:pt x="179" y="0"/>
                  </a:moveTo>
                  <a:cubicBezTo>
                    <a:pt x="72" y="0"/>
                    <a:pt x="1" y="72"/>
                    <a:pt x="1" y="179"/>
                  </a:cubicBezTo>
                  <a:cubicBezTo>
                    <a:pt x="1" y="286"/>
                    <a:pt x="72" y="357"/>
                    <a:pt x="179" y="357"/>
                  </a:cubicBezTo>
                  <a:cubicBezTo>
                    <a:pt x="286" y="357"/>
                    <a:pt x="358" y="286"/>
                    <a:pt x="358" y="179"/>
                  </a:cubicBezTo>
                  <a:cubicBezTo>
                    <a:pt x="358" y="84"/>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 name="Google Shape;982;p23"/>
            <p:cNvSpPr/>
            <p:nvPr/>
          </p:nvSpPr>
          <p:spPr>
            <a:xfrm>
              <a:off x="4448911" y="2482985"/>
              <a:ext cx="38030" cy="38030"/>
            </a:xfrm>
            <a:custGeom>
              <a:rect b="b" l="l" r="r" t="t"/>
              <a:pathLst>
                <a:path extrusionOk="0" h="358" w="358">
                  <a:moveTo>
                    <a:pt x="179" y="0"/>
                  </a:moveTo>
                  <a:cubicBezTo>
                    <a:pt x="84" y="0"/>
                    <a:pt x="0" y="72"/>
                    <a:pt x="0" y="179"/>
                  </a:cubicBezTo>
                  <a:cubicBezTo>
                    <a:pt x="0" y="286"/>
                    <a:pt x="84" y="357"/>
                    <a:pt x="179" y="357"/>
                  </a:cubicBezTo>
                  <a:cubicBezTo>
                    <a:pt x="286" y="357"/>
                    <a:pt x="358" y="286"/>
                    <a:pt x="358" y="179"/>
                  </a:cubicBezTo>
                  <a:cubicBezTo>
                    <a:pt x="358" y="84"/>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3" name="Google Shape;983;p23"/>
            <p:cNvSpPr/>
            <p:nvPr/>
          </p:nvSpPr>
          <p:spPr>
            <a:xfrm>
              <a:off x="4547599" y="2482985"/>
              <a:ext cx="38030" cy="38030"/>
            </a:xfrm>
            <a:custGeom>
              <a:rect b="b" l="l" r="r" t="t"/>
              <a:pathLst>
                <a:path extrusionOk="0" h="358" w="358">
                  <a:moveTo>
                    <a:pt x="179" y="0"/>
                  </a:moveTo>
                  <a:cubicBezTo>
                    <a:pt x="72" y="0"/>
                    <a:pt x="0" y="72"/>
                    <a:pt x="0" y="179"/>
                  </a:cubicBezTo>
                  <a:cubicBezTo>
                    <a:pt x="0" y="286"/>
                    <a:pt x="72" y="357"/>
                    <a:pt x="179" y="357"/>
                  </a:cubicBezTo>
                  <a:cubicBezTo>
                    <a:pt x="286" y="357"/>
                    <a:pt x="357" y="286"/>
                    <a:pt x="357" y="179"/>
                  </a:cubicBezTo>
                  <a:cubicBezTo>
                    <a:pt x="357" y="84"/>
                    <a:pt x="262"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p23"/>
            <p:cNvSpPr/>
            <p:nvPr/>
          </p:nvSpPr>
          <p:spPr>
            <a:xfrm>
              <a:off x="4643630" y="2482985"/>
              <a:ext cx="38137" cy="38030"/>
            </a:xfrm>
            <a:custGeom>
              <a:rect b="b" l="l" r="r" t="t"/>
              <a:pathLst>
                <a:path extrusionOk="0" h="358" w="359">
                  <a:moveTo>
                    <a:pt x="180" y="0"/>
                  </a:moveTo>
                  <a:cubicBezTo>
                    <a:pt x="72" y="0"/>
                    <a:pt x="1" y="72"/>
                    <a:pt x="1" y="179"/>
                  </a:cubicBezTo>
                  <a:cubicBezTo>
                    <a:pt x="1" y="286"/>
                    <a:pt x="72" y="357"/>
                    <a:pt x="180" y="357"/>
                  </a:cubicBezTo>
                  <a:cubicBezTo>
                    <a:pt x="287" y="357"/>
                    <a:pt x="358" y="286"/>
                    <a:pt x="358" y="179"/>
                  </a:cubicBezTo>
                  <a:cubicBezTo>
                    <a:pt x="358" y="84"/>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p23"/>
            <p:cNvSpPr/>
            <p:nvPr/>
          </p:nvSpPr>
          <p:spPr>
            <a:xfrm>
              <a:off x="4742318" y="2482985"/>
              <a:ext cx="38030" cy="38030"/>
            </a:xfrm>
            <a:custGeom>
              <a:rect b="b" l="l" r="r" t="t"/>
              <a:pathLst>
                <a:path extrusionOk="0" h="358" w="358">
                  <a:moveTo>
                    <a:pt x="179" y="0"/>
                  </a:moveTo>
                  <a:cubicBezTo>
                    <a:pt x="72" y="0"/>
                    <a:pt x="1" y="72"/>
                    <a:pt x="1" y="179"/>
                  </a:cubicBezTo>
                  <a:cubicBezTo>
                    <a:pt x="1" y="286"/>
                    <a:pt x="72" y="357"/>
                    <a:pt x="179" y="357"/>
                  </a:cubicBezTo>
                  <a:cubicBezTo>
                    <a:pt x="275" y="357"/>
                    <a:pt x="358" y="286"/>
                    <a:pt x="358" y="179"/>
                  </a:cubicBezTo>
                  <a:cubicBezTo>
                    <a:pt x="358" y="84"/>
                    <a:pt x="275"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6" name="Google Shape;986;p23"/>
            <p:cNvSpPr/>
            <p:nvPr/>
          </p:nvSpPr>
          <p:spPr>
            <a:xfrm>
              <a:off x="4839731" y="2482985"/>
              <a:ext cx="38030" cy="38030"/>
            </a:xfrm>
            <a:custGeom>
              <a:rect b="b" l="l" r="r" t="t"/>
              <a:pathLst>
                <a:path extrusionOk="0" h="358" w="358">
                  <a:moveTo>
                    <a:pt x="179" y="0"/>
                  </a:moveTo>
                  <a:cubicBezTo>
                    <a:pt x="72" y="0"/>
                    <a:pt x="0" y="72"/>
                    <a:pt x="0" y="179"/>
                  </a:cubicBezTo>
                  <a:cubicBezTo>
                    <a:pt x="0" y="286"/>
                    <a:pt x="72" y="357"/>
                    <a:pt x="179" y="357"/>
                  </a:cubicBezTo>
                  <a:cubicBezTo>
                    <a:pt x="286" y="357"/>
                    <a:pt x="358" y="286"/>
                    <a:pt x="358" y="179"/>
                  </a:cubicBezTo>
                  <a:cubicBezTo>
                    <a:pt x="358" y="84"/>
                    <a:pt x="274"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7" name="Google Shape;987;p23"/>
            <p:cNvSpPr/>
            <p:nvPr/>
          </p:nvSpPr>
          <p:spPr>
            <a:xfrm>
              <a:off x="4252810" y="2595483"/>
              <a:ext cx="38137" cy="38137"/>
            </a:xfrm>
            <a:custGeom>
              <a:rect b="b" l="l" r="r" t="t"/>
              <a:pathLst>
                <a:path extrusionOk="0" h="359" w="359">
                  <a:moveTo>
                    <a:pt x="180" y="1"/>
                  </a:moveTo>
                  <a:cubicBezTo>
                    <a:pt x="84" y="1"/>
                    <a:pt x="1" y="72"/>
                    <a:pt x="1" y="179"/>
                  </a:cubicBezTo>
                  <a:cubicBezTo>
                    <a:pt x="1" y="287"/>
                    <a:pt x="84" y="358"/>
                    <a:pt x="180" y="358"/>
                  </a:cubicBezTo>
                  <a:cubicBezTo>
                    <a:pt x="287" y="358"/>
                    <a:pt x="358" y="287"/>
                    <a:pt x="358" y="179"/>
                  </a:cubicBezTo>
                  <a:cubicBezTo>
                    <a:pt x="358" y="72"/>
                    <a:pt x="287" y="1"/>
                    <a:pt x="1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 name="Google Shape;988;p23"/>
            <p:cNvSpPr/>
            <p:nvPr/>
          </p:nvSpPr>
          <p:spPr>
            <a:xfrm>
              <a:off x="4351498" y="2595483"/>
              <a:ext cx="38030" cy="38137"/>
            </a:xfrm>
            <a:custGeom>
              <a:rect b="b" l="l" r="r" t="t"/>
              <a:pathLst>
                <a:path extrusionOk="0" h="359" w="358">
                  <a:moveTo>
                    <a:pt x="179" y="1"/>
                  </a:moveTo>
                  <a:cubicBezTo>
                    <a:pt x="72" y="1"/>
                    <a:pt x="1" y="72"/>
                    <a:pt x="1" y="179"/>
                  </a:cubicBezTo>
                  <a:cubicBezTo>
                    <a:pt x="1" y="287"/>
                    <a:pt x="72" y="358"/>
                    <a:pt x="179" y="358"/>
                  </a:cubicBezTo>
                  <a:cubicBezTo>
                    <a:pt x="286" y="358"/>
                    <a:pt x="358" y="287"/>
                    <a:pt x="358" y="179"/>
                  </a:cubicBezTo>
                  <a:cubicBezTo>
                    <a:pt x="358" y="72"/>
                    <a:pt x="286"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 name="Google Shape;989;p23"/>
            <p:cNvSpPr/>
            <p:nvPr/>
          </p:nvSpPr>
          <p:spPr>
            <a:xfrm>
              <a:off x="4448911" y="2595483"/>
              <a:ext cx="38030" cy="38137"/>
            </a:xfrm>
            <a:custGeom>
              <a:rect b="b" l="l" r="r" t="t"/>
              <a:pathLst>
                <a:path extrusionOk="0" h="359" w="358">
                  <a:moveTo>
                    <a:pt x="179" y="1"/>
                  </a:moveTo>
                  <a:cubicBezTo>
                    <a:pt x="84" y="1"/>
                    <a:pt x="0" y="72"/>
                    <a:pt x="0" y="179"/>
                  </a:cubicBezTo>
                  <a:cubicBezTo>
                    <a:pt x="0" y="287"/>
                    <a:pt x="84" y="358"/>
                    <a:pt x="179" y="358"/>
                  </a:cubicBezTo>
                  <a:cubicBezTo>
                    <a:pt x="286" y="358"/>
                    <a:pt x="358" y="287"/>
                    <a:pt x="358" y="179"/>
                  </a:cubicBezTo>
                  <a:cubicBezTo>
                    <a:pt x="358" y="72"/>
                    <a:pt x="286"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0" name="Google Shape;990;p23"/>
            <p:cNvSpPr/>
            <p:nvPr/>
          </p:nvSpPr>
          <p:spPr>
            <a:xfrm>
              <a:off x="4547599" y="2595483"/>
              <a:ext cx="38030" cy="38137"/>
            </a:xfrm>
            <a:custGeom>
              <a:rect b="b" l="l" r="r" t="t"/>
              <a:pathLst>
                <a:path extrusionOk="0" h="359" w="358">
                  <a:moveTo>
                    <a:pt x="179" y="1"/>
                  </a:moveTo>
                  <a:cubicBezTo>
                    <a:pt x="72" y="1"/>
                    <a:pt x="0" y="72"/>
                    <a:pt x="0" y="179"/>
                  </a:cubicBezTo>
                  <a:cubicBezTo>
                    <a:pt x="0" y="287"/>
                    <a:pt x="72" y="358"/>
                    <a:pt x="179" y="358"/>
                  </a:cubicBezTo>
                  <a:cubicBezTo>
                    <a:pt x="286" y="358"/>
                    <a:pt x="357" y="287"/>
                    <a:pt x="357" y="179"/>
                  </a:cubicBezTo>
                  <a:cubicBezTo>
                    <a:pt x="357" y="72"/>
                    <a:pt x="262"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23"/>
            <p:cNvSpPr/>
            <p:nvPr/>
          </p:nvSpPr>
          <p:spPr>
            <a:xfrm>
              <a:off x="4643630" y="2595483"/>
              <a:ext cx="38137" cy="38137"/>
            </a:xfrm>
            <a:custGeom>
              <a:rect b="b" l="l" r="r" t="t"/>
              <a:pathLst>
                <a:path extrusionOk="0" h="359" w="359">
                  <a:moveTo>
                    <a:pt x="180" y="1"/>
                  </a:moveTo>
                  <a:cubicBezTo>
                    <a:pt x="72" y="1"/>
                    <a:pt x="1" y="72"/>
                    <a:pt x="1" y="179"/>
                  </a:cubicBezTo>
                  <a:cubicBezTo>
                    <a:pt x="1" y="287"/>
                    <a:pt x="72" y="358"/>
                    <a:pt x="180" y="358"/>
                  </a:cubicBezTo>
                  <a:cubicBezTo>
                    <a:pt x="287" y="358"/>
                    <a:pt x="358" y="287"/>
                    <a:pt x="358" y="179"/>
                  </a:cubicBezTo>
                  <a:cubicBezTo>
                    <a:pt x="358" y="72"/>
                    <a:pt x="287" y="1"/>
                    <a:pt x="1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p23"/>
            <p:cNvSpPr/>
            <p:nvPr/>
          </p:nvSpPr>
          <p:spPr>
            <a:xfrm>
              <a:off x="4742318" y="2595483"/>
              <a:ext cx="38030" cy="38137"/>
            </a:xfrm>
            <a:custGeom>
              <a:rect b="b" l="l" r="r" t="t"/>
              <a:pathLst>
                <a:path extrusionOk="0" h="359" w="358">
                  <a:moveTo>
                    <a:pt x="179" y="1"/>
                  </a:moveTo>
                  <a:cubicBezTo>
                    <a:pt x="72" y="1"/>
                    <a:pt x="1" y="72"/>
                    <a:pt x="1" y="179"/>
                  </a:cubicBezTo>
                  <a:cubicBezTo>
                    <a:pt x="1" y="287"/>
                    <a:pt x="72" y="358"/>
                    <a:pt x="179" y="358"/>
                  </a:cubicBezTo>
                  <a:cubicBezTo>
                    <a:pt x="275" y="358"/>
                    <a:pt x="358" y="287"/>
                    <a:pt x="358" y="179"/>
                  </a:cubicBezTo>
                  <a:cubicBezTo>
                    <a:pt x="358" y="72"/>
                    <a:pt x="275"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23"/>
            <p:cNvSpPr/>
            <p:nvPr/>
          </p:nvSpPr>
          <p:spPr>
            <a:xfrm>
              <a:off x="4839731" y="2595483"/>
              <a:ext cx="38030" cy="38137"/>
            </a:xfrm>
            <a:custGeom>
              <a:rect b="b" l="l" r="r" t="t"/>
              <a:pathLst>
                <a:path extrusionOk="0" h="359" w="358">
                  <a:moveTo>
                    <a:pt x="179" y="1"/>
                  </a:moveTo>
                  <a:cubicBezTo>
                    <a:pt x="72" y="1"/>
                    <a:pt x="0" y="72"/>
                    <a:pt x="0" y="179"/>
                  </a:cubicBezTo>
                  <a:cubicBezTo>
                    <a:pt x="0" y="287"/>
                    <a:pt x="72" y="358"/>
                    <a:pt x="179" y="358"/>
                  </a:cubicBezTo>
                  <a:cubicBezTo>
                    <a:pt x="286" y="358"/>
                    <a:pt x="358" y="287"/>
                    <a:pt x="358" y="179"/>
                  </a:cubicBezTo>
                  <a:cubicBezTo>
                    <a:pt x="358" y="72"/>
                    <a:pt x="274"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94" name="Google Shape;994;p23"/>
          <p:cNvGrpSpPr/>
          <p:nvPr/>
        </p:nvGrpSpPr>
        <p:grpSpPr>
          <a:xfrm>
            <a:off x="8864897" y="97489"/>
            <a:ext cx="1105788" cy="1058857"/>
            <a:chOff x="4252810" y="2035226"/>
            <a:chExt cx="624951" cy="598394"/>
          </a:xfrm>
        </p:grpSpPr>
        <p:sp>
          <p:nvSpPr>
            <p:cNvPr id="995" name="Google Shape;995;p23"/>
            <p:cNvSpPr/>
            <p:nvPr/>
          </p:nvSpPr>
          <p:spPr>
            <a:xfrm>
              <a:off x="4252810" y="2035226"/>
              <a:ext cx="38137" cy="39305"/>
            </a:xfrm>
            <a:custGeom>
              <a:rect b="b" l="l" r="r" t="t"/>
              <a:pathLst>
                <a:path extrusionOk="0" h="370" w="359">
                  <a:moveTo>
                    <a:pt x="180" y="0"/>
                  </a:moveTo>
                  <a:cubicBezTo>
                    <a:pt x="84" y="0"/>
                    <a:pt x="1" y="84"/>
                    <a:pt x="1" y="191"/>
                  </a:cubicBezTo>
                  <a:cubicBezTo>
                    <a:pt x="1" y="286"/>
                    <a:pt x="84" y="369"/>
                    <a:pt x="180" y="369"/>
                  </a:cubicBezTo>
                  <a:cubicBezTo>
                    <a:pt x="287" y="369"/>
                    <a:pt x="358" y="286"/>
                    <a:pt x="358" y="191"/>
                  </a:cubicBezTo>
                  <a:cubicBezTo>
                    <a:pt x="358" y="96"/>
                    <a:pt x="287" y="0"/>
                    <a:pt x="18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 name="Google Shape;996;p23"/>
            <p:cNvSpPr/>
            <p:nvPr/>
          </p:nvSpPr>
          <p:spPr>
            <a:xfrm>
              <a:off x="4351498" y="2035226"/>
              <a:ext cx="38030" cy="39305"/>
            </a:xfrm>
            <a:custGeom>
              <a:rect b="b" l="l" r="r" t="t"/>
              <a:pathLst>
                <a:path extrusionOk="0" h="370" w="358">
                  <a:moveTo>
                    <a:pt x="179" y="0"/>
                  </a:moveTo>
                  <a:cubicBezTo>
                    <a:pt x="72" y="0"/>
                    <a:pt x="1" y="84"/>
                    <a:pt x="1" y="191"/>
                  </a:cubicBezTo>
                  <a:cubicBezTo>
                    <a:pt x="1" y="286"/>
                    <a:pt x="72" y="369"/>
                    <a:pt x="179" y="369"/>
                  </a:cubicBezTo>
                  <a:cubicBezTo>
                    <a:pt x="286" y="369"/>
                    <a:pt x="358" y="286"/>
                    <a:pt x="358" y="191"/>
                  </a:cubicBezTo>
                  <a:cubicBezTo>
                    <a:pt x="358" y="96"/>
                    <a:pt x="286" y="0"/>
                    <a:pt x="17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23"/>
            <p:cNvSpPr/>
            <p:nvPr/>
          </p:nvSpPr>
          <p:spPr>
            <a:xfrm>
              <a:off x="4448911" y="2035226"/>
              <a:ext cx="38030" cy="39305"/>
            </a:xfrm>
            <a:custGeom>
              <a:rect b="b" l="l" r="r" t="t"/>
              <a:pathLst>
                <a:path extrusionOk="0" h="370" w="358">
                  <a:moveTo>
                    <a:pt x="179" y="0"/>
                  </a:moveTo>
                  <a:cubicBezTo>
                    <a:pt x="84" y="0"/>
                    <a:pt x="0" y="84"/>
                    <a:pt x="0" y="191"/>
                  </a:cubicBezTo>
                  <a:cubicBezTo>
                    <a:pt x="0" y="286"/>
                    <a:pt x="84" y="369"/>
                    <a:pt x="179" y="369"/>
                  </a:cubicBezTo>
                  <a:cubicBezTo>
                    <a:pt x="286" y="369"/>
                    <a:pt x="358" y="286"/>
                    <a:pt x="358" y="191"/>
                  </a:cubicBezTo>
                  <a:cubicBezTo>
                    <a:pt x="358" y="96"/>
                    <a:pt x="286" y="0"/>
                    <a:pt x="17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 name="Google Shape;998;p23"/>
            <p:cNvSpPr/>
            <p:nvPr/>
          </p:nvSpPr>
          <p:spPr>
            <a:xfrm>
              <a:off x="4547599" y="2035226"/>
              <a:ext cx="38030" cy="39305"/>
            </a:xfrm>
            <a:custGeom>
              <a:rect b="b" l="l" r="r" t="t"/>
              <a:pathLst>
                <a:path extrusionOk="0" h="370" w="358">
                  <a:moveTo>
                    <a:pt x="179" y="0"/>
                  </a:moveTo>
                  <a:cubicBezTo>
                    <a:pt x="72" y="0"/>
                    <a:pt x="0" y="84"/>
                    <a:pt x="0" y="191"/>
                  </a:cubicBezTo>
                  <a:cubicBezTo>
                    <a:pt x="0" y="286"/>
                    <a:pt x="72" y="369"/>
                    <a:pt x="179" y="369"/>
                  </a:cubicBezTo>
                  <a:cubicBezTo>
                    <a:pt x="286" y="369"/>
                    <a:pt x="357" y="286"/>
                    <a:pt x="357" y="191"/>
                  </a:cubicBezTo>
                  <a:cubicBezTo>
                    <a:pt x="357" y="96"/>
                    <a:pt x="262" y="0"/>
                    <a:pt x="17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9" name="Google Shape;999;p23"/>
            <p:cNvSpPr/>
            <p:nvPr/>
          </p:nvSpPr>
          <p:spPr>
            <a:xfrm>
              <a:off x="4643630" y="2035226"/>
              <a:ext cx="38137" cy="39305"/>
            </a:xfrm>
            <a:custGeom>
              <a:rect b="b" l="l" r="r" t="t"/>
              <a:pathLst>
                <a:path extrusionOk="0" h="370" w="359">
                  <a:moveTo>
                    <a:pt x="180" y="0"/>
                  </a:moveTo>
                  <a:cubicBezTo>
                    <a:pt x="72" y="0"/>
                    <a:pt x="1" y="84"/>
                    <a:pt x="1" y="191"/>
                  </a:cubicBezTo>
                  <a:cubicBezTo>
                    <a:pt x="1" y="286"/>
                    <a:pt x="72" y="369"/>
                    <a:pt x="180" y="369"/>
                  </a:cubicBezTo>
                  <a:cubicBezTo>
                    <a:pt x="287" y="369"/>
                    <a:pt x="358" y="286"/>
                    <a:pt x="358" y="191"/>
                  </a:cubicBezTo>
                  <a:cubicBezTo>
                    <a:pt x="358" y="96"/>
                    <a:pt x="287" y="0"/>
                    <a:pt x="18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 name="Google Shape;1000;p23"/>
            <p:cNvSpPr/>
            <p:nvPr/>
          </p:nvSpPr>
          <p:spPr>
            <a:xfrm>
              <a:off x="4742318" y="2035226"/>
              <a:ext cx="38030" cy="39305"/>
            </a:xfrm>
            <a:custGeom>
              <a:rect b="b" l="l" r="r" t="t"/>
              <a:pathLst>
                <a:path extrusionOk="0" h="370" w="358">
                  <a:moveTo>
                    <a:pt x="179" y="0"/>
                  </a:moveTo>
                  <a:cubicBezTo>
                    <a:pt x="72" y="0"/>
                    <a:pt x="1" y="84"/>
                    <a:pt x="1" y="191"/>
                  </a:cubicBezTo>
                  <a:cubicBezTo>
                    <a:pt x="1" y="286"/>
                    <a:pt x="72" y="369"/>
                    <a:pt x="179" y="369"/>
                  </a:cubicBezTo>
                  <a:cubicBezTo>
                    <a:pt x="275" y="369"/>
                    <a:pt x="358" y="286"/>
                    <a:pt x="358" y="191"/>
                  </a:cubicBezTo>
                  <a:cubicBezTo>
                    <a:pt x="358" y="96"/>
                    <a:pt x="275" y="0"/>
                    <a:pt x="17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1" name="Google Shape;1001;p23"/>
            <p:cNvSpPr/>
            <p:nvPr/>
          </p:nvSpPr>
          <p:spPr>
            <a:xfrm>
              <a:off x="4839731" y="2035226"/>
              <a:ext cx="38030" cy="39305"/>
            </a:xfrm>
            <a:custGeom>
              <a:rect b="b" l="l" r="r" t="t"/>
              <a:pathLst>
                <a:path extrusionOk="0" h="370" w="358">
                  <a:moveTo>
                    <a:pt x="179" y="0"/>
                  </a:moveTo>
                  <a:cubicBezTo>
                    <a:pt x="72" y="0"/>
                    <a:pt x="0" y="84"/>
                    <a:pt x="0" y="191"/>
                  </a:cubicBezTo>
                  <a:cubicBezTo>
                    <a:pt x="0" y="286"/>
                    <a:pt x="72" y="369"/>
                    <a:pt x="179" y="369"/>
                  </a:cubicBezTo>
                  <a:cubicBezTo>
                    <a:pt x="286" y="369"/>
                    <a:pt x="358" y="286"/>
                    <a:pt x="358" y="191"/>
                  </a:cubicBezTo>
                  <a:cubicBezTo>
                    <a:pt x="358" y="96"/>
                    <a:pt x="274" y="0"/>
                    <a:pt x="17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23"/>
            <p:cNvSpPr/>
            <p:nvPr/>
          </p:nvSpPr>
          <p:spPr>
            <a:xfrm>
              <a:off x="4252810" y="2147829"/>
              <a:ext cx="38137" cy="38030"/>
            </a:xfrm>
            <a:custGeom>
              <a:rect b="b" l="l" r="r" t="t"/>
              <a:pathLst>
                <a:path extrusionOk="0" h="358" w="359">
                  <a:moveTo>
                    <a:pt x="180" y="0"/>
                  </a:moveTo>
                  <a:cubicBezTo>
                    <a:pt x="84" y="0"/>
                    <a:pt x="1" y="83"/>
                    <a:pt x="1" y="179"/>
                  </a:cubicBezTo>
                  <a:cubicBezTo>
                    <a:pt x="1" y="286"/>
                    <a:pt x="84" y="357"/>
                    <a:pt x="180" y="357"/>
                  </a:cubicBezTo>
                  <a:cubicBezTo>
                    <a:pt x="287" y="357"/>
                    <a:pt x="358" y="286"/>
                    <a:pt x="358" y="179"/>
                  </a:cubicBezTo>
                  <a:cubicBezTo>
                    <a:pt x="358" y="83"/>
                    <a:pt x="287" y="0"/>
                    <a:pt x="18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23"/>
            <p:cNvSpPr/>
            <p:nvPr/>
          </p:nvSpPr>
          <p:spPr>
            <a:xfrm>
              <a:off x="4351498" y="2147829"/>
              <a:ext cx="38030" cy="38030"/>
            </a:xfrm>
            <a:custGeom>
              <a:rect b="b" l="l" r="r" t="t"/>
              <a:pathLst>
                <a:path extrusionOk="0" h="358" w="358">
                  <a:moveTo>
                    <a:pt x="179" y="0"/>
                  </a:moveTo>
                  <a:cubicBezTo>
                    <a:pt x="72" y="0"/>
                    <a:pt x="1" y="83"/>
                    <a:pt x="1" y="179"/>
                  </a:cubicBezTo>
                  <a:cubicBezTo>
                    <a:pt x="1" y="286"/>
                    <a:pt x="72" y="357"/>
                    <a:pt x="179" y="357"/>
                  </a:cubicBezTo>
                  <a:cubicBezTo>
                    <a:pt x="286" y="357"/>
                    <a:pt x="358" y="286"/>
                    <a:pt x="358" y="179"/>
                  </a:cubicBezTo>
                  <a:cubicBezTo>
                    <a:pt x="358" y="83"/>
                    <a:pt x="286" y="0"/>
                    <a:pt x="17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23"/>
            <p:cNvSpPr/>
            <p:nvPr/>
          </p:nvSpPr>
          <p:spPr>
            <a:xfrm>
              <a:off x="4448911" y="2147829"/>
              <a:ext cx="38030" cy="38030"/>
            </a:xfrm>
            <a:custGeom>
              <a:rect b="b" l="l" r="r" t="t"/>
              <a:pathLst>
                <a:path extrusionOk="0" h="358" w="358">
                  <a:moveTo>
                    <a:pt x="179" y="0"/>
                  </a:moveTo>
                  <a:cubicBezTo>
                    <a:pt x="84" y="0"/>
                    <a:pt x="0" y="83"/>
                    <a:pt x="0" y="179"/>
                  </a:cubicBezTo>
                  <a:cubicBezTo>
                    <a:pt x="0" y="286"/>
                    <a:pt x="84" y="357"/>
                    <a:pt x="179" y="357"/>
                  </a:cubicBezTo>
                  <a:cubicBezTo>
                    <a:pt x="286" y="357"/>
                    <a:pt x="358" y="286"/>
                    <a:pt x="358" y="179"/>
                  </a:cubicBezTo>
                  <a:cubicBezTo>
                    <a:pt x="358" y="83"/>
                    <a:pt x="286" y="0"/>
                    <a:pt x="17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23"/>
            <p:cNvSpPr/>
            <p:nvPr/>
          </p:nvSpPr>
          <p:spPr>
            <a:xfrm>
              <a:off x="4547599" y="2147829"/>
              <a:ext cx="38030" cy="38030"/>
            </a:xfrm>
            <a:custGeom>
              <a:rect b="b" l="l" r="r" t="t"/>
              <a:pathLst>
                <a:path extrusionOk="0" h="358" w="358">
                  <a:moveTo>
                    <a:pt x="179" y="0"/>
                  </a:moveTo>
                  <a:cubicBezTo>
                    <a:pt x="72" y="0"/>
                    <a:pt x="0" y="83"/>
                    <a:pt x="0" y="179"/>
                  </a:cubicBezTo>
                  <a:cubicBezTo>
                    <a:pt x="0" y="286"/>
                    <a:pt x="72" y="357"/>
                    <a:pt x="179" y="357"/>
                  </a:cubicBezTo>
                  <a:cubicBezTo>
                    <a:pt x="286" y="357"/>
                    <a:pt x="357" y="286"/>
                    <a:pt x="357" y="179"/>
                  </a:cubicBezTo>
                  <a:cubicBezTo>
                    <a:pt x="357" y="83"/>
                    <a:pt x="262" y="0"/>
                    <a:pt x="17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23"/>
            <p:cNvSpPr/>
            <p:nvPr/>
          </p:nvSpPr>
          <p:spPr>
            <a:xfrm>
              <a:off x="4643630" y="2147829"/>
              <a:ext cx="38137" cy="38030"/>
            </a:xfrm>
            <a:custGeom>
              <a:rect b="b" l="l" r="r" t="t"/>
              <a:pathLst>
                <a:path extrusionOk="0" h="358" w="359">
                  <a:moveTo>
                    <a:pt x="180" y="0"/>
                  </a:moveTo>
                  <a:cubicBezTo>
                    <a:pt x="72" y="0"/>
                    <a:pt x="1" y="83"/>
                    <a:pt x="1" y="179"/>
                  </a:cubicBezTo>
                  <a:cubicBezTo>
                    <a:pt x="1" y="286"/>
                    <a:pt x="72" y="357"/>
                    <a:pt x="180" y="357"/>
                  </a:cubicBezTo>
                  <a:cubicBezTo>
                    <a:pt x="287" y="357"/>
                    <a:pt x="358" y="286"/>
                    <a:pt x="358" y="179"/>
                  </a:cubicBezTo>
                  <a:cubicBezTo>
                    <a:pt x="358" y="83"/>
                    <a:pt x="287" y="0"/>
                    <a:pt x="18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7" name="Google Shape;1007;p23"/>
            <p:cNvSpPr/>
            <p:nvPr/>
          </p:nvSpPr>
          <p:spPr>
            <a:xfrm>
              <a:off x="4742318" y="2147829"/>
              <a:ext cx="38030" cy="38030"/>
            </a:xfrm>
            <a:custGeom>
              <a:rect b="b" l="l" r="r" t="t"/>
              <a:pathLst>
                <a:path extrusionOk="0" h="358" w="358">
                  <a:moveTo>
                    <a:pt x="179" y="0"/>
                  </a:moveTo>
                  <a:cubicBezTo>
                    <a:pt x="72" y="0"/>
                    <a:pt x="1" y="83"/>
                    <a:pt x="1" y="179"/>
                  </a:cubicBezTo>
                  <a:cubicBezTo>
                    <a:pt x="1" y="286"/>
                    <a:pt x="72" y="357"/>
                    <a:pt x="179" y="357"/>
                  </a:cubicBezTo>
                  <a:cubicBezTo>
                    <a:pt x="275" y="357"/>
                    <a:pt x="358" y="286"/>
                    <a:pt x="358" y="179"/>
                  </a:cubicBezTo>
                  <a:cubicBezTo>
                    <a:pt x="358" y="83"/>
                    <a:pt x="275" y="0"/>
                    <a:pt x="17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23"/>
            <p:cNvSpPr/>
            <p:nvPr/>
          </p:nvSpPr>
          <p:spPr>
            <a:xfrm>
              <a:off x="4839731" y="2147829"/>
              <a:ext cx="38030" cy="38030"/>
            </a:xfrm>
            <a:custGeom>
              <a:rect b="b" l="l" r="r" t="t"/>
              <a:pathLst>
                <a:path extrusionOk="0" h="358" w="358">
                  <a:moveTo>
                    <a:pt x="179" y="0"/>
                  </a:moveTo>
                  <a:cubicBezTo>
                    <a:pt x="72" y="0"/>
                    <a:pt x="0" y="83"/>
                    <a:pt x="0" y="179"/>
                  </a:cubicBezTo>
                  <a:cubicBezTo>
                    <a:pt x="0" y="286"/>
                    <a:pt x="72" y="357"/>
                    <a:pt x="179" y="357"/>
                  </a:cubicBezTo>
                  <a:cubicBezTo>
                    <a:pt x="286" y="357"/>
                    <a:pt x="358" y="286"/>
                    <a:pt x="358" y="179"/>
                  </a:cubicBezTo>
                  <a:cubicBezTo>
                    <a:pt x="358" y="83"/>
                    <a:pt x="274" y="0"/>
                    <a:pt x="17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p23"/>
            <p:cNvSpPr/>
            <p:nvPr/>
          </p:nvSpPr>
          <p:spPr>
            <a:xfrm>
              <a:off x="4252810" y="2260327"/>
              <a:ext cx="38137" cy="38030"/>
            </a:xfrm>
            <a:custGeom>
              <a:rect b="b" l="l" r="r" t="t"/>
              <a:pathLst>
                <a:path extrusionOk="0" h="358" w="359">
                  <a:moveTo>
                    <a:pt x="180" y="1"/>
                  </a:moveTo>
                  <a:cubicBezTo>
                    <a:pt x="84" y="1"/>
                    <a:pt x="1" y="72"/>
                    <a:pt x="1" y="179"/>
                  </a:cubicBezTo>
                  <a:cubicBezTo>
                    <a:pt x="1" y="286"/>
                    <a:pt x="84" y="358"/>
                    <a:pt x="180" y="358"/>
                  </a:cubicBezTo>
                  <a:cubicBezTo>
                    <a:pt x="287" y="358"/>
                    <a:pt x="358" y="286"/>
                    <a:pt x="358" y="179"/>
                  </a:cubicBezTo>
                  <a:cubicBezTo>
                    <a:pt x="358" y="72"/>
                    <a:pt x="287" y="1"/>
                    <a:pt x="18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23"/>
            <p:cNvSpPr/>
            <p:nvPr/>
          </p:nvSpPr>
          <p:spPr>
            <a:xfrm>
              <a:off x="4351498" y="2260327"/>
              <a:ext cx="38030" cy="38030"/>
            </a:xfrm>
            <a:custGeom>
              <a:rect b="b" l="l" r="r" t="t"/>
              <a:pathLst>
                <a:path extrusionOk="0" h="358" w="358">
                  <a:moveTo>
                    <a:pt x="179" y="1"/>
                  </a:moveTo>
                  <a:cubicBezTo>
                    <a:pt x="72" y="1"/>
                    <a:pt x="1" y="72"/>
                    <a:pt x="1" y="179"/>
                  </a:cubicBezTo>
                  <a:cubicBezTo>
                    <a:pt x="1" y="286"/>
                    <a:pt x="72" y="358"/>
                    <a:pt x="179" y="358"/>
                  </a:cubicBezTo>
                  <a:cubicBezTo>
                    <a:pt x="286" y="358"/>
                    <a:pt x="358" y="286"/>
                    <a:pt x="358" y="179"/>
                  </a:cubicBezTo>
                  <a:cubicBezTo>
                    <a:pt x="358" y="72"/>
                    <a:pt x="286" y="1"/>
                    <a:pt x="17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23"/>
            <p:cNvSpPr/>
            <p:nvPr/>
          </p:nvSpPr>
          <p:spPr>
            <a:xfrm>
              <a:off x="4448911" y="2260327"/>
              <a:ext cx="38030" cy="38030"/>
            </a:xfrm>
            <a:custGeom>
              <a:rect b="b" l="l" r="r" t="t"/>
              <a:pathLst>
                <a:path extrusionOk="0" h="358" w="358">
                  <a:moveTo>
                    <a:pt x="179" y="1"/>
                  </a:moveTo>
                  <a:cubicBezTo>
                    <a:pt x="84" y="1"/>
                    <a:pt x="0" y="72"/>
                    <a:pt x="0" y="179"/>
                  </a:cubicBezTo>
                  <a:cubicBezTo>
                    <a:pt x="0" y="286"/>
                    <a:pt x="84" y="358"/>
                    <a:pt x="179" y="358"/>
                  </a:cubicBezTo>
                  <a:cubicBezTo>
                    <a:pt x="286" y="358"/>
                    <a:pt x="358" y="286"/>
                    <a:pt x="358" y="179"/>
                  </a:cubicBezTo>
                  <a:cubicBezTo>
                    <a:pt x="358" y="72"/>
                    <a:pt x="286" y="1"/>
                    <a:pt x="17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23"/>
            <p:cNvSpPr/>
            <p:nvPr/>
          </p:nvSpPr>
          <p:spPr>
            <a:xfrm>
              <a:off x="4547599" y="2260327"/>
              <a:ext cx="38030" cy="38030"/>
            </a:xfrm>
            <a:custGeom>
              <a:rect b="b" l="l" r="r" t="t"/>
              <a:pathLst>
                <a:path extrusionOk="0" h="358" w="358">
                  <a:moveTo>
                    <a:pt x="179" y="1"/>
                  </a:moveTo>
                  <a:cubicBezTo>
                    <a:pt x="72" y="1"/>
                    <a:pt x="0" y="72"/>
                    <a:pt x="0" y="179"/>
                  </a:cubicBezTo>
                  <a:cubicBezTo>
                    <a:pt x="0" y="286"/>
                    <a:pt x="72" y="358"/>
                    <a:pt x="179" y="358"/>
                  </a:cubicBezTo>
                  <a:cubicBezTo>
                    <a:pt x="286" y="358"/>
                    <a:pt x="357" y="286"/>
                    <a:pt x="357" y="179"/>
                  </a:cubicBezTo>
                  <a:cubicBezTo>
                    <a:pt x="357" y="72"/>
                    <a:pt x="262" y="1"/>
                    <a:pt x="17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p23"/>
            <p:cNvSpPr/>
            <p:nvPr/>
          </p:nvSpPr>
          <p:spPr>
            <a:xfrm>
              <a:off x="4643630" y="2260327"/>
              <a:ext cx="38137" cy="38030"/>
            </a:xfrm>
            <a:custGeom>
              <a:rect b="b" l="l" r="r" t="t"/>
              <a:pathLst>
                <a:path extrusionOk="0" h="358" w="359">
                  <a:moveTo>
                    <a:pt x="180" y="1"/>
                  </a:moveTo>
                  <a:cubicBezTo>
                    <a:pt x="72" y="1"/>
                    <a:pt x="1" y="72"/>
                    <a:pt x="1" y="179"/>
                  </a:cubicBezTo>
                  <a:cubicBezTo>
                    <a:pt x="1" y="286"/>
                    <a:pt x="72" y="358"/>
                    <a:pt x="180" y="358"/>
                  </a:cubicBezTo>
                  <a:cubicBezTo>
                    <a:pt x="287" y="358"/>
                    <a:pt x="358" y="286"/>
                    <a:pt x="358" y="179"/>
                  </a:cubicBezTo>
                  <a:cubicBezTo>
                    <a:pt x="358" y="72"/>
                    <a:pt x="287" y="1"/>
                    <a:pt x="18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23"/>
            <p:cNvSpPr/>
            <p:nvPr/>
          </p:nvSpPr>
          <p:spPr>
            <a:xfrm>
              <a:off x="4742318" y="2260327"/>
              <a:ext cx="38030" cy="38030"/>
            </a:xfrm>
            <a:custGeom>
              <a:rect b="b" l="l" r="r" t="t"/>
              <a:pathLst>
                <a:path extrusionOk="0" h="358" w="358">
                  <a:moveTo>
                    <a:pt x="179" y="1"/>
                  </a:moveTo>
                  <a:cubicBezTo>
                    <a:pt x="72" y="1"/>
                    <a:pt x="1" y="72"/>
                    <a:pt x="1" y="179"/>
                  </a:cubicBezTo>
                  <a:cubicBezTo>
                    <a:pt x="1" y="286"/>
                    <a:pt x="72" y="358"/>
                    <a:pt x="179" y="358"/>
                  </a:cubicBezTo>
                  <a:cubicBezTo>
                    <a:pt x="275" y="358"/>
                    <a:pt x="358" y="286"/>
                    <a:pt x="358" y="179"/>
                  </a:cubicBezTo>
                  <a:cubicBezTo>
                    <a:pt x="358" y="72"/>
                    <a:pt x="275" y="1"/>
                    <a:pt x="17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23"/>
            <p:cNvSpPr/>
            <p:nvPr/>
          </p:nvSpPr>
          <p:spPr>
            <a:xfrm>
              <a:off x="4839731" y="2260327"/>
              <a:ext cx="38030" cy="38030"/>
            </a:xfrm>
            <a:custGeom>
              <a:rect b="b" l="l" r="r" t="t"/>
              <a:pathLst>
                <a:path extrusionOk="0" h="358" w="358">
                  <a:moveTo>
                    <a:pt x="179" y="1"/>
                  </a:moveTo>
                  <a:cubicBezTo>
                    <a:pt x="72" y="1"/>
                    <a:pt x="0" y="72"/>
                    <a:pt x="0" y="179"/>
                  </a:cubicBezTo>
                  <a:cubicBezTo>
                    <a:pt x="0" y="286"/>
                    <a:pt x="72" y="358"/>
                    <a:pt x="179" y="358"/>
                  </a:cubicBezTo>
                  <a:cubicBezTo>
                    <a:pt x="286" y="358"/>
                    <a:pt x="358" y="286"/>
                    <a:pt x="358" y="179"/>
                  </a:cubicBezTo>
                  <a:cubicBezTo>
                    <a:pt x="358" y="72"/>
                    <a:pt x="274" y="1"/>
                    <a:pt x="17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23"/>
            <p:cNvSpPr/>
            <p:nvPr/>
          </p:nvSpPr>
          <p:spPr>
            <a:xfrm>
              <a:off x="4252810" y="2371656"/>
              <a:ext cx="38137" cy="38030"/>
            </a:xfrm>
            <a:custGeom>
              <a:rect b="b" l="l" r="r" t="t"/>
              <a:pathLst>
                <a:path extrusionOk="0" h="358" w="359">
                  <a:moveTo>
                    <a:pt x="180" y="0"/>
                  </a:moveTo>
                  <a:cubicBezTo>
                    <a:pt x="84" y="0"/>
                    <a:pt x="1" y="72"/>
                    <a:pt x="1" y="179"/>
                  </a:cubicBezTo>
                  <a:cubicBezTo>
                    <a:pt x="1" y="274"/>
                    <a:pt x="84" y="358"/>
                    <a:pt x="180" y="358"/>
                  </a:cubicBezTo>
                  <a:cubicBezTo>
                    <a:pt x="287" y="358"/>
                    <a:pt x="358" y="274"/>
                    <a:pt x="358" y="179"/>
                  </a:cubicBezTo>
                  <a:cubicBezTo>
                    <a:pt x="358" y="84"/>
                    <a:pt x="287" y="0"/>
                    <a:pt x="18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23"/>
            <p:cNvSpPr/>
            <p:nvPr/>
          </p:nvSpPr>
          <p:spPr>
            <a:xfrm>
              <a:off x="4351498" y="2371656"/>
              <a:ext cx="38030" cy="38030"/>
            </a:xfrm>
            <a:custGeom>
              <a:rect b="b" l="l" r="r" t="t"/>
              <a:pathLst>
                <a:path extrusionOk="0" h="358" w="358">
                  <a:moveTo>
                    <a:pt x="179" y="0"/>
                  </a:moveTo>
                  <a:cubicBezTo>
                    <a:pt x="72" y="0"/>
                    <a:pt x="1" y="72"/>
                    <a:pt x="1" y="179"/>
                  </a:cubicBezTo>
                  <a:cubicBezTo>
                    <a:pt x="1" y="274"/>
                    <a:pt x="72" y="358"/>
                    <a:pt x="179" y="358"/>
                  </a:cubicBezTo>
                  <a:cubicBezTo>
                    <a:pt x="286" y="358"/>
                    <a:pt x="358" y="274"/>
                    <a:pt x="358" y="179"/>
                  </a:cubicBezTo>
                  <a:cubicBezTo>
                    <a:pt x="358" y="84"/>
                    <a:pt x="286" y="0"/>
                    <a:pt x="17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23"/>
            <p:cNvSpPr/>
            <p:nvPr/>
          </p:nvSpPr>
          <p:spPr>
            <a:xfrm>
              <a:off x="4448911" y="2371656"/>
              <a:ext cx="38030" cy="38030"/>
            </a:xfrm>
            <a:custGeom>
              <a:rect b="b" l="l" r="r" t="t"/>
              <a:pathLst>
                <a:path extrusionOk="0" h="358" w="358">
                  <a:moveTo>
                    <a:pt x="179" y="0"/>
                  </a:moveTo>
                  <a:cubicBezTo>
                    <a:pt x="84" y="0"/>
                    <a:pt x="0" y="72"/>
                    <a:pt x="0" y="179"/>
                  </a:cubicBezTo>
                  <a:cubicBezTo>
                    <a:pt x="0" y="274"/>
                    <a:pt x="84" y="358"/>
                    <a:pt x="179" y="358"/>
                  </a:cubicBezTo>
                  <a:cubicBezTo>
                    <a:pt x="286" y="358"/>
                    <a:pt x="358" y="274"/>
                    <a:pt x="358" y="179"/>
                  </a:cubicBezTo>
                  <a:cubicBezTo>
                    <a:pt x="358" y="84"/>
                    <a:pt x="286" y="0"/>
                    <a:pt x="17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9" name="Google Shape;1019;p23"/>
            <p:cNvSpPr/>
            <p:nvPr/>
          </p:nvSpPr>
          <p:spPr>
            <a:xfrm>
              <a:off x="4547599" y="2371656"/>
              <a:ext cx="38030" cy="38030"/>
            </a:xfrm>
            <a:custGeom>
              <a:rect b="b" l="l" r="r" t="t"/>
              <a:pathLst>
                <a:path extrusionOk="0" h="358" w="358">
                  <a:moveTo>
                    <a:pt x="179" y="0"/>
                  </a:moveTo>
                  <a:cubicBezTo>
                    <a:pt x="72" y="0"/>
                    <a:pt x="0" y="72"/>
                    <a:pt x="0" y="179"/>
                  </a:cubicBezTo>
                  <a:cubicBezTo>
                    <a:pt x="0" y="274"/>
                    <a:pt x="72" y="358"/>
                    <a:pt x="179" y="358"/>
                  </a:cubicBezTo>
                  <a:cubicBezTo>
                    <a:pt x="286" y="358"/>
                    <a:pt x="357" y="274"/>
                    <a:pt x="357" y="179"/>
                  </a:cubicBezTo>
                  <a:cubicBezTo>
                    <a:pt x="357" y="84"/>
                    <a:pt x="262" y="0"/>
                    <a:pt x="17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0" name="Google Shape;1020;p23"/>
            <p:cNvSpPr/>
            <p:nvPr/>
          </p:nvSpPr>
          <p:spPr>
            <a:xfrm>
              <a:off x="4643630" y="2371656"/>
              <a:ext cx="38137" cy="38030"/>
            </a:xfrm>
            <a:custGeom>
              <a:rect b="b" l="l" r="r" t="t"/>
              <a:pathLst>
                <a:path extrusionOk="0" h="358" w="359">
                  <a:moveTo>
                    <a:pt x="180" y="0"/>
                  </a:moveTo>
                  <a:cubicBezTo>
                    <a:pt x="72" y="0"/>
                    <a:pt x="1" y="72"/>
                    <a:pt x="1" y="179"/>
                  </a:cubicBezTo>
                  <a:cubicBezTo>
                    <a:pt x="1" y="274"/>
                    <a:pt x="72" y="358"/>
                    <a:pt x="180" y="358"/>
                  </a:cubicBezTo>
                  <a:cubicBezTo>
                    <a:pt x="287" y="358"/>
                    <a:pt x="358" y="274"/>
                    <a:pt x="358" y="179"/>
                  </a:cubicBezTo>
                  <a:cubicBezTo>
                    <a:pt x="358" y="84"/>
                    <a:pt x="287" y="0"/>
                    <a:pt x="18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23"/>
            <p:cNvSpPr/>
            <p:nvPr/>
          </p:nvSpPr>
          <p:spPr>
            <a:xfrm>
              <a:off x="4742318" y="2371656"/>
              <a:ext cx="38030" cy="38030"/>
            </a:xfrm>
            <a:custGeom>
              <a:rect b="b" l="l" r="r" t="t"/>
              <a:pathLst>
                <a:path extrusionOk="0" h="358" w="358">
                  <a:moveTo>
                    <a:pt x="179" y="0"/>
                  </a:moveTo>
                  <a:cubicBezTo>
                    <a:pt x="72" y="0"/>
                    <a:pt x="1" y="72"/>
                    <a:pt x="1" y="179"/>
                  </a:cubicBezTo>
                  <a:cubicBezTo>
                    <a:pt x="1" y="274"/>
                    <a:pt x="72" y="358"/>
                    <a:pt x="179" y="358"/>
                  </a:cubicBezTo>
                  <a:cubicBezTo>
                    <a:pt x="275" y="358"/>
                    <a:pt x="358" y="274"/>
                    <a:pt x="358" y="179"/>
                  </a:cubicBezTo>
                  <a:cubicBezTo>
                    <a:pt x="358" y="84"/>
                    <a:pt x="275" y="0"/>
                    <a:pt x="17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p23"/>
            <p:cNvSpPr/>
            <p:nvPr/>
          </p:nvSpPr>
          <p:spPr>
            <a:xfrm>
              <a:off x="4839731" y="2371656"/>
              <a:ext cx="38030" cy="38030"/>
            </a:xfrm>
            <a:custGeom>
              <a:rect b="b" l="l" r="r" t="t"/>
              <a:pathLst>
                <a:path extrusionOk="0" h="358" w="358">
                  <a:moveTo>
                    <a:pt x="179" y="0"/>
                  </a:moveTo>
                  <a:cubicBezTo>
                    <a:pt x="72" y="0"/>
                    <a:pt x="0" y="72"/>
                    <a:pt x="0" y="179"/>
                  </a:cubicBezTo>
                  <a:cubicBezTo>
                    <a:pt x="0" y="274"/>
                    <a:pt x="72" y="358"/>
                    <a:pt x="179" y="358"/>
                  </a:cubicBezTo>
                  <a:cubicBezTo>
                    <a:pt x="286" y="358"/>
                    <a:pt x="358" y="274"/>
                    <a:pt x="358" y="179"/>
                  </a:cubicBezTo>
                  <a:cubicBezTo>
                    <a:pt x="358" y="84"/>
                    <a:pt x="274" y="0"/>
                    <a:pt x="17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23"/>
            <p:cNvSpPr/>
            <p:nvPr/>
          </p:nvSpPr>
          <p:spPr>
            <a:xfrm>
              <a:off x="4252810" y="2482985"/>
              <a:ext cx="38137" cy="38030"/>
            </a:xfrm>
            <a:custGeom>
              <a:rect b="b" l="l" r="r" t="t"/>
              <a:pathLst>
                <a:path extrusionOk="0" h="358" w="359">
                  <a:moveTo>
                    <a:pt x="180" y="0"/>
                  </a:moveTo>
                  <a:cubicBezTo>
                    <a:pt x="84" y="0"/>
                    <a:pt x="1" y="72"/>
                    <a:pt x="1" y="179"/>
                  </a:cubicBezTo>
                  <a:cubicBezTo>
                    <a:pt x="1" y="286"/>
                    <a:pt x="84" y="357"/>
                    <a:pt x="180" y="357"/>
                  </a:cubicBezTo>
                  <a:cubicBezTo>
                    <a:pt x="287" y="357"/>
                    <a:pt x="358" y="286"/>
                    <a:pt x="358" y="179"/>
                  </a:cubicBezTo>
                  <a:cubicBezTo>
                    <a:pt x="358" y="84"/>
                    <a:pt x="287" y="0"/>
                    <a:pt x="18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23"/>
            <p:cNvSpPr/>
            <p:nvPr/>
          </p:nvSpPr>
          <p:spPr>
            <a:xfrm>
              <a:off x="4351498" y="2482985"/>
              <a:ext cx="38030" cy="38030"/>
            </a:xfrm>
            <a:custGeom>
              <a:rect b="b" l="l" r="r" t="t"/>
              <a:pathLst>
                <a:path extrusionOk="0" h="358" w="358">
                  <a:moveTo>
                    <a:pt x="179" y="0"/>
                  </a:moveTo>
                  <a:cubicBezTo>
                    <a:pt x="72" y="0"/>
                    <a:pt x="1" y="72"/>
                    <a:pt x="1" y="179"/>
                  </a:cubicBezTo>
                  <a:cubicBezTo>
                    <a:pt x="1" y="286"/>
                    <a:pt x="72" y="357"/>
                    <a:pt x="179" y="357"/>
                  </a:cubicBezTo>
                  <a:cubicBezTo>
                    <a:pt x="286" y="357"/>
                    <a:pt x="358" y="286"/>
                    <a:pt x="358" y="179"/>
                  </a:cubicBezTo>
                  <a:cubicBezTo>
                    <a:pt x="358" y="84"/>
                    <a:pt x="286" y="0"/>
                    <a:pt x="17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5" name="Google Shape;1025;p23"/>
            <p:cNvSpPr/>
            <p:nvPr/>
          </p:nvSpPr>
          <p:spPr>
            <a:xfrm>
              <a:off x="4448911" y="2482985"/>
              <a:ext cx="38030" cy="38030"/>
            </a:xfrm>
            <a:custGeom>
              <a:rect b="b" l="l" r="r" t="t"/>
              <a:pathLst>
                <a:path extrusionOk="0" h="358" w="358">
                  <a:moveTo>
                    <a:pt x="179" y="0"/>
                  </a:moveTo>
                  <a:cubicBezTo>
                    <a:pt x="84" y="0"/>
                    <a:pt x="0" y="72"/>
                    <a:pt x="0" y="179"/>
                  </a:cubicBezTo>
                  <a:cubicBezTo>
                    <a:pt x="0" y="286"/>
                    <a:pt x="84" y="357"/>
                    <a:pt x="179" y="357"/>
                  </a:cubicBezTo>
                  <a:cubicBezTo>
                    <a:pt x="286" y="357"/>
                    <a:pt x="358" y="286"/>
                    <a:pt x="358" y="179"/>
                  </a:cubicBezTo>
                  <a:cubicBezTo>
                    <a:pt x="358" y="84"/>
                    <a:pt x="286" y="0"/>
                    <a:pt x="17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23"/>
            <p:cNvSpPr/>
            <p:nvPr/>
          </p:nvSpPr>
          <p:spPr>
            <a:xfrm>
              <a:off x="4547599" y="2482985"/>
              <a:ext cx="38030" cy="38030"/>
            </a:xfrm>
            <a:custGeom>
              <a:rect b="b" l="l" r="r" t="t"/>
              <a:pathLst>
                <a:path extrusionOk="0" h="358" w="358">
                  <a:moveTo>
                    <a:pt x="179" y="0"/>
                  </a:moveTo>
                  <a:cubicBezTo>
                    <a:pt x="72" y="0"/>
                    <a:pt x="0" y="72"/>
                    <a:pt x="0" y="179"/>
                  </a:cubicBezTo>
                  <a:cubicBezTo>
                    <a:pt x="0" y="286"/>
                    <a:pt x="72" y="357"/>
                    <a:pt x="179" y="357"/>
                  </a:cubicBezTo>
                  <a:cubicBezTo>
                    <a:pt x="286" y="357"/>
                    <a:pt x="357" y="286"/>
                    <a:pt x="357" y="179"/>
                  </a:cubicBezTo>
                  <a:cubicBezTo>
                    <a:pt x="357" y="84"/>
                    <a:pt x="262" y="0"/>
                    <a:pt x="17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7" name="Google Shape;1027;p23"/>
            <p:cNvSpPr/>
            <p:nvPr/>
          </p:nvSpPr>
          <p:spPr>
            <a:xfrm>
              <a:off x="4643630" y="2482985"/>
              <a:ext cx="38137" cy="38030"/>
            </a:xfrm>
            <a:custGeom>
              <a:rect b="b" l="l" r="r" t="t"/>
              <a:pathLst>
                <a:path extrusionOk="0" h="358" w="359">
                  <a:moveTo>
                    <a:pt x="180" y="0"/>
                  </a:moveTo>
                  <a:cubicBezTo>
                    <a:pt x="72" y="0"/>
                    <a:pt x="1" y="72"/>
                    <a:pt x="1" y="179"/>
                  </a:cubicBezTo>
                  <a:cubicBezTo>
                    <a:pt x="1" y="286"/>
                    <a:pt x="72" y="357"/>
                    <a:pt x="180" y="357"/>
                  </a:cubicBezTo>
                  <a:cubicBezTo>
                    <a:pt x="287" y="357"/>
                    <a:pt x="358" y="286"/>
                    <a:pt x="358" y="179"/>
                  </a:cubicBezTo>
                  <a:cubicBezTo>
                    <a:pt x="358" y="84"/>
                    <a:pt x="287" y="0"/>
                    <a:pt x="18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p23"/>
            <p:cNvSpPr/>
            <p:nvPr/>
          </p:nvSpPr>
          <p:spPr>
            <a:xfrm>
              <a:off x="4742318" y="2482985"/>
              <a:ext cx="38030" cy="38030"/>
            </a:xfrm>
            <a:custGeom>
              <a:rect b="b" l="l" r="r" t="t"/>
              <a:pathLst>
                <a:path extrusionOk="0" h="358" w="358">
                  <a:moveTo>
                    <a:pt x="179" y="0"/>
                  </a:moveTo>
                  <a:cubicBezTo>
                    <a:pt x="72" y="0"/>
                    <a:pt x="1" y="72"/>
                    <a:pt x="1" y="179"/>
                  </a:cubicBezTo>
                  <a:cubicBezTo>
                    <a:pt x="1" y="286"/>
                    <a:pt x="72" y="357"/>
                    <a:pt x="179" y="357"/>
                  </a:cubicBezTo>
                  <a:cubicBezTo>
                    <a:pt x="275" y="357"/>
                    <a:pt x="358" y="286"/>
                    <a:pt x="358" y="179"/>
                  </a:cubicBezTo>
                  <a:cubicBezTo>
                    <a:pt x="358" y="84"/>
                    <a:pt x="275" y="0"/>
                    <a:pt x="17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9" name="Google Shape;1029;p23"/>
            <p:cNvSpPr/>
            <p:nvPr/>
          </p:nvSpPr>
          <p:spPr>
            <a:xfrm>
              <a:off x="4839731" y="2482985"/>
              <a:ext cx="38030" cy="38030"/>
            </a:xfrm>
            <a:custGeom>
              <a:rect b="b" l="l" r="r" t="t"/>
              <a:pathLst>
                <a:path extrusionOk="0" h="358" w="358">
                  <a:moveTo>
                    <a:pt x="179" y="0"/>
                  </a:moveTo>
                  <a:cubicBezTo>
                    <a:pt x="72" y="0"/>
                    <a:pt x="0" y="72"/>
                    <a:pt x="0" y="179"/>
                  </a:cubicBezTo>
                  <a:cubicBezTo>
                    <a:pt x="0" y="286"/>
                    <a:pt x="72" y="357"/>
                    <a:pt x="179" y="357"/>
                  </a:cubicBezTo>
                  <a:cubicBezTo>
                    <a:pt x="286" y="357"/>
                    <a:pt x="358" y="286"/>
                    <a:pt x="358" y="179"/>
                  </a:cubicBezTo>
                  <a:cubicBezTo>
                    <a:pt x="358" y="84"/>
                    <a:pt x="274" y="0"/>
                    <a:pt x="17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0" name="Google Shape;1030;p23"/>
            <p:cNvSpPr/>
            <p:nvPr/>
          </p:nvSpPr>
          <p:spPr>
            <a:xfrm>
              <a:off x="4252810" y="2595483"/>
              <a:ext cx="38137" cy="38137"/>
            </a:xfrm>
            <a:custGeom>
              <a:rect b="b" l="l" r="r" t="t"/>
              <a:pathLst>
                <a:path extrusionOk="0" h="359" w="359">
                  <a:moveTo>
                    <a:pt x="180" y="1"/>
                  </a:moveTo>
                  <a:cubicBezTo>
                    <a:pt x="84" y="1"/>
                    <a:pt x="1" y="72"/>
                    <a:pt x="1" y="179"/>
                  </a:cubicBezTo>
                  <a:cubicBezTo>
                    <a:pt x="1" y="287"/>
                    <a:pt x="84" y="358"/>
                    <a:pt x="180" y="358"/>
                  </a:cubicBezTo>
                  <a:cubicBezTo>
                    <a:pt x="287" y="358"/>
                    <a:pt x="358" y="287"/>
                    <a:pt x="358" y="179"/>
                  </a:cubicBezTo>
                  <a:cubicBezTo>
                    <a:pt x="358" y="72"/>
                    <a:pt x="287" y="1"/>
                    <a:pt x="18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1" name="Google Shape;1031;p23"/>
            <p:cNvSpPr/>
            <p:nvPr/>
          </p:nvSpPr>
          <p:spPr>
            <a:xfrm>
              <a:off x="4351498" y="2595483"/>
              <a:ext cx="38030" cy="38137"/>
            </a:xfrm>
            <a:custGeom>
              <a:rect b="b" l="l" r="r" t="t"/>
              <a:pathLst>
                <a:path extrusionOk="0" h="359" w="358">
                  <a:moveTo>
                    <a:pt x="179" y="1"/>
                  </a:moveTo>
                  <a:cubicBezTo>
                    <a:pt x="72" y="1"/>
                    <a:pt x="1" y="72"/>
                    <a:pt x="1" y="179"/>
                  </a:cubicBezTo>
                  <a:cubicBezTo>
                    <a:pt x="1" y="287"/>
                    <a:pt x="72" y="358"/>
                    <a:pt x="179" y="358"/>
                  </a:cubicBezTo>
                  <a:cubicBezTo>
                    <a:pt x="286" y="358"/>
                    <a:pt x="358" y="287"/>
                    <a:pt x="358" y="179"/>
                  </a:cubicBezTo>
                  <a:cubicBezTo>
                    <a:pt x="358" y="72"/>
                    <a:pt x="286" y="1"/>
                    <a:pt x="17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23"/>
            <p:cNvSpPr/>
            <p:nvPr/>
          </p:nvSpPr>
          <p:spPr>
            <a:xfrm>
              <a:off x="4448911" y="2595483"/>
              <a:ext cx="38030" cy="38137"/>
            </a:xfrm>
            <a:custGeom>
              <a:rect b="b" l="l" r="r" t="t"/>
              <a:pathLst>
                <a:path extrusionOk="0" h="359" w="358">
                  <a:moveTo>
                    <a:pt x="179" y="1"/>
                  </a:moveTo>
                  <a:cubicBezTo>
                    <a:pt x="84" y="1"/>
                    <a:pt x="0" y="72"/>
                    <a:pt x="0" y="179"/>
                  </a:cubicBezTo>
                  <a:cubicBezTo>
                    <a:pt x="0" y="287"/>
                    <a:pt x="84" y="358"/>
                    <a:pt x="179" y="358"/>
                  </a:cubicBezTo>
                  <a:cubicBezTo>
                    <a:pt x="286" y="358"/>
                    <a:pt x="358" y="287"/>
                    <a:pt x="358" y="179"/>
                  </a:cubicBezTo>
                  <a:cubicBezTo>
                    <a:pt x="358" y="72"/>
                    <a:pt x="286" y="1"/>
                    <a:pt x="17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3" name="Google Shape;1033;p23"/>
            <p:cNvSpPr/>
            <p:nvPr/>
          </p:nvSpPr>
          <p:spPr>
            <a:xfrm>
              <a:off x="4547599" y="2595483"/>
              <a:ext cx="38030" cy="38137"/>
            </a:xfrm>
            <a:custGeom>
              <a:rect b="b" l="l" r="r" t="t"/>
              <a:pathLst>
                <a:path extrusionOk="0" h="359" w="358">
                  <a:moveTo>
                    <a:pt x="179" y="1"/>
                  </a:moveTo>
                  <a:cubicBezTo>
                    <a:pt x="72" y="1"/>
                    <a:pt x="0" y="72"/>
                    <a:pt x="0" y="179"/>
                  </a:cubicBezTo>
                  <a:cubicBezTo>
                    <a:pt x="0" y="287"/>
                    <a:pt x="72" y="358"/>
                    <a:pt x="179" y="358"/>
                  </a:cubicBezTo>
                  <a:cubicBezTo>
                    <a:pt x="286" y="358"/>
                    <a:pt x="357" y="287"/>
                    <a:pt x="357" y="179"/>
                  </a:cubicBezTo>
                  <a:cubicBezTo>
                    <a:pt x="357" y="72"/>
                    <a:pt x="262" y="1"/>
                    <a:pt x="17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4" name="Google Shape;1034;p23"/>
            <p:cNvSpPr/>
            <p:nvPr/>
          </p:nvSpPr>
          <p:spPr>
            <a:xfrm>
              <a:off x="4643630" y="2595483"/>
              <a:ext cx="38137" cy="38137"/>
            </a:xfrm>
            <a:custGeom>
              <a:rect b="b" l="l" r="r" t="t"/>
              <a:pathLst>
                <a:path extrusionOk="0" h="359" w="359">
                  <a:moveTo>
                    <a:pt x="180" y="1"/>
                  </a:moveTo>
                  <a:cubicBezTo>
                    <a:pt x="72" y="1"/>
                    <a:pt x="1" y="72"/>
                    <a:pt x="1" y="179"/>
                  </a:cubicBezTo>
                  <a:cubicBezTo>
                    <a:pt x="1" y="287"/>
                    <a:pt x="72" y="358"/>
                    <a:pt x="180" y="358"/>
                  </a:cubicBezTo>
                  <a:cubicBezTo>
                    <a:pt x="287" y="358"/>
                    <a:pt x="358" y="287"/>
                    <a:pt x="358" y="179"/>
                  </a:cubicBezTo>
                  <a:cubicBezTo>
                    <a:pt x="358" y="72"/>
                    <a:pt x="287" y="1"/>
                    <a:pt x="18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5" name="Google Shape;1035;p23"/>
            <p:cNvSpPr/>
            <p:nvPr/>
          </p:nvSpPr>
          <p:spPr>
            <a:xfrm>
              <a:off x="4742318" y="2595483"/>
              <a:ext cx="38030" cy="38137"/>
            </a:xfrm>
            <a:custGeom>
              <a:rect b="b" l="l" r="r" t="t"/>
              <a:pathLst>
                <a:path extrusionOk="0" h="359" w="358">
                  <a:moveTo>
                    <a:pt x="179" y="1"/>
                  </a:moveTo>
                  <a:cubicBezTo>
                    <a:pt x="72" y="1"/>
                    <a:pt x="1" y="72"/>
                    <a:pt x="1" y="179"/>
                  </a:cubicBezTo>
                  <a:cubicBezTo>
                    <a:pt x="1" y="287"/>
                    <a:pt x="72" y="358"/>
                    <a:pt x="179" y="358"/>
                  </a:cubicBezTo>
                  <a:cubicBezTo>
                    <a:pt x="275" y="358"/>
                    <a:pt x="358" y="287"/>
                    <a:pt x="358" y="179"/>
                  </a:cubicBezTo>
                  <a:cubicBezTo>
                    <a:pt x="358" y="72"/>
                    <a:pt x="275" y="1"/>
                    <a:pt x="17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p23"/>
            <p:cNvSpPr/>
            <p:nvPr/>
          </p:nvSpPr>
          <p:spPr>
            <a:xfrm>
              <a:off x="4839731" y="2595483"/>
              <a:ext cx="38030" cy="38137"/>
            </a:xfrm>
            <a:custGeom>
              <a:rect b="b" l="l" r="r" t="t"/>
              <a:pathLst>
                <a:path extrusionOk="0" h="359" w="358">
                  <a:moveTo>
                    <a:pt x="179" y="1"/>
                  </a:moveTo>
                  <a:cubicBezTo>
                    <a:pt x="72" y="1"/>
                    <a:pt x="0" y="72"/>
                    <a:pt x="0" y="179"/>
                  </a:cubicBezTo>
                  <a:cubicBezTo>
                    <a:pt x="0" y="287"/>
                    <a:pt x="72" y="358"/>
                    <a:pt x="179" y="358"/>
                  </a:cubicBezTo>
                  <a:cubicBezTo>
                    <a:pt x="286" y="358"/>
                    <a:pt x="358" y="287"/>
                    <a:pt x="358" y="179"/>
                  </a:cubicBezTo>
                  <a:cubicBezTo>
                    <a:pt x="358" y="72"/>
                    <a:pt x="274" y="1"/>
                    <a:pt x="17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_1_1_1_1_1_1">
    <p:spTree>
      <p:nvGrpSpPr>
        <p:cNvPr id="1037" name="Shape 1037"/>
        <p:cNvGrpSpPr/>
        <p:nvPr/>
      </p:nvGrpSpPr>
      <p:grpSpPr>
        <a:xfrm>
          <a:off x="0" y="0"/>
          <a:ext cx="0" cy="0"/>
          <a:chOff x="0" y="0"/>
          <a:chExt cx="0" cy="0"/>
        </a:xfrm>
      </p:grpSpPr>
      <p:grpSp>
        <p:nvGrpSpPr>
          <p:cNvPr id="1038" name="Google Shape;1038;p24"/>
          <p:cNvGrpSpPr/>
          <p:nvPr/>
        </p:nvGrpSpPr>
        <p:grpSpPr>
          <a:xfrm>
            <a:off x="715097" y="4608489"/>
            <a:ext cx="1105788" cy="1058857"/>
            <a:chOff x="4252810" y="2035226"/>
            <a:chExt cx="624951" cy="598394"/>
          </a:xfrm>
        </p:grpSpPr>
        <p:sp>
          <p:nvSpPr>
            <p:cNvPr id="1039" name="Google Shape;1039;p24"/>
            <p:cNvSpPr/>
            <p:nvPr/>
          </p:nvSpPr>
          <p:spPr>
            <a:xfrm>
              <a:off x="4252810" y="2035226"/>
              <a:ext cx="38137" cy="39305"/>
            </a:xfrm>
            <a:custGeom>
              <a:rect b="b" l="l" r="r" t="t"/>
              <a:pathLst>
                <a:path extrusionOk="0" h="370" w="359">
                  <a:moveTo>
                    <a:pt x="180" y="0"/>
                  </a:moveTo>
                  <a:cubicBezTo>
                    <a:pt x="84" y="0"/>
                    <a:pt x="1" y="84"/>
                    <a:pt x="1" y="191"/>
                  </a:cubicBezTo>
                  <a:cubicBezTo>
                    <a:pt x="1" y="286"/>
                    <a:pt x="84" y="369"/>
                    <a:pt x="180" y="369"/>
                  </a:cubicBezTo>
                  <a:cubicBezTo>
                    <a:pt x="287" y="369"/>
                    <a:pt x="358" y="286"/>
                    <a:pt x="358" y="191"/>
                  </a:cubicBezTo>
                  <a:cubicBezTo>
                    <a:pt x="358" y="96"/>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0" name="Google Shape;1040;p24"/>
            <p:cNvSpPr/>
            <p:nvPr/>
          </p:nvSpPr>
          <p:spPr>
            <a:xfrm>
              <a:off x="4351498" y="2035226"/>
              <a:ext cx="38030" cy="39305"/>
            </a:xfrm>
            <a:custGeom>
              <a:rect b="b" l="l" r="r" t="t"/>
              <a:pathLst>
                <a:path extrusionOk="0" h="370" w="358">
                  <a:moveTo>
                    <a:pt x="179" y="0"/>
                  </a:moveTo>
                  <a:cubicBezTo>
                    <a:pt x="72" y="0"/>
                    <a:pt x="1" y="84"/>
                    <a:pt x="1" y="191"/>
                  </a:cubicBezTo>
                  <a:cubicBezTo>
                    <a:pt x="1" y="286"/>
                    <a:pt x="72" y="369"/>
                    <a:pt x="179" y="369"/>
                  </a:cubicBezTo>
                  <a:cubicBezTo>
                    <a:pt x="286" y="369"/>
                    <a:pt x="358" y="286"/>
                    <a:pt x="358" y="191"/>
                  </a:cubicBezTo>
                  <a:cubicBezTo>
                    <a:pt x="358" y="96"/>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1" name="Google Shape;1041;p24"/>
            <p:cNvSpPr/>
            <p:nvPr/>
          </p:nvSpPr>
          <p:spPr>
            <a:xfrm>
              <a:off x="4448911" y="2035226"/>
              <a:ext cx="38030" cy="39305"/>
            </a:xfrm>
            <a:custGeom>
              <a:rect b="b" l="l" r="r" t="t"/>
              <a:pathLst>
                <a:path extrusionOk="0" h="370" w="358">
                  <a:moveTo>
                    <a:pt x="179" y="0"/>
                  </a:moveTo>
                  <a:cubicBezTo>
                    <a:pt x="84" y="0"/>
                    <a:pt x="0" y="84"/>
                    <a:pt x="0" y="191"/>
                  </a:cubicBezTo>
                  <a:cubicBezTo>
                    <a:pt x="0" y="286"/>
                    <a:pt x="84" y="369"/>
                    <a:pt x="179" y="369"/>
                  </a:cubicBezTo>
                  <a:cubicBezTo>
                    <a:pt x="286" y="369"/>
                    <a:pt x="358" y="286"/>
                    <a:pt x="358" y="191"/>
                  </a:cubicBezTo>
                  <a:cubicBezTo>
                    <a:pt x="358" y="96"/>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2" name="Google Shape;1042;p24"/>
            <p:cNvSpPr/>
            <p:nvPr/>
          </p:nvSpPr>
          <p:spPr>
            <a:xfrm>
              <a:off x="4547599" y="2035226"/>
              <a:ext cx="38030" cy="39305"/>
            </a:xfrm>
            <a:custGeom>
              <a:rect b="b" l="l" r="r" t="t"/>
              <a:pathLst>
                <a:path extrusionOk="0" h="370" w="358">
                  <a:moveTo>
                    <a:pt x="179" y="0"/>
                  </a:moveTo>
                  <a:cubicBezTo>
                    <a:pt x="72" y="0"/>
                    <a:pt x="0" y="84"/>
                    <a:pt x="0" y="191"/>
                  </a:cubicBezTo>
                  <a:cubicBezTo>
                    <a:pt x="0" y="286"/>
                    <a:pt x="72" y="369"/>
                    <a:pt x="179" y="369"/>
                  </a:cubicBezTo>
                  <a:cubicBezTo>
                    <a:pt x="286" y="369"/>
                    <a:pt x="357" y="286"/>
                    <a:pt x="357" y="191"/>
                  </a:cubicBezTo>
                  <a:cubicBezTo>
                    <a:pt x="357" y="96"/>
                    <a:pt x="262"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24"/>
            <p:cNvSpPr/>
            <p:nvPr/>
          </p:nvSpPr>
          <p:spPr>
            <a:xfrm>
              <a:off x="4643630" y="2035226"/>
              <a:ext cx="38137" cy="39305"/>
            </a:xfrm>
            <a:custGeom>
              <a:rect b="b" l="l" r="r" t="t"/>
              <a:pathLst>
                <a:path extrusionOk="0" h="370" w="359">
                  <a:moveTo>
                    <a:pt x="180" y="0"/>
                  </a:moveTo>
                  <a:cubicBezTo>
                    <a:pt x="72" y="0"/>
                    <a:pt x="1" y="84"/>
                    <a:pt x="1" y="191"/>
                  </a:cubicBezTo>
                  <a:cubicBezTo>
                    <a:pt x="1" y="286"/>
                    <a:pt x="72" y="369"/>
                    <a:pt x="180" y="369"/>
                  </a:cubicBezTo>
                  <a:cubicBezTo>
                    <a:pt x="287" y="369"/>
                    <a:pt x="358" y="286"/>
                    <a:pt x="358" y="191"/>
                  </a:cubicBezTo>
                  <a:cubicBezTo>
                    <a:pt x="358" y="96"/>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4" name="Google Shape;1044;p24"/>
            <p:cNvSpPr/>
            <p:nvPr/>
          </p:nvSpPr>
          <p:spPr>
            <a:xfrm>
              <a:off x="4742318" y="2035226"/>
              <a:ext cx="38030" cy="39305"/>
            </a:xfrm>
            <a:custGeom>
              <a:rect b="b" l="l" r="r" t="t"/>
              <a:pathLst>
                <a:path extrusionOk="0" h="370" w="358">
                  <a:moveTo>
                    <a:pt x="179" y="0"/>
                  </a:moveTo>
                  <a:cubicBezTo>
                    <a:pt x="72" y="0"/>
                    <a:pt x="1" y="84"/>
                    <a:pt x="1" y="191"/>
                  </a:cubicBezTo>
                  <a:cubicBezTo>
                    <a:pt x="1" y="286"/>
                    <a:pt x="72" y="369"/>
                    <a:pt x="179" y="369"/>
                  </a:cubicBezTo>
                  <a:cubicBezTo>
                    <a:pt x="275" y="369"/>
                    <a:pt x="358" y="286"/>
                    <a:pt x="358" y="191"/>
                  </a:cubicBezTo>
                  <a:cubicBezTo>
                    <a:pt x="358" y="96"/>
                    <a:pt x="275"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5" name="Google Shape;1045;p24"/>
            <p:cNvSpPr/>
            <p:nvPr/>
          </p:nvSpPr>
          <p:spPr>
            <a:xfrm>
              <a:off x="4839731" y="2035226"/>
              <a:ext cx="38030" cy="39305"/>
            </a:xfrm>
            <a:custGeom>
              <a:rect b="b" l="l" r="r" t="t"/>
              <a:pathLst>
                <a:path extrusionOk="0" h="370" w="358">
                  <a:moveTo>
                    <a:pt x="179" y="0"/>
                  </a:moveTo>
                  <a:cubicBezTo>
                    <a:pt x="72" y="0"/>
                    <a:pt x="0" y="84"/>
                    <a:pt x="0" y="191"/>
                  </a:cubicBezTo>
                  <a:cubicBezTo>
                    <a:pt x="0" y="286"/>
                    <a:pt x="72" y="369"/>
                    <a:pt x="179" y="369"/>
                  </a:cubicBezTo>
                  <a:cubicBezTo>
                    <a:pt x="286" y="369"/>
                    <a:pt x="358" y="286"/>
                    <a:pt x="358" y="191"/>
                  </a:cubicBezTo>
                  <a:cubicBezTo>
                    <a:pt x="358" y="96"/>
                    <a:pt x="274"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24"/>
            <p:cNvSpPr/>
            <p:nvPr/>
          </p:nvSpPr>
          <p:spPr>
            <a:xfrm>
              <a:off x="4252810" y="2147829"/>
              <a:ext cx="38137" cy="38030"/>
            </a:xfrm>
            <a:custGeom>
              <a:rect b="b" l="l" r="r" t="t"/>
              <a:pathLst>
                <a:path extrusionOk="0" h="358" w="359">
                  <a:moveTo>
                    <a:pt x="180" y="0"/>
                  </a:moveTo>
                  <a:cubicBezTo>
                    <a:pt x="84" y="0"/>
                    <a:pt x="1" y="83"/>
                    <a:pt x="1" y="179"/>
                  </a:cubicBezTo>
                  <a:cubicBezTo>
                    <a:pt x="1" y="286"/>
                    <a:pt x="84" y="357"/>
                    <a:pt x="180" y="357"/>
                  </a:cubicBezTo>
                  <a:cubicBezTo>
                    <a:pt x="287" y="357"/>
                    <a:pt x="358" y="286"/>
                    <a:pt x="358" y="179"/>
                  </a:cubicBezTo>
                  <a:cubicBezTo>
                    <a:pt x="358" y="83"/>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7" name="Google Shape;1047;p24"/>
            <p:cNvSpPr/>
            <p:nvPr/>
          </p:nvSpPr>
          <p:spPr>
            <a:xfrm>
              <a:off x="4351498" y="2147829"/>
              <a:ext cx="38030" cy="38030"/>
            </a:xfrm>
            <a:custGeom>
              <a:rect b="b" l="l" r="r" t="t"/>
              <a:pathLst>
                <a:path extrusionOk="0" h="358" w="358">
                  <a:moveTo>
                    <a:pt x="179" y="0"/>
                  </a:moveTo>
                  <a:cubicBezTo>
                    <a:pt x="72" y="0"/>
                    <a:pt x="1" y="83"/>
                    <a:pt x="1" y="179"/>
                  </a:cubicBezTo>
                  <a:cubicBezTo>
                    <a:pt x="1" y="286"/>
                    <a:pt x="72" y="357"/>
                    <a:pt x="179" y="357"/>
                  </a:cubicBezTo>
                  <a:cubicBezTo>
                    <a:pt x="286" y="357"/>
                    <a:pt x="358" y="286"/>
                    <a:pt x="358" y="179"/>
                  </a:cubicBezTo>
                  <a:cubicBezTo>
                    <a:pt x="358" y="83"/>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8" name="Google Shape;1048;p24"/>
            <p:cNvSpPr/>
            <p:nvPr/>
          </p:nvSpPr>
          <p:spPr>
            <a:xfrm>
              <a:off x="4448911" y="2147829"/>
              <a:ext cx="38030" cy="38030"/>
            </a:xfrm>
            <a:custGeom>
              <a:rect b="b" l="l" r="r" t="t"/>
              <a:pathLst>
                <a:path extrusionOk="0" h="358" w="358">
                  <a:moveTo>
                    <a:pt x="179" y="0"/>
                  </a:moveTo>
                  <a:cubicBezTo>
                    <a:pt x="84" y="0"/>
                    <a:pt x="0" y="83"/>
                    <a:pt x="0" y="179"/>
                  </a:cubicBezTo>
                  <a:cubicBezTo>
                    <a:pt x="0" y="286"/>
                    <a:pt x="84" y="357"/>
                    <a:pt x="179" y="357"/>
                  </a:cubicBezTo>
                  <a:cubicBezTo>
                    <a:pt x="286" y="357"/>
                    <a:pt x="358" y="286"/>
                    <a:pt x="358" y="179"/>
                  </a:cubicBezTo>
                  <a:cubicBezTo>
                    <a:pt x="358" y="83"/>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9" name="Google Shape;1049;p24"/>
            <p:cNvSpPr/>
            <p:nvPr/>
          </p:nvSpPr>
          <p:spPr>
            <a:xfrm>
              <a:off x="4547599" y="2147829"/>
              <a:ext cx="38030" cy="38030"/>
            </a:xfrm>
            <a:custGeom>
              <a:rect b="b" l="l" r="r" t="t"/>
              <a:pathLst>
                <a:path extrusionOk="0" h="358" w="358">
                  <a:moveTo>
                    <a:pt x="179" y="0"/>
                  </a:moveTo>
                  <a:cubicBezTo>
                    <a:pt x="72" y="0"/>
                    <a:pt x="0" y="83"/>
                    <a:pt x="0" y="179"/>
                  </a:cubicBezTo>
                  <a:cubicBezTo>
                    <a:pt x="0" y="286"/>
                    <a:pt x="72" y="357"/>
                    <a:pt x="179" y="357"/>
                  </a:cubicBezTo>
                  <a:cubicBezTo>
                    <a:pt x="286" y="357"/>
                    <a:pt x="357" y="286"/>
                    <a:pt x="357" y="179"/>
                  </a:cubicBezTo>
                  <a:cubicBezTo>
                    <a:pt x="357" y="83"/>
                    <a:pt x="262"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p24"/>
            <p:cNvSpPr/>
            <p:nvPr/>
          </p:nvSpPr>
          <p:spPr>
            <a:xfrm>
              <a:off x="4643630" y="2147829"/>
              <a:ext cx="38137" cy="38030"/>
            </a:xfrm>
            <a:custGeom>
              <a:rect b="b" l="l" r="r" t="t"/>
              <a:pathLst>
                <a:path extrusionOk="0" h="358" w="359">
                  <a:moveTo>
                    <a:pt x="180" y="0"/>
                  </a:moveTo>
                  <a:cubicBezTo>
                    <a:pt x="72" y="0"/>
                    <a:pt x="1" y="83"/>
                    <a:pt x="1" y="179"/>
                  </a:cubicBezTo>
                  <a:cubicBezTo>
                    <a:pt x="1" y="286"/>
                    <a:pt x="72" y="357"/>
                    <a:pt x="180" y="357"/>
                  </a:cubicBezTo>
                  <a:cubicBezTo>
                    <a:pt x="287" y="357"/>
                    <a:pt x="358" y="286"/>
                    <a:pt x="358" y="179"/>
                  </a:cubicBezTo>
                  <a:cubicBezTo>
                    <a:pt x="358" y="83"/>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1" name="Google Shape;1051;p24"/>
            <p:cNvSpPr/>
            <p:nvPr/>
          </p:nvSpPr>
          <p:spPr>
            <a:xfrm>
              <a:off x="4742318" y="2147829"/>
              <a:ext cx="38030" cy="38030"/>
            </a:xfrm>
            <a:custGeom>
              <a:rect b="b" l="l" r="r" t="t"/>
              <a:pathLst>
                <a:path extrusionOk="0" h="358" w="358">
                  <a:moveTo>
                    <a:pt x="179" y="0"/>
                  </a:moveTo>
                  <a:cubicBezTo>
                    <a:pt x="72" y="0"/>
                    <a:pt x="1" y="83"/>
                    <a:pt x="1" y="179"/>
                  </a:cubicBezTo>
                  <a:cubicBezTo>
                    <a:pt x="1" y="286"/>
                    <a:pt x="72" y="357"/>
                    <a:pt x="179" y="357"/>
                  </a:cubicBezTo>
                  <a:cubicBezTo>
                    <a:pt x="275" y="357"/>
                    <a:pt x="358" y="286"/>
                    <a:pt x="358" y="179"/>
                  </a:cubicBezTo>
                  <a:cubicBezTo>
                    <a:pt x="358" y="83"/>
                    <a:pt x="275"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2" name="Google Shape;1052;p24"/>
            <p:cNvSpPr/>
            <p:nvPr/>
          </p:nvSpPr>
          <p:spPr>
            <a:xfrm>
              <a:off x="4839731" y="2147829"/>
              <a:ext cx="38030" cy="38030"/>
            </a:xfrm>
            <a:custGeom>
              <a:rect b="b" l="l" r="r" t="t"/>
              <a:pathLst>
                <a:path extrusionOk="0" h="358" w="358">
                  <a:moveTo>
                    <a:pt x="179" y="0"/>
                  </a:moveTo>
                  <a:cubicBezTo>
                    <a:pt x="72" y="0"/>
                    <a:pt x="0" y="83"/>
                    <a:pt x="0" y="179"/>
                  </a:cubicBezTo>
                  <a:cubicBezTo>
                    <a:pt x="0" y="286"/>
                    <a:pt x="72" y="357"/>
                    <a:pt x="179" y="357"/>
                  </a:cubicBezTo>
                  <a:cubicBezTo>
                    <a:pt x="286" y="357"/>
                    <a:pt x="358" y="286"/>
                    <a:pt x="358" y="179"/>
                  </a:cubicBezTo>
                  <a:cubicBezTo>
                    <a:pt x="358" y="83"/>
                    <a:pt x="274"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3" name="Google Shape;1053;p24"/>
            <p:cNvSpPr/>
            <p:nvPr/>
          </p:nvSpPr>
          <p:spPr>
            <a:xfrm>
              <a:off x="4252810" y="2260327"/>
              <a:ext cx="38137" cy="38030"/>
            </a:xfrm>
            <a:custGeom>
              <a:rect b="b" l="l" r="r" t="t"/>
              <a:pathLst>
                <a:path extrusionOk="0" h="358" w="359">
                  <a:moveTo>
                    <a:pt x="180" y="1"/>
                  </a:moveTo>
                  <a:cubicBezTo>
                    <a:pt x="84" y="1"/>
                    <a:pt x="1" y="72"/>
                    <a:pt x="1" y="179"/>
                  </a:cubicBezTo>
                  <a:cubicBezTo>
                    <a:pt x="1" y="286"/>
                    <a:pt x="84" y="358"/>
                    <a:pt x="180" y="358"/>
                  </a:cubicBezTo>
                  <a:cubicBezTo>
                    <a:pt x="287" y="358"/>
                    <a:pt x="358" y="286"/>
                    <a:pt x="358" y="179"/>
                  </a:cubicBezTo>
                  <a:cubicBezTo>
                    <a:pt x="358" y="72"/>
                    <a:pt x="287" y="1"/>
                    <a:pt x="1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4" name="Google Shape;1054;p24"/>
            <p:cNvSpPr/>
            <p:nvPr/>
          </p:nvSpPr>
          <p:spPr>
            <a:xfrm>
              <a:off x="4351498" y="2260327"/>
              <a:ext cx="38030" cy="38030"/>
            </a:xfrm>
            <a:custGeom>
              <a:rect b="b" l="l" r="r" t="t"/>
              <a:pathLst>
                <a:path extrusionOk="0" h="358" w="358">
                  <a:moveTo>
                    <a:pt x="179" y="1"/>
                  </a:moveTo>
                  <a:cubicBezTo>
                    <a:pt x="72" y="1"/>
                    <a:pt x="1" y="72"/>
                    <a:pt x="1" y="179"/>
                  </a:cubicBezTo>
                  <a:cubicBezTo>
                    <a:pt x="1" y="286"/>
                    <a:pt x="72" y="358"/>
                    <a:pt x="179" y="358"/>
                  </a:cubicBezTo>
                  <a:cubicBezTo>
                    <a:pt x="286" y="358"/>
                    <a:pt x="358" y="286"/>
                    <a:pt x="358" y="179"/>
                  </a:cubicBezTo>
                  <a:cubicBezTo>
                    <a:pt x="358" y="72"/>
                    <a:pt x="286"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5" name="Google Shape;1055;p24"/>
            <p:cNvSpPr/>
            <p:nvPr/>
          </p:nvSpPr>
          <p:spPr>
            <a:xfrm>
              <a:off x="4448911" y="2260327"/>
              <a:ext cx="38030" cy="38030"/>
            </a:xfrm>
            <a:custGeom>
              <a:rect b="b" l="l" r="r" t="t"/>
              <a:pathLst>
                <a:path extrusionOk="0" h="358" w="358">
                  <a:moveTo>
                    <a:pt x="179" y="1"/>
                  </a:moveTo>
                  <a:cubicBezTo>
                    <a:pt x="84" y="1"/>
                    <a:pt x="0" y="72"/>
                    <a:pt x="0" y="179"/>
                  </a:cubicBezTo>
                  <a:cubicBezTo>
                    <a:pt x="0" y="286"/>
                    <a:pt x="84" y="358"/>
                    <a:pt x="179" y="358"/>
                  </a:cubicBezTo>
                  <a:cubicBezTo>
                    <a:pt x="286" y="358"/>
                    <a:pt x="358" y="286"/>
                    <a:pt x="358" y="179"/>
                  </a:cubicBezTo>
                  <a:cubicBezTo>
                    <a:pt x="358" y="72"/>
                    <a:pt x="286"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6" name="Google Shape;1056;p24"/>
            <p:cNvSpPr/>
            <p:nvPr/>
          </p:nvSpPr>
          <p:spPr>
            <a:xfrm>
              <a:off x="4547599" y="2260327"/>
              <a:ext cx="38030" cy="38030"/>
            </a:xfrm>
            <a:custGeom>
              <a:rect b="b" l="l" r="r" t="t"/>
              <a:pathLst>
                <a:path extrusionOk="0" h="358" w="358">
                  <a:moveTo>
                    <a:pt x="179" y="1"/>
                  </a:moveTo>
                  <a:cubicBezTo>
                    <a:pt x="72" y="1"/>
                    <a:pt x="0" y="72"/>
                    <a:pt x="0" y="179"/>
                  </a:cubicBezTo>
                  <a:cubicBezTo>
                    <a:pt x="0" y="286"/>
                    <a:pt x="72" y="358"/>
                    <a:pt x="179" y="358"/>
                  </a:cubicBezTo>
                  <a:cubicBezTo>
                    <a:pt x="286" y="358"/>
                    <a:pt x="357" y="286"/>
                    <a:pt x="357" y="179"/>
                  </a:cubicBezTo>
                  <a:cubicBezTo>
                    <a:pt x="357" y="72"/>
                    <a:pt x="262"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7" name="Google Shape;1057;p24"/>
            <p:cNvSpPr/>
            <p:nvPr/>
          </p:nvSpPr>
          <p:spPr>
            <a:xfrm>
              <a:off x="4643630" y="2260327"/>
              <a:ext cx="38137" cy="38030"/>
            </a:xfrm>
            <a:custGeom>
              <a:rect b="b" l="l" r="r" t="t"/>
              <a:pathLst>
                <a:path extrusionOk="0" h="358" w="359">
                  <a:moveTo>
                    <a:pt x="180" y="1"/>
                  </a:moveTo>
                  <a:cubicBezTo>
                    <a:pt x="72" y="1"/>
                    <a:pt x="1" y="72"/>
                    <a:pt x="1" y="179"/>
                  </a:cubicBezTo>
                  <a:cubicBezTo>
                    <a:pt x="1" y="286"/>
                    <a:pt x="72" y="358"/>
                    <a:pt x="180" y="358"/>
                  </a:cubicBezTo>
                  <a:cubicBezTo>
                    <a:pt x="287" y="358"/>
                    <a:pt x="358" y="286"/>
                    <a:pt x="358" y="179"/>
                  </a:cubicBezTo>
                  <a:cubicBezTo>
                    <a:pt x="358" y="72"/>
                    <a:pt x="287" y="1"/>
                    <a:pt x="1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8" name="Google Shape;1058;p24"/>
            <p:cNvSpPr/>
            <p:nvPr/>
          </p:nvSpPr>
          <p:spPr>
            <a:xfrm>
              <a:off x="4742318" y="2260327"/>
              <a:ext cx="38030" cy="38030"/>
            </a:xfrm>
            <a:custGeom>
              <a:rect b="b" l="l" r="r" t="t"/>
              <a:pathLst>
                <a:path extrusionOk="0" h="358" w="358">
                  <a:moveTo>
                    <a:pt x="179" y="1"/>
                  </a:moveTo>
                  <a:cubicBezTo>
                    <a:pt x="72" y="1"/>
                    <a:pt x="1" y="72"/>
                    <a:pt x="1" y="179"/>
                  </a:cubicBezTo>
                  <a:cubicBezTo>
                    <a:pt x="1" y="286"/>
                    <a:pt x="72" y="358"/>
                    <a:pt x="179" y="358"/>
                  </a:cubicBezTo>
                  <a:cubicBezTo>
                    <a:pt x="275" y="358"/>
                    <a:pt x="358" y="286"/>
                    <a:pt x="358" y="179"/>
                  </a:cubicBezTo>
                  <a:cubicBezTo>
                    <a:pt x="358" y="72"/>
                    <a:pt x="275"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9" name="Google Shape;1059;p24"/>
            <p:cNvSpPr/>
            <p:nvPr/>
          </p:nvSpPr>
          <p:spPr>
            <a:xfrm>
              <a:off x="4839731" y="2260327"/>
              <a:ext cx="38030" cy="38030"/>
            </a:xfrm>
            <a:custGeom>
              <a:rect b="b" l="l" r="r" t="t"/>
              <a:pathLst>
                <a:path extrusionOk="0" h="358" w="358">
                  <a:moveTo>
                    <a:pt x="179" y="1"/>
                  </a:moveTo>
                  <a:cubicBezTo>
                    <a:pt x="72" y="1"/>
                    <a:pt x="0" y="72"/>
                    <a:pt x="0" y="179"/>
                  </a:cubicBezTo>
                  <a:cubicBezTo>
                    <a:pt x="0" y="286"/>
                    <a:pt x="72" y="358"/>
                    <a:pt x="179" y="358"/>
                  </a:cubicBezTo>
                  <a:cubicBezTo>
                    <a:pt x="286" y="358"/>
                    <a:pt x="358" y="286"/>
                    <a:pt x="358" y="179"/>
                  </a:cubicBezTo>
                  <a:cubicBezTo>
                    <a:pt x="358" y="72"/>
                    <a:pt x="274"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0" name="Google Shape;1060;p24"/>
            <p:cNvSpPr/>
            <p:nvPr/>
          </p:nvSpPr>
          <p:spPr>
            <a:xfrm>
              <a:off x="4252810" y="2371656"/>
              <a:ext cx="38137" cy="38030"/>
            </a:xfrm>
            <a:custGeom>
              <a:rect b="b" l="l" r="r" t="t"/>
              <a:pathLst>
                <a:path extrusionOk="0" h="358" w="359">
                  <a:moveTo>
                    <a:pt x="180" y="0"/>
                  </a:moveTo>
                  <a:cubicBezTo>
                    <a:pt x="84" y="0"/>
                    <a:pt x="1" y="72"/>
                    <a:pt x="1" y="179"/>
                  </a:cubicBezTo>
                  <a:cubicBezTo>
                    <a:pt x="1" y="274"/>
                    <a:pt x="84" y="358"/>
                    <a:pt x="180" y="358"/>
                  </a:cubicBezTo>
                  <a:cubicBezTo>
                    <a:pt x="287" y="358"/>
                    <a:pt x="358" y="274"/>
                    <a:pt x="358" y="179"/>
                  </a:cubicBezTo>
                  <a:cubicBezTo>
                    <a:pt x="358" y="84"/>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1" name="Google Shape;1061;p24"/>
            <p:cNvSpPr/>
            <p:nvPr/>
          </p:nvSpPr>
          <p:spPr>
            <a:xfrm>
              <a:off x="4351498" y="2371656"/>
              <a:ext cx="38030" cy="38030"/>
            </a:xfrm>
            <a:custGeom>
              <a:rect b="b" l="l" r="r" t="t"/>
              <a:pathLst>
                <a:path extrusionOk="0" h="358" w="358">
                  <a:moveTo>
                    <a:pt x="179" y="0"/>
                  </a:moveTo>
                  <a:cubicBezTo>
                    <a:pt x="72" y="0"/>
                    <a:pt x="1" y="72"/>
                    <a:pt x="1" y="179"/>
                  </a:cubicBezTo>
                  <a:cubicBezTo>
                    <a:pt x="1" y="274"/>
                    <a:pt x="72" y="358"/>
                    <a:pt x="179" y="358"/>
                  </a:cubicBezTo>
                  <a:cubicBezTo>
                    <a:pt x="286" y="358"/>
                    <a:pt x="358" y="274"/>
                    <a:pt x="358" y="179"/>
                  </a:cubicBezTo>
                  <a:cubicBezTo>
                    <a:pt x="358" y="84"/>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2" name="Google Shape;1062;p24"/>
            <p:cNvSpPr/>
            <p:nvPr/>
          </p:nvSpPr>
          <p:spPr>
            <a:xfrm>
              <a:off x="4448911" y="2371656"/>
              <a:ext cx="38030" cy="38030"/>
            </a:xfrm>
            <a:custGeom>
              <a:rect b="b" l="l" r="r" t="t"/>
              <a:pathLst>
                <a:path extrusionOk="0" h="358" w="358">
                  <a:moveTo>
                    <a:pt x="179" y="0"/>
                  </a:moveTo>
                  <a:cubicBezTo>
                    <a:pt x="84" y="0"/>
                    <a:pt x="0" y="72"/>
                    <a:pt x="0" y="179"/>
                  </a:cubicBezTo>
                  <a:cubicBezTo>
                    <a:pt x="0" y="274"/>
                    <a:pt x="84" y="358"/>
                    <a:pt x="179" y="358"/>
                  </a:cubicBezTo>
                  <a:cubicBezTo>
                    <a:pt x="286" y="358"/>
                    <a:pt x="358" y="274"/>
                    <a:pt x="358" y="179"/>
                  </a:cubicBezTo>
                  <a:cubicBezTo>
                    <a:pt x="358" y="84"/>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3" name="Google Shape;1063;p24"/>
            <p:cNvSpPr/>
            <p:nvPr/>
          </p:nvSpPr>
          <p:spPr>
            <a:xfrm>
              <a:off x="4547599" y="2371656"/>
              <a:ext cx="38030" cy="38030"/>
            </a:xfrm>
            <a:custGeom>
              <a:rect b="b" l="l" r="r" t="t"/>
              <a:pathLst>
                <a:path extrusionOk="0" h="358" w="358">
                  <a:moveTo>
                    <a:pt x="179" y="0"/>
                  </a:moveTo>
                  <a:cubicBezTo>
                    <a:pt x="72" y="0"/>
                    <a:pt x="0" y="72"/>
                    <a:pt x="0" y="179"/>
                  </a:cubicBezTo>
                  <a:cubicBezTo>
                    <a:pt x="0" y="274"/>
                    <a:pt x="72" y="358"/>
                    <a:pt x="179" y="358"/>
                  </a:cubicBezTo>
                  <a:cubicBezTo>
                    <a:pt x="286" y="358"/>
                    <a:pt x="357" y="274"/>
                    <a:pt x="357" y="179"/>
                  </a:cubicBezTo>
                  <a:cubicBezTo>
                    <a:pt x="357" y="84"/>
                    <a:pt x="262"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4" name="Google Shape;1064;p24"/>
            <p:cNvSpPr/>
            <p:nvPr/>
          </p:nvSpPr>
          <p:spPr>
            <a:xfrm>
              <a:off x="4643630" y="2371656"/>
              <a:ext cx="38137" cy="38030"/>
            </a:xfrm>
            <a:custGeom>
              <a:rect b="b" l="l" r="r" t="t"/>
              <a:pathLst>
                <a:path extrusionOk="0" h="358" w="359">
                  <a:moveTo>
                    <a:pt x="180" y="0"/>
                  </a:moveTo>
                  <a:cubicBezTo>
                    <a:pt x="72" y="0"/>
                    <a:pt x="1" y="72"/>
                    <a:pt x="1" y="179"/>
                  </a:cubicBezTo>
                  <a:cubicBezTo>
                    <a:pt x="1" y="274"/>
                    <a:pt x="72" y="358"/>
                    <a:pt x="180" y="358"/>
                  </a:cubicBezTo>
                  <a:cubicBezTo>
                    <a:pt x="287" y="358"/>
                    <a:pt x="358" y="274"/>
                    <a:pt x="358" y="179"/>
                  </a:cubicBezTo>
                  <a:cubicBezTo>
                    <a:pt x="358" y="84"/>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5" name="Google Shape;1065;p24"/>
            <p:cNvSpPr/>
            <p:nvPr/>
          </p:nvSpPr>
          <p:spPr>
            <a:xfrm>
              <a:off x="4742318" y="2371656"/>
              <a:ext cx="38030" cy="38030"/>
            </a:xfrm>
            <a:custGeom>
              <a:rect b="b" l="l" r="r" t="t"/>
              <a:pathLst>
                <a:path extrusionOk="0" h="358" w="358">
                  <a:moveTo>
                    <a:pt x="179" y="0"/>
                  </a:moveTo>
                  <a:cubicBezTo>
                    <a:pt x="72" y="0"/>
                    <a:pt x="1" y="72"/>
                    <a:pt x="1" y="179"/>
                  </a:cubicBezTo>
                  <a:cubicBezTo>
                    <a:pt x="1" y="274"/>
                    <a:pt x="72" y="358"/>
                    <a:pt x="179" y="358"/>
                  </a:cubicBezTo>
                  <a:cubicBezTo>
                    <a:pt x="275" y="358"/>
                    <a:pt x="358" y="274"/>
                    <a:pt x="358" y="179"/>
                  </a:cubicBezTo>
                  <a:cubicBezTo>
                    <a:pt x="358" y="84"/>
                    <a:pt x="275"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6" name="Google Shape;1066;p24"/>
            <p:cNvSpPr/>
            <p:nvPr/>
          </p:nvSpPr>
          <p:spPr>
            <a:xfrm>
              <a:off x="4839731" y="2371656"/>
              <a:ext cx="38030" cy="38030"/>
            </a:xfrm>
            <a:custGeom>
              <a:rect b="b" l="l" r="r" t="t"/>
              <a:pathLst>
                <a:path extrusionOk="0" h="358" w="358">
                  <a:moveTo>
                    <a:pt x="179" y="0"/>
                  </a:moveTo>
                  <a:cubicBezTo>
                    <a:pt x="72" y="0"/>
                    <a:pt x="0" y="72"/>
                    <a:pt x="0" y="179"/>
                  </a:cubicBezTo>
                  <a:cubicBezTo>
                    <a:pt x="0" y="274"/>
                    <a:pt x="72" y="358"/>
                    <a:pt x="179" y="358"/>
                  </a:cubicBezTo>
                  <a:cubicBezTo>
                    <a:pt x="286" y="358"/>
                    <a:pt x="358" y="274"/>
                    <a:pt x="358" y="179"/>
                  </a:cubicBezTo>
                  <a:cubicBezTo>
                    <a:pt x="358" y="84"/>
                    <a:pt x="274"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p24"/>
            <p:cNvSpPr/>
            <p:nvPr/>
          </p:nvSpPr>
          <p:spPr>
            <a:xfrm>
              <a:off x="4252810" y="2482985"/>
              <a:ext cx="38137" cy="38030"/>
            </a:xfrm>
            <a:custGeom>
              <a:rect b="b" l="l" r="r" t="t"/>
              <a:pathLst>
                <a:path extrusionOk="0" h="358" w="359">
                  <a:moveTo>
                    <a:pt x="180" y="0"/>
                  </a:moveTo>
                  <a:cubicBezTo>
                    <a:pt x="84" y="0"/>
                    <a:pt x="1" y="72"/>
                    <a:pt x="1" y="179"/>
                  </a:cubicBezTo>
                  <a:cubicBezTo>
                    <a:pt x="1" y="286"/>
                    <a:pt x="84" y="357"/>
                    <a:pt x="180" y="357"/>
                  </a:cubicBezTo>
                  <a:cubicBezTo>
                    <a:pt x="287" y="357"/>
                    <a:pt x="358" y="286"/>
                    <a:pt x="358" y="179"/>
                  </a:cubicBezTo>
                  <a:cubicBezTo>
                    <a:pt x="358" y="84"/>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p24"/>
            <p:cNvSpPr/>
            <p:nvPr/>
          </p:nvSpPr>
          <p:spPr>
            <a:xfrm>
              <a:off x="4351498" y="2482985"/>
              <a:ext cx="38030" cy="38030"/>
            </a:xfrm>
            <a:custGeom>
              <a:rect b="b" l="l" r="r" t="t"/>
              <a:pathLst>
                <a:path extrusionOk="0" h="358" w="358">
                  <a:moveTo>
                    <a:pt x="179" y="0"/>
                  </a:moveTo>
                  <a:cubicBezTo>
                    <a:pt x="72" y="0"/>
                    <a:pt x="1" y="72"/>
                    <a:pt x="1" y="179"/>
                  </a:cubicBezTo>
                  <a:cubicBezTo>
                    <a:pt x="1" y="286"/>
                    <a:pt x="72" y="357"/>
                    <a:pt x="179" y="357"/>
                  </a:cubicBezTo>
                  <a:cubicBezTo>
                    <a:pt x="286" y="357"/>
                    <a:pt x="358" y="286"/>
                    <a:pt x="358" y="179"/>
                  </a:cubicBezTo>
                  <a:cubicBezTo>
                    <a:pt x="358" y="84"/>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24"/>
            <p:cNvSpPr/>
            <p:nvPr/>
          </p:nvSpPr>
          <p:spPr>
            <a:xfrm>
              <a:off x="4448911" y="2482985"/>
              <a:ext cx="38030" cy="38030"/>
            </a:xfrm>
            <a:custGeom>
              <a:rect b="b" l="l" r="r" t="t"/>
              <a:pathLst>
                <a:path extrusionOk="0" h="358" w="358">
                  <a:moveTo>
                    <a:pt x="179" y="0"/>
                  </a:moveTo>
                  <a:cubicBezTo>
                    <a:pt x="84" y="0"/>
                    <a:pt x="0" y="72"/>
                    <a:pt x="0" y="179"/>
                  </a:cubicBezTo>
                  <a:cubicBezTo>
                    <a:pt x="0" y="286"/>
                    <a:pt x="84" y="357"/>
                    <a:pt x="179" y="357"/>
                  </a:cubicBezTo>
                  <a:cubicBezTo>
                    <a:pt x="286" y="357"/>
                    <a:pt x="358" y="286"/>
                    <a:pt x="358" y="179"/>
                  </a:cubicBezTo>
                  <a:cubicBezTo>
                    <a:pt x="358" y="84"/>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0" name="Google Shape;1070;p24"/>
            <p:cNvSpPr/>
            <p:nvPr/>
          </p:nvSpPr>
          <p:spPr>
            <a:xfrm>
              <a:off x="4547599" y="2482985"/>
              <a:ext cx="38030" cy="38030"/>
            </a:xfrm>
            <a:custGeom>
              <a:rect b="b" l="l" r="r" t="t"/>
              <a:pathLst>
                <a:path extrusionOk="0" h="358" w="358">
                  <a:moveTo>
                    <a:pt x="179" y="0"/>
                  </a:moveTo>
                  <a:cubicBezTo>
                    <a:pt x="72" y="0"/>
                    <a:pt x="0" y="72"/>
                    <a:pt x="0" y="179"/>
                  </a:cubicBezTo>
                  <a:cubicBezTo>
                    <a:pt x="0" y="286"/>
                    <a:pt x="72" y="357"/>
                    <a:pt x="179" y="357"/>
                  </a:cubicBezTo>
                  <a:cubicBezTo>
                    <a:pt x="286" y="357"/>
                    <a:pt x="357" y="286"/>
                    <a:pt x="357" y="179"/>
                  </a:cubicBezTo>
                  <a:cubicBezTo>
                    <a:pt x="357" y="84"/>
                    <a:pt x="262"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1" name="Google Shape;1071;p24"/>
            <p:cNvSpPr/>
            <p:nvPr/>
          </p:nvSpPr>
          <p:spPr>
            <a:xfrm>
              <a:off x="4643630" y="2482985"/>
              <a:ext cx="38137" cy="38030"/>
            </a:xfrm>
            <a:custGeom>
              <a:rect b="b" l="l" r="r" t="t"/>
              <a:pathLst>
                <a:path extrusionOk="0" h="358" w="359">
                  <a:moveTo>
                    <a:pt x="180" y="0"/>
                  </a:moveTo>
                  <a:cubicBezTo>
                    <a:pt x="72" y="0"/>
                    <a:pt x="1" y="72"/>
                    <a:pt x="1" y="179"/>
                  </a:cubicBezTo>
                  <a:cubicBezTo>
                    <a:pt x="1" y="286"/>
                    <a:pt x="72" y="357"/>
                    <a:pt x="180" y="357"/>
                  </a:cubicBezTo>
                  <a:cubicBezTo>
                    <a:pt x="287" y="357"/>
                    <a:pt x="358" y="286"/>
                    <a:pt x="358" y="179"/>
                  </a:cubicBezTo>
                  <a:cubicBezTo>
                    <a:pt x="358" y="84"/>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24"/>
            <p:cNvSpPr/>
            <p:nvPr/>
          </p:nvSpPr>
          <p:spPr>
            <a:xfrm>
              <a:off x="4742318" y="2482985"/>
              <a:ext cx="38030" cy="38030"/>
            </a:xfrm>
            <a:custGeom>
              <a:rect b="b" l="l" r="r" t="t"/>
              <a:pathLst>
                <a:path extrusionOk="0" h="358" w="358">
                  <a:moveTo>
                    <a:pt x="179" y="0"/>
                  </a:moveTo>
                  <a:cubicBezTo>
                    <a:pt x="72" y="0"/>
                    <a:pt x="1" y="72"/>
                    <a:pt x="1" y="179"/>
                  </a:cubicBezTo>
                  <a:cubicBezTo>
                    <a:pt x="1" y="286"/>
                    <a:pt x="72" y="357"/>
                    <a:pt x="179" y="357"/>
                  </a:cubicBezTo>
                  <a:cubicBezTo>
                    <a:pt x="275" y="357"/>
                    <a:pt x="358" y="286"/>
                    <a:pt x="358" y="179"/>
                  </a:cubicBezTo>
                  <a:cubicBezTo>
                    <a:pt x="358" y="84"/>
                    <a:pt x="275"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24"/>
            <p:cNvSpPr/>
            <p:nvPr/>
          </p:nvSpPr>
          <p:spPr>
            <a:xfrm>
              <a:off x="4839731" y="2482985"/>
              <a:ext cx="38030" cy="38030"/>
            </a:xfrm>
            <a:custGeom>
              <a:rect b="b" l="l" r="r" t="t"/>
              <a:pathLst>
                <a:path extrusionOk="0" h="358" w="358">
                  <a:moveTo>
                    <a:pt x="179" y="0"/>
                  </a:moveTo>
                  <a:cubicBezTo>
                    <a:pt x="72" y="0"/>
                    <a:pt x="0" y="72"/>
                    <a:pt x="0" y="179"/>
                  </a:cubicBezTo>
                  <a:cubicBezTo>
                    <a:pt x="0" y="286"/>
                    <a:pt x="72" y="357"/>
                    <a:pt x="179" y="357"/>
                  </a:cubicBezTo>
                  <a:cubicBezTo>
                    <a:pt x="286" y="357"/>
                    <a:pt x="358" y="286"/>
                    <a:pt x="358" y="179"/>
                  </a:cubicBezTo>
                  <a:cubicBezTo>
                    <a:pt x="358" y="84"/>
                    <a:pt x="274"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p24"/>
            <p:cNvSpPr/>
            <p:nvPr/>
          </p:nvSpPr>
          <p:spPr>
            <a:xfrm>
              <a:off x="4252810" y="2595483"/>
              <a:ext cx="38137" cy="38137"/>
            </a:xfrm>
            <a:custGeom>
              <a:rect b="b" l="l" r="r" t="t"/>
              <a:pathLst>
                <a:path extrusionOk="0" h="359" w="359">
                  <a:moveTo>
                    <a:pt x="180" y="1"/>
                  </a:moveTo>
                  <a:cubicBezTo>
                    <a:pt x="84" y="1"/>
                    <a:pt x="1" y="72"/>
                    <a:pt x="1" y="179"/>
                  </a:cubicBezTo>
                  <a:cubicBezTo>
                    <a:pt x="1" y="287"/>
                    <a:pt x="84" y="358"/>
                    <a:pt x="180" y="358"/>
                  </a:cubicBezTo>
                  <a:cubicBezTo>
                    <a:pt x="287" y="358"/>
                    <a:pt x="358" y="287"/>
                    <a:pt x="358" y="179"/>
                  </a:cubicBezTo>
                  <a:cubicBezTo>
                    <a:pt x="358" y="72"/>
                    <a:pt x="287" y="1"/>
                    <a:pt x="1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5" name="Google Shape;1075;p24"/>
            <p:cNvSpPr/>
            <p:nvPr/>
          </p:nvSpPr>
          <p:spPr>
            <a:xfrm>
              <a:off x="4351498" y="2595483"/>
              <a:ext cx="38030" cy="38137"/>
            </a:xfrm>
            <a:custGeom>
              <a:rect b="b" l="l" r="r" t="t"/>
              <a:pathLst>
                <a:path extrusionOk="0" h="359" w="358">
                  <a:moveTo>
                    <a:pt x="179" y="1"/>
                  </a:moveTo>
                  <a:cubicBezTo>
                    <a:pt x="72" y="1"/>
                    <a:pt x="1" y="72"/>
                    <a:pt x="1" y="179"/>
                  </a:cubicBezTo>
                  <a:cubicBezTo>
                    <a:pt x="1" y="287"/>
                    <a:pt x="72" y="358"/>
                    <a:pt x="179" y="358"/>
                  </a:cubicBezTo>
                  <a:cubicBezTo>
                    <a:pt x="286" y="358"/>
                    <a:pt x="358" y="287"/>
                    <a:pt x="358" y="179"/>
                  </a:cubicBezTo>
                  <a:cubicBezTo>
                    <a:pt x="358" y="72"/>
                    <a:pt x="286"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6" name="Google Shape;1076;p24"/>
            <p:cNvSpPr/>
            <p:nvPr/>
          </p:nvSpPr>
          <p:spPr>
            <a:xfrm>
              <a:off x="4448911" y="2595483"/>
              <a:ext cx="38030" cy="38137"/>
            </a:xfrm>
            <a:custGeom>
              <a:rect b="b" l="l" r="r" t="t"/>
              <a:pathLst>
                <a:path extrusionOk="0" h="359" w="358">
                  <a:moveTo>
                    <a:pt x="179" y="1"/>
                  </a:moveTo>
                  <a:cubicBezTo>
                    <a:pt x="84" y="1"/>
                    <a:pt x="0" y="72"/>
                    <a:pt x="0" y="179"/>
                  </a:cubicBezTo>
                  <a:cubicBezTo>
                    <a:pt x="0" y="287"/>
                    <a:pt x="84" y="358"/>
                    <a:pt x="179" y="358"/>
                  </a:cubicBezTo>
                  <a:cubicBezTo>
                    <a:pt x="286" y="358"/>
                    <a:pt x="358" y="287"/>
                    <a:pt x="358" y="179"/>
                  </a:cubicBezTo>
                  <a:cubicBezTo>
                    <a:pt x="358" y="72"/>
                    <a:pt x="286"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7" name="Google Shape;1077;p24"/>
            <p:cNvSpPr/>
            <p:nvPr/>
          </p:nvSpPr>
          <p:spPr>
            <a:xfrm>
              <a:off x="4547599" y="2595483"/>
              <a:ext cx="38030" cy="38137"/>
            </a:xfrm>
            <a:custGeom>
              <a:rect b="b" l="l" r="r" t="t"/>
              <a:pathLst>
                <a:path extrusionOk="0" h="359" w="358">
                  <a:moveTo>
                    <a:pt x="179" y="1"/>
                  </a:moveTo>
                  <a:cubicBezTo>
                    <a:pt x="72" y="1"/>
                    <a:pt x="0" y="72"/>
                    <a:pt x="0" y="179"/>
                  </a:cubicBezTo>
                  <a:cubicBezTo>
                    <a:pt x="0" y="287"/>
                    <a:pt x="72" y="358"/>
                    <a:pt x="179" y="358"/>
                  </a:cubicBezTo>
                  <a:cubicBezTo>
                    <a:pt x="286" y="358"/>
                    <a:pt x="357" y="287"/>
                    <a:pt x="357" y="179"/>
                  </a:cubicBezTo>
                  <a:cubicBezTo>
                    <a:pt x="357" y="72"/>
                    <a:pt x="262"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8" name="Google Shape;1078;p24"/>
            <p:cNvSpPr/>
            <p:nvPr/>
          </p:nvSpPr>
          <p:spPr>
            <a:xfrm>
              <a:off x="4643630" y="2595483"/>
              <a:ext cx="38137" cy="38137"/>
            </a:xfrm>
            <a:custGeom>
              <a:rect b="b" l="l" r="r" t="t"/>
              <a:pathLst>
                <a:path extrusionOk="0" h="359" w="359">
                  <a:moveTo>
                    <a:pt x="180" y="1"/>
                  </a:moveTo>
                  <a:cubicBezTo>
                    <a:pt x="72" y="1"/>
                    <a:pt x="1" y="72"/>
                    <a:pt x="1" y="179"/>
                  </a:cubicBezTo>
                  <a:cubicBezTo>
                    <a:pt x="1" y="287"/>
                    <a:pt x="72" y="358"/>
                    <a:pt x="180" y="358"/>
                  </a:cubicBezTo>
                  <a:cubicBezTo>
                    <a:pt x="287" y="358"/>
                    <a:pt x="358" y="287"/>
                    <a:pt x="358" y="179"/>
                  </a:cubicBezTo>
                  <a:cubicBezTo>
                    <a:pt x="358" y="72"/>
                    <a:pt x="287" y="1"/>
                    <a:pt x="1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24"/>
            <p:cNvSpPr/>
            <p:nvPr/>
          </p:nvSpPr>
          <p:spPr>
            <a:xfrm>
              <a:off x="4742318" y="2595483"/>
              <a:ext cx="38030" cy="38137"/>
            </a:xfrm>
            <a:custGeom>
              <a:rect b="b" l="l" r="r" t="t"/>
              <a:pathLst>
                <a:path extrusionOk="0" h="359" w="358">
                  <a:moveTo>
                    <a:pt x="179" y="1"/>
                  </a:moveTo>
                  <a:cubicBezTo>
                    <a:pt x="72" y="1"/>
                    <a:pt x="1" y="72"/>
                    <a:pt x="1" y="179"/>
                  </a:cubicBezTo>
                  <a:cubicBezTo>
                    <a:pt x="1" y="287"/>
                    <a:pt x="72" y="358"/>
                    <a:pt x="179" y="358"/>
                  </a:cubicBezTo>
                  <a:cubicBezTo>
                    <a:pt x="275" y="358"/>
                    <a:pt x="358" y="287"/>
                    <a:pt x="358" y="179"/>
                  </a:cubicBezTo>
                  <a:cubicBezTo>
                    <a:pt x="358" y="72"/>
                    <a:pt x="275"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0" name="Google Shape;1080;p24"/>
            <p:cNvSpPr/>
            <p:nvPr/>
          </p:nvSpPr>
          <p:spPr>
            <a:xfrm>
              <a:off x="4839731" y="2595483"/>
              <a:ext cx="38030" cy="38137"/>
            </a:xfrm>
            <a:custGeom>
              <a:rect b="b" l="l" r="r" t="t"/>
              <a:pathLst>
                <a:path extrusionOk="0" h="359" w="358">
                  <a:moveTo>
                    <a:pt x="179" y="1"/>
                  </a:moveTo>
                  <a:cubicBezTo>
                    <a:pt x="72" y="1"/>
                    <a:pt x="0" y="72"/>
                    <a:pt x="0" y="179"/>
                  </a:cubicBezTo>
                  <a:cubicBezTo>
                    <a:pt x="0" y="287"/>
                    <a:pt x="72" y="358"/>
                    <a:pt x="179" y="358"/>
                  </a:cubicBezTo>
                  <a:cubicBezTo>
                    <a:pt x="286" y="358"/>
                    <a:pt x="358" y="287"/>
                    <a:pt x="358" y="179"/>
                  </a:cubicBezTo>
                  <a:cubicBezTo>
                    <a:pt x="358" y="72"/>
                    <a:pt x="274"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81" name="Google Shape;1081;p24"/>
          <p:cNvSpPr/>
          <p:nvPr/>
        </p:nvSpPr>
        <p:spPr>
          <a:xfrm rot="10800000">
            <a:off x="-1186000" y="-1089775"/>
            <a:ext cx="1901100" cy="30219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nvGrpSpPr>
          <p:cNvPr id="1082" name="Google Shape;1082;p24"/>
          <p:cNvGrpSpPr/>
          <p:nvPr/>
        </p:nvGrpSpPr>
        <p:grpSpPr>
          <a:xfrm>
            <a:off x="7428836" y="-1089774"/>
            <a:ext cx="1617386" cy="1624770"/>
            <a:chOff x="3992334" y="189904"/>
            <a:chExt cx="1116902" cy="1122001"/>
          </a:xfrm>
        </p:grpSpPr>
        <p:sp>
          <p:nvSpPr>
            <p:cNvPr id="1083" name="Google Shape;1083;p24"/>
            <p:cNvSpPr/>
            <p:nvPr/>
          </p:nvSpPr>
          <p:spPr>
            <a:xfrm>
              <a:off x="3992334" y="804551"/>
              <a:ext cx="232750" cy="403568"/>
            </a:xfrm>
            <a:custGeom>
              <a:rect b="b" l="l" r="r" t="t"/>
              <a:pathLst>
                <a:path extrusionOk="0" h="3799" w="2191">
                  <a:moveTo>
                    <a:pt x="0" y="1"/>
                  </a:moveTo>
                  <a:cubicBezTo>
                    <a:pt x="36" y="227"/>
                    <a:pt x="60" y="441"/>
                    <a:pt x="107" y="667"/>
                  </a:cubicBezTo>
                  <a:lnTo>
                    <a:pt x="1667" y="3382"/>
                  </a:lnTo>
                  <a:cubicBezTo>
                    <a:pt x="1834" y="3525"/>
                    <a:pt x="2012" y="3680"/>
                    <a:pt x="2191" y="3799"/>
                  </a:cubicBez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4" name="Google Shape;1084;p24"/>
            <p:cNvSpPr/>
            <p:nvPr/>
          </p:nvSpPr>
          <p:spPr>
            <a:xfrm>
              <a:off x="3998602" y="619923"/>
              <a:ext cx="396025" cy="671692"/>
            </a:xfrm>
            <a:custGeom>
              <a:rect b="b" l="l" r="r" t="t"/>
              <a:pathLst>
                <a:path extrusionOk="0" h="6323" w="3728">
                  <a:moveTo>
                    <a:pt x="96" y="0"/>
                  </a:moveTo>
                  <a:cubicBezTo>
                    <a:pt x="48" y="96"/>
                    <a:pt x="13" y="215"/>
                    <a:pt x="1" y="334"/>
                  </a:cubicBezTo>
                  <a:lnTo>
                    <a:pt x="3382" y="6203"/>
                  </a:lnTo>
                  <a:cubicBezTo>
                    <a:pt x="3489" y="6251"/>
                    <a:pt x="3608" y="6275"/>
                    <a:pt x="3727" y="6323"/>
                  </a:cubicBezTo>
                  <a:lnTo>
                    <a:pt x="9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5" name="Google Shape;1085;p24"/>
            <p:cNvSpPr/>
            <p:nvPr/>
          </p:nvSpPr>
          <p:spPr>
            <a:xfrm>
              <a:off x="4040350" y="490854"/>
              <a:ext cx="484515" cy="821052"/>
            </a:xfrm>
            <a:custGeom>
              <a:rect b="b" l="l" r="r" t="t"/>
              <a:pathLst>
                <a:path extrusionOk="0" h="7729" w="4561">
                  <a:moveTo>
                    <a:pt x="108" y="1"/>
                  </a:moveTo>
                  <a:cubicBezTo>
                    <a:pt x="84" y="84"/>
                    <a:pt x="36" y="168"/>
                    <a:pt x="1" y="263"/>
                  </a:cubicBezTo>
                  <a:lnTo>
                    <a:pt x="4275" y="7716"/>
                  </a:lnTo>
                  <a:cubicBezTo>
                    <a:pt x="4370" y="7728"/>
                    <a:pt x="4477" y="7728"/>
                    <a:pt x="4561" y="7728"/>
                  </a:cubicBezTo>
                  <a:lnTo>
                    <a:pt x="1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p24"/>
            <p:cNvSpPr/>
            <p:nvPr/>
          </p:nvSpPr>
          <p:spPr>
            <a:xfrm>
              <a:off x="4101114" y="393547"/>
              <a:ext cx="542623" cy="915809"/>
            </a:xfrm>
            <a:custGeom>
              <a:rect b="b" l="l" r="r" t="t"/>
              <a:pathLst>
                <a:path extrusionOk="0" h="8621" w="5108">
                  <a:moveTo>
                    <a:pt x="167" y="0"/>
                  </a:moveTo>
                  <a:cubicBezTo>
                    <a:pt x="107" y="60"/>
                    <a:pt x="48" y="131"/>
                    <a:pt x="0" y="191"/>
                  </a:cubicBezTo>
                  <a:lnTo>
                    <a:pt x="4858" y="8620"/>
                  </a:lnTo>
                  <a:cubicBezTo>
                    <a:pt x="4941" y="8596"/>
                    <a:pt x="5025" y="8596"/>
                    <a:pt x="5108" y="8585"/>
                  </a:cubicBezTo>
                  <a:lnTo>
                    <a:pt x="16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7" name="Google Shape;1087;p24"/>
            <p:cNvSpPr/>
            <p:nvPr/>
          </p:nvSpPr>
          <p:spPr>
            <a:xfrm>
              <a:off x="4175687" y="316318"/>
              <a:ext cx="573111" cy="969030"/>
            </a:xfrm>
            <a:custGeom>
              <a:rect b="b" l="l" r="r" t="t"/>
              <a:pathLst>
                <a:path extrusionOk="0" h="9122" w="5395">
                  <a:moveTo>
                    <a:pt x="179" y="1"/>
                  </a:moveTo>
                  <a:cubicBezTo>
                    <a:pt x="120" y="60"/>
                    <a:pt x="60" y="96"/>
                    <a:pt x="1" y="156"/>
                  </a:cubicBezTo>
                  <a:lnTo>
                    <a:pt x="5168" y="9121"/>
                  </a:lnTo>
                  <a:cubicBezTo>
                    <a:pt x="5239" y="9085"/>
                    <a:pt x="5311" y="9073"/>
                    <a:pt x="5394" y="9050"/>
                  </a:cubicBezTo>
                  <a:lnTo>
                    <a:pt x="17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24"/>
            <p:cNvSpPr/>
            <p:nvPr/>
          </p:nvSpPr>
          <p:spPr>
            <a:xfrm>
              <a:off x="4259184" y="256935"/>
              <a:ext cx="581928" cy="986664"/>
            </a:xfrm>
            <a:custGeom>
              <a:rect b="b" l="l" r="r" t="t"/>
              <a:pathLst>
                <a:path extrusionOk="0" h="9288" w="5478">
                  <a:moveTo>
                    <a:pt x="215" y="0"/>
                  </a:moveTo>
                  <a:cubicBezTo>
                    <a:pt x="167" y="24"/>
                    <a:pt x="143" y="48"/>
                    <a:pt x="108" y="60"/>
                  </a:cubicBezTo>
                  <a:cubicBezTo>
                    <a:pt x="84" y="84"/>
                    <a:pt x="36" y="107"/>
                    <a:pt x="0" y="119"/>
                  </a:cubicBezTo>
                  <a:lnTo>
                    <a:pt x="5275" y="9287"/>
                  </a:lnTo>
                  <a:cubicBezTo>
                    <a:pt x="5299" y="9275"/>
                    <a:pt x="5346" y="9251"/>
                    <a:pt x="5382" y="9228"/>
                  </a:cubicBezTo>
                  <a:cubicBezTo>
                    <a:pt x="5406" y="9216"/>
                    <a:pt x="5454" y="9192"/>
                    <a:pt x="5477" y="9168"/>
                  </a:cubicBezTo>
                  <a:lnTo>
                    <a:pt x="21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9" name="Google Shape;1089;p24"/>
            <p:cNvSpPr/>
            <p:nvPr/>
          </p:nvSpPr>
          <p:spPr>
            <a:xfrm>
              <a:off x="4354047" y="216462"/>
              <a:ext cx="573005" cy="968924"/>
            </a:xfrm>
            <a:custGeom>
              <a:rect b="b" l="l" r="r" t="t"/>
              <a:pathLst>
                <a:path extrusionOk="0" h="9121" w="5394">
                  <a:moveTo>
                    <a:pt x="227" y="0"/>
                  </a:moveTo>
                  <a:cubicBezTo>
                    <a:pt x="155" y="12"/>
                    <a:pt x="84" y="48"/>
                    <a:pt x="0" y="72"/>
                  </a:cubicBezTo>
                  <a:lnTo>
                    <a:pt x="5215" y="9120"/>
                  </a:lnTo>
                  <a:cubicBezTo>
                    <a:pt x="5275" y="9073"/>
                    <a:pt x="5334" y="9013"/>
                    <a:pt x="5394" y="8954"/>
                  </a:cubicBezTo>
                  <a:lnTo>
                    <a:pt x="22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24"/>
            <p:cNvSpPr/>
            <p:nvPr/>
          </p:nvSpPr>
          <p:spPr>
            <a:xfrm>
              <a:off x="4459003" y="192454"/>
              <a:ext cx="542729" cy="915809"/>
            </a:xfrm>
            <a:custGeom>
              <a:rect b="b" l="l" r="r" t="t"/>
              <a:pathLst>
                <a:path extrusionOk="0" h="8621" w="5109">
                  <a:moveTo>
                    <a:pt x="251" y="0"/>
                  </a:moveTo>
                  <a:cubicBezTo>
                    <a:pt x="167" y="0"/>
                    <a:pt x="72" y="12"/>
                    <a:pt x="1" y="36"/>
                  </a:cubicBezTo>
                  <a:lnTo>
                    <a:pt x="4942" y="8620"/>
                  </a:lnTo>
                  <a:cubicBezTo>
                    <a:pt x="5001" y="8561"/>
                    <a:pt x="5049" y="8489"/>
                    <a:pt x="5108" y="8406"/>
                  </a:cubicBezTo>
                  <a:lnTo>
                    <a:pt x="25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1" name="Google Shape;1091;p24"/>
            <p:cNvSpPr/>
            <p:nvPr/>
          </p:nvSpPr>
          <p:spPr>
            <a:xfrm>
              <a:off x="4575431" y="189904"/>
              <a:ext cx="485790" cy="819671"/>
            </a:xfrm>
            <a:custGeom>
              <a:rect b="b" l="l" r="r" t="t"/>
              <a:pathLst>
                <a:path extrusionOk="0" h="7716" w="4573">
                  <a:moveTo>
                    <a:pt x="0" y="0"/>
                  </a:moveTo>
                  <a:lnTo>
                    <a:pt x="4453" y="7715"/>
                  </a:lnTo>
                  <a:cubicBezTo>
                    <a:pt x="4501" y="7632"/>
                    <a:pt x="4548" y="7549"/>
                    <a:pt x="4572" y="7465"/>
                  </a:cubicBezTo>
                  <a:lnTo>
                    <a:pt x="286" y="12"/>
                  </a:lnTo>
                  <a:cubicBezTo>
                    <a:pt x="179" y="0"/>
                    <a:pt x="95" y="0"/>
                    <a:pt x="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2" name="Google Shape;1092;p24"/>
            <p:cNvSpPr/>
            <p:nvPr/>
          </p:nvSpPr>
          <p:spPr>
            <a:xfrm>
              <a:off x="4708218" y="211363"/>
              <a:ext cx="394644" cy="671692"/>
            </a:xfrm>
            <a:custGeom>
              <a:rect b="b" l="l" r="r" t="t"/>
              <a:pathLst>
                <a:path extrusionOk="0" h="6323" w="3715">
                  <a:moveTo>
                    <a:pt x="0" y="1"/>
                  </a:moveTo>
                  <a:lnTo>
                    <a:pt x="3632" y="6323"/>
                  </a:lnTo>
                  <a:cubicBezTo>
                    <a:pt x="3667" y="6204"/>
                    <a:pt x="3679" y="6085"/>
                    <a:pt x="3715" y="5989"/>
                  </a:cubicBezTo>
                  <a:lnTo>
                    <a:pt x="334" y="120"/>
                  </a:lnTo>
                  <a:cubicBezTo>
                    <a:pt x="226" y="72"/>
                    <a:pt x="119" y="36"/>
                    <a:pt x="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3" name="Google Shape;1093;p24"/>
            <p:cNvSpPr/>
            <p:nvPr/>
          </p:nvSpPr>
          <p:spPr>
            <a:xfrm>
              <a:off x="4876380" y="293585"/>
              <a:ext cx="232856" cy="403568"/>
            </a:xfrm>
            <a:custGeom>
              <a:rect b="b" l="l" r="r" t="t"/>
              <a:pathLst>
                <a:path extrusionOk="0" h="3799" w="2192">
                  <a:moveTo>
                    <a:pt x="1" y="1"/>
                  </a:moveTo>
                  <a:lnTo>
                    <a:pt x="2191" y="3799"/>
                  </a:lnTo>
                  <a:cubicBezTo>
                    <a:pt x="2168" y="3572"/>
                    <a:pt x="2132" y="3346"/>
                    <a:pt x="2084" y="3144"/>
                  </a:cubicBezTo>
                  <a:lnTo>
                    <a:pt x="525" y="429"/>
                  </a:lnTo>
                  <a:cubicBezTo>
                    <a:pt x="358" y="274"/>
                    <a:pt x="179" y="120"/>
                    <a:pt x="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097" name="Shape 1097"/>
        <p:cNvGrpSpPr/>
        <p:nvPr/>
      </p:nvGrpSpPr>
      <p:grpSpPr>
        <a:xfrm>
          <a:off x="0" y="0"/>
          <a:ext cx="0" cy="0"/>
          <a:chOff x="0" y="0"/>
          <a:chExt cx="0" cy="0"/>
        </a:xfrm>
      </p:grpSpPr>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CUSTOM">
    <p:spTree>
      <p:nvGrpSpPr>
        <p:cNvPr id="1098" name="Shape 1098"/>
        <p:cNvGrpSpPr/>
        <p:nvPr/>
      </p:nvGrpSpPr>
      <p:grpSpPr>
        <a:xfrm>
          <a:off x="0" y="0"/>
          <a:ext cx="0" cy="0"/>
          <a:chOff x="0" y="0"/>
          <a:chExt cx="0" cy="0"/>
        </a:xfrm>
      </p:grpSpPr>
      <p:sp>
        <p:nvSpPr>
          <p:cNvPr id="1099" name="Google Shape;1099;p27"/>
          <p:cNvSpPr txBox="1"/>
          <p:nvPr>
            <p:ph type="title"/>
          </p:nvPr>
        </p:nvSpPr>
        <p:spPr>
          <a:xfrm>
            <a:off x="723450" y="511025"/>
            <a:ext cx="7697100" cy="4824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Font typeface="Arial"/>
              <a:buNone/>
              <a:defRPr>
                <a:solidFill>
                  <a:schemeClr val="lt1"/>
                </a:solidFill>
                <a:latin typeface="Arial"/>
                <a:ea typeface="Arial"/>
                <a:cs typeface="Arial"/>
                <a:sym typeface="Arial"/>
              </a:defRPr>
            </a:lvl1pPr>
            <a:lvl2pPr lvl="1" rtl="0">
              <a:spcBef>
                <a:spcPts val="0"/>
              </a:spcBef>
              <a:spcAft>
                <a:spcPts val="0"/>
              </a:spcAft>
              <a:buSzPts val="2400"/>
              <a:buFont typeface="Arial"/>
              <a:buNone/>
              <a:defRPr>
                <a:latin typeface="Arial"/>
                <a:ea typeface="Arial"/>
                <a:cs typeface="Arial"/>
                <a:sym typeface="Arial"/>
              </a:defRPr>
            </a:lvl2pPr>
            <a:lvl3pPr lvl="2" rtl="0">
              <a:spcBef>
                <a:spcPts val="0"/>
              </a:spcBef>
              <a:spcAft>
                <a:spcPts val="0"/>
              </a:spcAft>
              <a:buSzPts val="2400"/>
              <a:buFont typeface="Arial"/>
              <a:buNone/>
              <a:defRPr>
                <a:latin typeface="Arial"/>
                <a:ea typeface="Arial"/>
                <a:cs typeface="Arial"/>
                <a:sym typeface="Arial"/>
              </a:defRPr>
            </a:lvl3pPr>
            <a:lvl4pPr lvl="3" rtl="0">
              <a:spcBef>
                <a:spcPts val="0"/>
              </a:spcBef>
              <a:spcAft>
                <a:spcPts val="0"/>
              </a:spcAft>
              <a:buSzPts val="2400"/>
              <a:buFont typeface="Arial"/>
              <a:buNone/>
              <a:defRPr>
                <a:latin typeface="Arial"/>
                <a:ea typeface="Arial"/>
                <a:cs typeface="Arial"/>
                <a:sym typeface="Arial"/>
              </a:defRPr>
            </a:lvl4pPr>
            <a:lvl5pPr lvl="4" rtl="0">
              <a:spcBef>
                <a:spcPts val="0"/>
              </a:spcBef>
              <a:spcAft>
                <a:spcPts val="0"/>
              </a:spcAft>
              <a:buSzPts val="2400"/>
              <a:buFont typeface="Arial"/>
              <a:buNone/>
              <a:defRPr>
                <a:latin typeface="Arial"/>
                <a:ea typeface="Arial"/>
                <a:cs typeface="Arial"/>
                <a:sym typeface="Arial"/>
              </a:defRPr>
            </a:lvl5pPr>
            <a:lvl6pPr lvl="5" rtl="0">
              <a:spcBef>
                <a:spcPts val="0"/>
              </a:spcBef>
              <a:spcAft>
                <a:spcPts val="0"/>
              </a:spcAft>
              <a:buSzPts val="2400"/>
              <a:buFont typeface="Arial"/>
              <a:buNone/>
              <a:defRPr>
                <a:latin typeface="Arial"/>
                <a:ea typeface="Arial"/>
                <a:cs typeface="Arial"/>
                <a:sym typeface="Arial"/>
              </a:defRPr>
            </a:lvl6pPr>
            <a:lvl7pPr lvl="6" rtl="0">
              <a:spcBef>
                <a:spcPts val="0"/>
              </a:spcBef>
              <a:spcAft>
                <a:spcPts val="0"/>
              </a:spcAft>
              <a:buSzPts val="2400"/>
              <a:buFont typeface="Arial"/>
              <a:buNone/>
              <a:defRPr>
                <a:latin typeface="Arial"/>
                <a:ea typeface="Arial"/>
                <a:cs typeface="Arial"/>
                <a:sym typeface="Arial"/>
              </a:defRPr>
            </a:lvl7pPr>
            <a:lvl8pPr lvl="7" rtl="0">
              <a:spcBef>
                <a:spcPts val="0"/>
              </a:spcBef>
              <a:spcAft>
                <a:spcPts val="0"/>
              </a:spcAft>
              <a:buSzPts val="2400"/>
              <a:buFont typeface="Arial"/>
              <a:buNone/>
              <a:defRPr>
                <a:latin typeface="Arial"/>
                <a:ea typeface="Arial"/>
                <a:cs typeface="Arial"/>
                <a:sym typeface="Arial"/>
              </a:defRPr>
            </a:lvl8pPr>
            <a:lvl9pPr lvl="8" rtl="0">
              <a:spcBef>
                <a:spcPts val="0"/>
              </a:spcBef>
              <a:spcAft>
                <a:spcPts val="0"/>
              </a:spcAft>
              <a:buSzPts val="2400"/>
              <a:buFont typeface="Arial"/>
              <a:buNone/>
              <a:defRPr>
                <a:latin typeface="Arial"/>
                <a:ea typeface="Arial"/>
                <a:cs typeface="Arial"/>
                <a:sym typeface="Aria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slideLayout" Target="../slideLayouts/slideLayout25.xml"/><Relationship Id="rId3"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5100" y="445025"/>
            <a:ext cx="77139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000"/>
              <a:buFont typeface="Cabin"/>
              <a:buNone/>
              <a:defRPr b="1" sz="3000">
                <a:solidFill>
                  <a:schemeClr val="dk1"/>
                </a:solidFill>
                <a:latin typeface="Cabin"/>
                <a:ea typeface="Cabin"/>
                <a:cs typeface="Cabin"/>
                <a:sym typeface="Cabin"/>
              </a:defRPr>
            </a:lvl1pPr>
            <a:lvl2pPr lvl="1" rtl="0">
              <a:spcBef>
                <a:spcPts val="0"/>
              </a:spcBef>
              <a:spcAft>
                <a:spcPts val="0"/>
              </a:spcAft>
              <a:buClr>
                <a:schemeClr val="dk1"/>
              </a:buClr>
              <a:buSzPts val="3500"/>
              <a:buFont typeface="Raleway"/>
              <a:buNone/>
              <a:defRPr sz="3500">
                <a:solidFill>
                  <a:schemeClr val="dk1"/>
                </a:solidFill>
                <a:latin typeface="Raleway"/>
                <a:ea typeface="Raleway"/>
                <a:cs typeface="Raleway"/>
                <a:sym typeface="Raleway"/>
              </a:defRPr>
            </a:lvl2pPr>
            <a:lvl3pPr lvl="2" rtl="0">
              <a:spcBef>
                <a:spcPts val="0"/>
              </a:spcBef>
              <a:spcAft>
                <a:spcPts val="0"/>
              </a:spcAft>
              <a:buClr>
                <a:schemeClr val="dk1"/>
              </a:buClr>
              <a:buSzPts val="3500"/>
              <a:buFont typeface="Raleway"/>
              <a:buNone/>
              <a:defRPr sz="3500">
                <a:solidFill>
                  <a:schemeClr val="dk1"/>
                </a:solidFill>
                <a:latin typeface="Raleway"/>
                <a:ea typeface="Raleway"/>
                <a:cs typeface="Raleway"/>
                <a:sym typeface="Raleway"/>
              </a:defRPr>
            </a:lvl3pPr>
            <a:lvl4pPr lvl="3" rtl="0">
              <a:spcBef>
                <a:spcPts val="0"/>
              </a:spcBef>
              <a:spcAft>
                <a:spcPts val="0"/>
              </a:spcAft>
              <a:buClr>
                <a:schemeClr val="dk1"/>
              </a:buClr>
              <a:buSzPts val="3500"/>
              <a:buFont typeface="Raleway"/>
              <a:buNone/>
              <a:defRPr sz="3500">
                <a:solidFill>
                  <a:schemeClr val="dk1"/>
                </a:solidFill>
                <a:latin typeface="Raleway"/>
                <a:ea typeface="Raleway"/>
                <a:cs typeface="Raleway"/>
                <a:sym typeface="Raleway"/>
              </a:defRPr>
            </a:lvl4pPr>
            <a:lvl5pPr lvl="4" rtl="0">
              <a:spcBef>
                <a:spcPts val="0"/>
              </a:spcBef>
              <a:spcAft>
                <a:spcPts val="0"/>
              </a:spcAft>
              <a:buClr>
                <a:schemeClr val="dk1"/>
              </a:buClr>
              <a:buSzPts val="3500"/>
              <a:buFont typeface="Raleway"/>
              <a:buNone/>
              <a:defRPr sz="3500">
                <a:solidFill>
                  <a:schemeClr val="dk1"/>
                </a:solidFill>
                <a:latin typeface="Raleway"/>
                <a:ea typeface="Raleway"/>
                <a:cs typeface="Raleway"/>
                <a:sym typeface="Raleway"/>
              </a:defRPr>
            </a:lvl5pPr>
            <a:lvl6pPr lvl="5" rtl="0">
              <a:spcBef>
                <a:spcPts val="0"/>
              </a:spcBef>
              <a:spcAft>
                <a:spcPts val="0"/>
              </a:spcAft>
              <a:buClr>
                <a:schemeClr val="dk1"/>
              </a:buClr>
              <a:buSzPts val="3500"/>
              <a:buFont typeface="Raleway"/>
              <a:buNone/>
              <a:defRPr sz="3500">
                <a:solidFill>
                  <a:schemeClr val="dk1"/>
                </a:solidFill>
                <a:latin typeface="Raleway"/>
                <a:ea typeface="Raleway"/>
                <a:cs typeface="Raleway"/>
                <a:sym typeface="Raleway"/>
              </a:defRPr>
            </a:lvl6pPr>
            <a:lvl7pPr lvl="6" rtl="0">
              <a:spcBef>
                <a:spcPts val="0"/>
              </a:spcBef>
              <a:spcAft>
                <a:spcPts val="0"/>
              </a:spcAft>
              <a:buClr>
                <a:schemeClr val="dk1"/>
              </a:buClr>
              <a:buSzPts val="3500"/>
              <a:buFont typeface="Raleway"/>
              <a:buNone/>
              <a:defRPr sz="3500">
                <a:solidFill>
                  <a:schemeClr val="dk1"/>
                </a:solidFill>
                <a:latin typeface="Raleway"/>
                <a:ea typeface="Raleway"/>
                <a:cs typeface="Raleway"/>
                <a:sym typeface="Raleway"/>
              </a:defRPr>
            </a:lvl7pPr>
            <a:lvl8pPr lvl="7" rtl="0">
              <a:spcBef>
                <a:spcPts val="0"/>
              </a:spcBef>
              <a:spcAft>
                <a:spcPts val="0"/>
              </a:spcAft>
              <a:buClr>
                <a:schemeClr val="dk1"/>
              </a:buClr>
              <a:buSzPts val="3500"/>
              <a:buFont typeface="Raleway"/>
              <a:buNone/>
              <a:defRPr sz="3500">
                <a:solidFill>
                  <a:schemeClr val="dk1"/>
                </a:solidFill>
                <a:latin typeface="Raleway"/>
                <a:ea typeface="Raleway"/>
                <a:cs typeface="Raleway"/>
                <a:sym typeface="Raleway"/>
              </a:defRPr>
            </a:lvl8pPr>
            <a:lvl9pPr lvl="8" rtl="0">
              <a:spcBef>
                <a:spcPts val="0"/>
              </a:spcBef>
              <a:spcAft>
                <a:spcPts val="0"/>
              </a:spcAft>
              <a:buClr>
                <a:schemeClr val="dk1"/>
              </a:buClr>
              <a:buSzPts val="3500"/>
              <a:buFont typeface="Raleway"/>
              <a:buNone/>
              <a:defRPr sz="3500">
                <a:solidFill>
                  <a:schemeClr val="dk1"/>
                </a:solidFill>
                <a:latin typeface="Raleway"/>
                <a:ea typeface="Raleway"/>
                <a:cs typeface="Raleway"/>
                <a:sym typeface="Raleway"/>
              </a:defRPr>
            </a:lvl9pPr>
          </a:lstStyle>
          <a:p/>
        </p:txBody>
      </p:sp>
      <p:sp>
        <p:nvSpPr>
          <p:cNvPr id="7" name="Google Shape;7;p1"/>
          <p:cNvSpPr txBox="1"/>
          <p:nvPr>
            <p:ph idx="1" type="body"/>
          </p:nvPr>
        </p:nvSpPr>
        <p:spPr>
          <a:xfrm>
            <a:off x="715100" y="1152475"/>
            <a:ext cx="7713900" cy="3416400"/>
          </a:xfrm>
          <a:prstGeom prst="rect">
            <a:avLst/>
          </a:prstGeom>
          <a:noFill/>
          <a:ln>
            <a:noFill/>
          </a:ln>
        </p:spPr>
        <p:txBody>
          <a:bodyPr anchorCtr="0" anchor="t" bIns="91425" lIns="91425" spcFirstLastPara="1" rIns="91425" wrap="square" tIns="91425">
            <a:noAutofit/>
          </a:bodyPr>
          <a:lstStyle>
            <a:lvl1pPr indent="-304800" lvl="0" marL="457200">
              <a:lnSpc>
                <a:spcPct val="100000"/>
              </a:lnSpc>
              <a:spcBef>
                <a:spcPts val="0"/>
              </a:spcBef>
              <a:spcAft>
                <a:spcPts val="0"/>
              </a:spcAft>
              <a:buClr>
                <a:schemeClr val="dk1"/>
              </a:buClr>
              <a:buSzPts val="1200"/>
              <a:buFont typeface="Nanum Gothic"/>
              <a:buChar char="●"/>
              <a:defRPr sz="1200">
                <a:solidFill>
                  <a:schemeClr val="dk1"/>
                </a:solidFill>
                <a:latin typeface="Nanum Gothic"/>
                <a:ea typeface="Nanum Gothic"/>
                <a:cs typeface="Nanum Gothic"/>
                <a:sym typeface="Nanum Gothic"/>
              </a:defRPr>
            </a:lvl1pPr>
            <a:lvl2pPr indent="-304800" lvl="1" marL="914400">
              <a:lnSpc>
                <a:spcPct val="100000"/>
              </a:lnSpc>
              <a:spcBef>
                <a:spcPts val="0"/>
              </a:spcBef>
              <a:spcAft>
                <a:spcPts val="0"/>
              </a:spcAft>
              <a:buClr>
                <a:schemeClr val="dk1"/>
              </a:buClr>
              <a:buSzPts val="1200"/>
              <a:buFont typeface="Nanum Gothic"/>
              <a:buChar char="○"/>
              <a:defRPr sz="1200">
                <a:solidFill>
                  <a:schemeClr val="dk1"/>
                </a:solidFill>
                <a:latin typeface="Nanum Gothic"/>
                <a:ea typeface="Nanum Gothic"/>
                <a:cs typeface="Nanum Gothic"/>
                <a:sym typeface="Nanum Gothic"/>
              </a:defRPr>
            </a:lvl2pPr>
            <a:lvl3pPr indent="-304800" lvl="2" marL="1371600">
              <a:lnSpc>
                <a:spcPct val="100000"/>
              </a:lnSpc>
              <a:spcBef>
                <a:spcPts val="0"/>
              </a:spcBef>
              <a:spcAft>
                <a:spcPts val="0"/>
              </a:spcAft>
              <a:buClr>
                <a:schemeClr val="dk1"/>
              </a:buClr>
              <a:buSzPts val="1200"/>
              <a:buFont typeface="Nanum Gothic"/>
              <a:buChar char="■"/>
              <a:defRPr sz="1200">
                <a:solidFill>
                  <a:schemeClr val="dk1"/>
                </a:solidFill>
                <a:latin typeface="Nanum Gothic"/>
                <a:ea typeface="Nanum Gothic"/>
                <a:cs typeface="Nanum Gothic"/>
                <a:sym typeface="Nanum Gothic"/>
              </a:defRPr>
            </a:lvl3pPr>
            <a:lvl4pPr indent="-304800" lvl="3" marL="1828800">
              <a:lnSpc>
                <a:spcPct val="100000"/>
              </a:lnSpc>
              <a:spcBef>
                <a:spcPts val="0"/>
              </a:spcBef>
              <a:spcAft>
                <a:spcPts val="0"/>
              </a:spcAft>
              <a:buClr>
                <a:schemeClr val="dk1"/>
              </a:buClr>
              <a:buSzPts val="1200"/>
              <a:buFont typeface="Nanum Gothic"/>
              <a:buChar char="●"/>
              <a:defRPr sz="1200">
                <a:solidFill>
                  <a:schemeClr val="dk1"/>
                </a:solidFill>
                <a:latin typeface="Nanum Gothic"/>
                <a:ea typeface="Nanum Gothic"/>
                <a:cs typeface="Nanum Gothic"/>
                <a:sym typeface="Nanum Gothic"/>
              </a:defRPr>
            </a:lvl4pPr>
            <a:lvl5pPr indent="-304800" lvl="4" marL="2286000">
              <a:lnSpc>
                <a:spcPct val="100000"/>
              </a:lnSpc>
              <a:spcBef>
                <a:spcPts val="0"/>
              </a:spcBef>
              <a:spcAft>
                <a:spcPts val="0"/>
              </a:spcAft>
              <a:buClr>
                <a:schemeClr val="dk1"/>
              </a:buClr>
              <a:buSzPts val="1200"/>
              <a:buFont typeface="Nanum Gothic"/>
              <a:buChar char="○"/>
              <a:defRPr sz="1200">
                <a:solidFill>
                  <a:schemeClr val="dk1"/>
                </a:solidFill>
                <a:latin typeface="Nanum Gothic"/>
                <a:ea typeface="Nanum Gothic"/>
                <a:cs typeface="Nanum Gothic"/>
                <a:sym typeface="Nanum Gothic"/>
              </a:defRPr>
            </a:lvl5pPr>
            <a:lvl6pPr indent="-304800" lvl="5" marL="2743200">
              <a:lnSpc>
                <a:spcPct val="100000"/>
              </a:lnSpc>
              <a:spcBef>
                <a:spcPts val="0"/>
              </a:spcBef>
              <a:spcAft>
                <a:spcPts val="0"/>
              </a:spcAft>
              <a:buClr>
                <a:schemeClr val="dk1"/>
              </a:buClr>
              <a:buSzPts val="1200"/>
              <a:buFont typeface="Nanum Gothic"/>
              <a:buChar char="■"/>
              <a:defRPr sz="1200">
                <a:solidFill>
                  <a:schemeClr val="dk1"/>
                </a:solidFill>
                <a:latin typeface="Nanum Gothic"/>
                <a:ea typeface="Nanum Gothic"/>
                <a:cs typeface="Nanum Gothic"/>
                <a:sym typeface="Nanum Gothic"/>
              </a:defRPr>
            </a:lvl6pPr>
            <a:lvl7pPr indent="-304800" lvl="6" marL="3200400">
              <a:lnSpc>
                <a:spcPct val="100000"/>
              </a:lnSpc>
              <a:spcBef>
                <a:spcPts val="0"/>
              </a:spcBef>
              <a:spcAft>
                <a:spcPts val="0"/>
              </a:spcAft>
              <a:buClr>
                <a:schemeClr val="dk1"/>
              </a:buClr>
              <a:buSzPts val="1200"/>
              <a:buFont typeface="Nanum Gothic"/>
              <a:buChar char="●"/>
              <a:defRPr sz="1200">
                <a:solidFill>
                  <a:schemeClr val="dk1"/>
                </a:solidFill>
                <a:latin typeface="Nanum Gothic"/>
                <a:ea typeface="Nanum Gothic"/>
                <a:cs typeface="Nanum Gothic"/>
                <a:sym typeface="Nanum Gothic"/>
              </a:defRPr>
            </a:lvl7pPr>
            <a:lvl8pPr indent="-304800" lvl="7" marL="3657600">
              <a:lnSpc>
                <a:spcPct val="100000"/>
              </a:lnSpc>
              <a:spcBef>
                <a:spcPts val="0"/>
              </a:spcBef>
              <a:spcAft>
                <a:spcPts val="0"/>
              </a:spcAft>
              <a:buClr>
                <a:schemeClr val="dk1"/>
              </a:buClr>
              <a:buSzPts val="1200"/>
              <a:buFont typeface="Nanum Gothic"/>
              <a:buChar char="○"/>
              <a:defRPr sz="1200">
                <a:solidFill>
                  <a:schemeClr val="dk1"/>
                </a:solidFill>
                <a:latin typeface="Nanum Gothic"/>
                <a:ea typeface="Nanum Gothic"/>
                <a:cs typeface="Nanum Gothic"/>
                <a:sym typeface="Nanum Gothic"/>
              </a:defRPr>
            </a:lvl8pPr>
            <a:lvl9pPr indent="-304800" lvl="8" marL="4114800">
              <a:lnSpc>
                <a:spcPct val="100000"/>
              </a:lnSpc>
              <a:spcBef>
                <a:spcPts val="0"/>
              </a:spcBef>
              <a:spcAft>
                <a:spcPts val="0"/>
              </a:spcAft>
              <a:buClr>
                <a:schemeClr val="dk1"/>
              </a:buClr>
              <a:buSzPts val="1200"/>
              <a:buFont typeface="Nanum Gothic"/>
              <a:buChar char="■"/>
              <a:defRPr sz="1200">
                <a:solidFill>
                  <a:schemeClr val="dk1"/>
                </a:solidFill>
                <a:latin typeface="Nanum Gothic"/>
                <a:ea typeface="Nanum Gothic"/>
                <a:cs typeface="Nanum Gothic"/>
                <a:sym typeface="Nanum Gothic"/>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0E2A47"/>
        </a:solidFill>
      </p:bgPr>
    </p:bg>
    <p:spTree>
      <p:nvGrpSpPr>
        <p:cNvPr id="1094" name="Shape 1094"/>
        <p:cNvGrpSpPr/>
        <p:nvPr/>
      </p:nvGrpSpPr>
      <p:grpSpPr>
        <a:xfrm>
          <a:off x="0" y="0"/>
          <a:ext cx="0" cy="0"/>
          <a:chOff x="0" y="0"/>
          <a:chExt cx="0" cy="0"/>
        </a:xfrm>
      </p:grpSpPr>
      <p:sp>
        <p:nvSpPr>
          <p:cNvPr id="1095" name="Google Shape;1095;p25"/>
          <p:cNvSpPr txBox="1"/>
          <p:nvPr>
            <p:ph type="title"/>
          </p:nvPr>
        </p:nvSpPr>
        <p:spPr>
          <a:xfrm>
            <a:off x="1068100" y="933450"/>
            <a:ext cx="7047300" cy="4824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p:txBody>
      </p:sp>
      <p:sp>
        <p:nvSpPr>
          <p:cNvPr id="1096" name="Google Shape;1096;p25"/>
          <p:cNvSpPr txBox="1"/>
          <p:nvPr>
            <p:ph idx="1" type="body"/>
          </p:nvPr>
        </p:nvSpPr>
        <p:spPr>
          <a:xfrm>
            <a:off x="1068100" y="1695450"/>
            <a:ext cx="7047300" cy="2502000"/>
          </a:xfrm>
          <a:prstGeom prst="rect">
            <a:avLst/>
          </a:prstGeom>
          <a:noFill/>
          <a:ln>
            <a:noFill/>
          </a:ln>
        </p:spPr>
        <p:txBody>
          <a:bodyPr anchorCtr="0" anchor="t" bIns="91425" lIns="91425" spcFirstLastPara="1" rIns="91425" wrap="square" tIns="91425">
            <a:noAutofit/>
          </a:bodyPr>
          <a:lstStyle>
            <a:lvl1pPr indent="-298450" lvl="0" marL="4572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indent="-298450" lvl="1" marL="9144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indent="-298450" lvl="2" marL="13716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indent="-298450" lvl="3" marL="18288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indent="-298450" lvl="4" marL="22860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indent="-298450" lvl="5" marL="27432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indent="-298450" lvl="6" marL="32004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indent="-298450" lvl="7" marL="36576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indent="-298450" lvl="8" marL="41148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p:txBody>
      </p:sp>
    </p:spTree>
  </p:cSld>
  <p:clrMap accent1="accent1" accent2="accent2" accent3="accent3" accent4="accent4" accent5="accent5" accent6="accent6" bg1="lt1" bg2="dk2" tx1="dk1" tx2="lt2" folHlink="folHlink" hlink="hlink"/>
  <p:sldLayoutIdLst>
    <p:sldLayoutId id="2147483671" r:id="rId1"/>
    <p:sldLayoutId id="2147483672"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7.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1188720" y="1280160"/>
            <a:ext cx="6766560" cy="1463040"/>
          </a:xfrm>
        </p:spPr>
        <p:txBody>
          <a:bodyPr/>
          <a:lstStyle/>
          <a:p>
            <a:pPr marL="0" indent="0">
              <a:buNone/>
            </a:pPr>
            <a:r>
              <a:rPr sz="3200"/>
              <a:t>Detecting Cardiovascular Disease from a Routine Check-up</a:t>
            </a:r>
          </a:p>
        </p:txBody>
      </p:sp>
      <p:sp>
        <p:nvSpPr>
          <p:cNvPr id="3" name="Subtitle 2"/>
          <p:cNvSpPr>
            <a:spLocks noGrp="1"/>
          </p:cNvSpPr>
          <p:nvPr>
            <p:ph type="subTitle" idx="1"/>
          </p:nvPr>
        </p:nvSpPr>
        <p:spPr>
          <a:xfrm>
            <a:off x="1371600" y="2788920"/>
            <a:ext cx="6400800" cy="411480"/>
          </a:xfrm>
        </p:spPr>
        <p:txBody>
          <a:bodyPr/>
          <a:lstStyle/>
          <a:p>
            <a:pPr marL="0" indent="0">
              <a:buNone/>
            </a:pPr>
            <a:r>
              <a:rPr sz="1300"/>
              <a:t>Patient's Sickness Prediction · 70,000 medical examinations</a:t>
            </a:r>
          </a:p>
        </p:txBody>
      </p:sp>
      <p:pic>
        <p:nvPicPr>
          <p:cNvPr id="4" name="!!logo" descr="lu-logo-plate.png"/>
          <p:cNvPicPr>
            <a:picLocks noChangeAspect="1"/>
          </p:cNvPicPr>
          <p:nvPr/>
        </p:nvPicPr>
        <p:blipFill>
          <a:blip r:embed="rId2"/>
          <a:stretch>
            <a:fillRect/>
          </a:stretch>
        </p:blipFill>
        <p:spPr>
          <a:xfrm>
            <a:off x="4190134" y="164592"/>
            <a:ext cx="763731" cy="960120"/>
          </a:xfrm>
          <a:prstGeom prst="rect">
            <a:avLst/>
          </a:prstGeom>
        </p:spPr>
      </p:pic>
      <p:sp>
        <p:nvSpPr>
          <p:cNvPr id="5" name="!!byline"/>
          <p:cNvSpPr txBox="1"/>
          <p:nvPr/>
        </p:nvSpPr>
        <p:spPr>
          <a:xfrm>
            <a:off x="1828800" y="3520440"/>
            <a:ext cx="5486400" cy="731520"/>
          </a:xfrm>
          <a:prstGeom prst="rect">
            <a:avLst/>
          </a:prstGeom>
          <a:noFill/>
        </p:spPr>
        <p:txBody>
          <a:bodyPr wrap="square" anchor="t" lIns="0" rIns="0" tIns="0" bIns="0">
            <a:spAutoFit/>
          </a:bodyPr>
          <a:lstStyle/>
          <a:p>
            <a:pPr algn="ctr"/>
            <a:r>
              <a:rPr sz="1700" b="1" i="0">
                <a:solidFill>
                  <a:srgbClr val="0D3C4C"/>
                </a:solidFill>
                <a:latin typeface="Cabin"/>
              </a:rPr>
              <a:t>Hadi Ghazi</a:t>
            </a:r>
          </a:p>
          <a:p>
            <a:pPr algn="ctr">
              <a:spcBef>
                <a:spcPts val="300"/>
              </a:spcBef>
            </a:pPr>
            <a:r>
              <a:rPr sz="1250" b="1" i="0">
                <a:solidFill>
                  <a:srgbClr val="B23A2E"/>
                </a:solidFill>
                <a:latin typeface="Nanum Gothic"/>
              </a:rPr>
              <a:t>Lebanese University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marL="0" indent="0">
              <a:buNone/>
            </a:pPr>
            <a:r>
              <a:t>Why this matters</a:t>
            </a:r>
          </a:p>
        </p:txBody>
      </p:sp>
      <p:sp>
        <p:nvSpPr>
          <p:cNvPr id="3" name="Rounded Rectangle 2"/>
          <p:cNvSpPr/>
          <p:nvPr/>
        </p:nvSpPr>
        <p:spPr>
          <a:xfrm>
            <a:off x="722376" y="1234440"/>
            <a:ext cx="2971800" cy="3429000"/>
          </a:xfrm>
          <a:prstGeom prst="roundRect">
            <a:avLst>
              <a:gd name="adj" fmla="val 12000"/>
            </a:avLst>
          </a:prstGeom>
          <a:solidFill>
            <a:srgbClr val="EEF6F9"/>
          </a:solidFill>
          <a:ln>
            <a:noFill/>
          </a:ln>
        </p:spPr>
        <p:txBody>
          <a:bodyPr rtlCol="0" anchor="ctr" lIns="73152" rIns="73152" tIns="27432" bIns="27432"/>
          <a:lstStyle/>
          <a:p>
            <a:pPr algn="ctr"/>
          </a:p>
        </p:txBody>
      </p:sp>
      <p:sp>
        <p:nvSpPr>
          <p:cNvPr id="4" name="Oval 3"/>
          <p:cNvSpPr/>
          <p:nvPr/>
        </p:nvSpPr>
        <p:spPr>
          <a:xfrm>
            <a:off x="950976" y="1463040"/>
            <a:ext cx="640080" cy="640080"/>
          </a:xfrm>
          <a:prstGeom prst="ellipse">
            <a:avLst/>
          </a:prstGeom>
          <a:solidFill>
            <a:srgbClr val="E05A4F"/>
          </a:solidFill>
          <a:ln>
            <a:noFill/>
          </a:ln>
        </p:spPr>
        <p:txBody>
          <a:bodyPr rtlCol="0" anchor="ctr" lIns="73152" rIns="73152" tIns="27432" bIns="27432"/>
          <a:lstStyle/>
          <a:p>
            <a:pPr algn="ctr"/>
          </a:p>
        </p:txBody>
      </p:sp>
      <p:grpSp>
        <p:nvGrpSpPr>
          <p:cNvPr id="5" name="icon heart"/>
          <p:cNvGrpSpPr/>
          <p:nvPr/>
        </p:nvGrpSpPr>
        <p:grpSpPr>
          <a:xfrm>
            <a:off x="1091793" y="1627510"/>
            <a:ext cx="358444" cy="311138"/>
            <a:chOff x="-28462125" y="3199700"/>
            <a:chExt cx="298550" cy="259150"/>
          </a:xfrm>
        </p:grpSpPr>
        <p:sp>
          <p:nvSpPr>
            <p:cNvPr id="6" name="Google Shape;6328;p61"/>
            <p:cNvSpPr/>
            <p:nvPr/>
          </p:nvSpPr>
          <p:spPr>
            <a:xfrm>
              <a:off x="-28459750" y="3284775"/>
              <a:ext cx="296175" cy="104775"/>
            </a:xfrm>
            <a:custGeom>
              <a:rect b="b" l="l" r="r" t="t"/>
              <a:pathLst>
                <a:path extrusionOk="0" h="4191" w="11847">
                  <a:moveTo>
                    <a:pt x="5230" y="0"/>
                  </a:moveTo>
                  <a:cubicBezTo>
                    <a:pt x="5073" y="0"/>
                    <a:pt x="4947" y="63"/>
                    <a:pt x="4915" y="189"/>
                  </a:cubicBezTo>
                  <a:lnTo>
                    <a:pt x="4096" y="2080"/>
                  </a:lnTo>
                  <a:lnTo>
                    <a:pt x="347" y="2080"/>
                  </a:lnTo>
                  <a:cubicBezTo>
                    <a:pt x="158" y="2080"/>
                    <a:pt x="0" y="2237"/>
                    <a:pt x="0" y="2426"/>
                  </a:cubicBezTo>
                  <a:cubicBezTo>
                    <a:pt x="0" y="2615"/>
                    <a:pt x="158" y="2773"/>
                    <a:pt x="347" y="2773"/>
                  </a:cubicBezTo>
                  <a:lnTo>
                    <a:pt x="4316" y="2773"/>
                  </a:lnTo>
                  <a:cubicBezTo>
                    <a:pt x="4411" y="2773"/>
                    <a:pt x="4505" y="2710"/>
                    <a:pt x="4600" y="2584"/>
                  </a:cubicBezTo>
                  <a:lnTo>
                    <a:pt x="5199" y="1292"/>
                  </a:lnTo>
                  <a:lnTo>
                    <a:pt x="6238" y="3970"/>
                  </a:lnTo>
                  <a:cubicBezTo>
                    <a:pt x="6301" y="4096"/>
                    <a:pt x="6396" y="4159"/>
                    <a:pt x="6522" y="4191"/>
                  </a:cubicBezTo>
                  <a:lnTo>
                    <a:pt x="6553" y="4191"/>
                  </a:lnTo>
                  <a:cubicBezTo>
                    <a:pt x="6679" y="4191"/>
                    <a:pt x="6805" y="4127"/>
                    <a:pt x="6868" y="4033"/>
                  </a:cubicBezTo>
                  <a:lnTo>
                    <a:pt x="7624" y="2836"/>
                  </a:lnTo>
                  <a:lnTo>
                    <a:pt x="11500" y="2836"/>
                  </a:lnTo>
                  <a:cubicBezTo>
                    <a:pt x="11689" y="2836"/>
                    <a:pt x="11846" y="2678"/>
                    <a:pt x="11846" y="2458"/>
                  </a:cubicBezTo>
                  <a:cubicBezTo>
                    <a:pt x="11846" y="2269"/>
                    <a:pt x="11689" y="2111"/>
                    <a:pt x="11500" y="2111"/>
                  </a:cubicBezTo>
                  <a:lnTo>
                    <a:pt x="7435" y="2111"/>
                  </a:lnTo>
                  <a:cubicBezTo>
                    <a:pt x="7309" y="2111"/>
                    <a:pt x="7183" y="2206"/>
                    <a:pt x="7120" y="2269"/>
                  </a:cubicBezTo>
                  <a:lnTo>
                    <a:pt x="6648" y="3056"/>
                  </a:lnTo>
                  <a:lnTo>
                    <a:pt x="5545" y="221"/>
                  </a:lnTo>
                  <a:cubicBezTo>
                    <a:pt x="5514" y="95"/>
                    <a:pt x="5388" y="0"/>
                    <a:pt x="523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 name="Google Shape;6329;p61"/>
            <p:cNvSpPr/>
            <p:nvPr/>
          </p:nvSpPr>
          <p:spPr>
            <a:xfrm>
              <a:off x="-28462125" y="3199700"/>
              <a:ext cx="295400" cy="125275"/>
            </a:xfrm>
            <a:custGeom>
              <a:rect b="b" l="l" r="r" t="t"/>
              <a:pathLst>
                <a:path extrusionOk="0" h="5011" w="11816">
                  <a:moveTo>
                    <a:pt x="3151" y="1"/>
                  </a:moveTo>
                  <a:cubicBezTo>
                    <a:pt x="1387" y="1"/>
                    <a:pt x="1" y="1419"/>
                    <a:pt x="1" y="3277"/>
                  </a:cubicBezTo>
                  <a:cubicBezTo>
                    <a:pt x="1" y="3876"/>
                    <a:pt x="158" y="4349"/>
                    <a:pt x="442" y="4821"/>
                  </a:cubicBezTo>
                  <a:lnTo>
                    <a:pt x="3655" y="4821"/>
                  </a:lnTo>
                  <a:lnTo>
                    <a:pt x="4285" y="3340"/>
                  </a:lnTo>
                  <a:cubicBezTo>
                    <a:pt x="4443" y="2994"/>
                    <a:pt x="4821" y="2773"/>
                    <a:pt x="5199" y="2710"/>
                  </a:cubicBezTo>
                  <a:cubicBezTo>
                    <a:pt x="5672" y="2710"/>
                    <a:pt x="6018" y="2994"/>
                    <a:pt x="6176" y="3403"/>
                  </a:cubicBezTo>
                  <a:lnTo>
                    <a:pt x="6806" y="5010"/>
                  </a:lnTo>
                  <a:cubicBezTo>
                    <a:pt x="6963" y="4884"/>
                    <a:pt x="7215" y="4821"/>
                    <a:pt x="7404" y="4821"/>
                  </a:cubicBezTo>
                  <a:lnTo>
                    <a:pt x="11374" y="4821"/>
                  </a:lnTo>
                  <a:cubicBezTo>
                    <a:pt x="11626" y="4349"/>
                    <a:pt x="11815" y="3813"/>
                    <a:pt x="11815" y="3277"/>
                  </a:cubicBezTo>
                  <a:cubicBezTo>
                    <a:pt x="11815" y="1419"/>
                    <a:pt x="10429" y="1"/>
                    <a:pt x="8665" y="1"/>
                  </a:cubicBezTo>
                  <a:cubicBezTo>
                    <a:pt x="7247" y="1"/>
                    <a:pt x="6396" y="977"/>
                    <a:pt x="5924" y="1860"/>
                  </a:cubicBezTo>
                  <a:cubicBezTo>
                    <a:pt x="5451" y="977"/>
                    <a:pt x="4537" y="1"/>
                    <a:pt x="315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 name="Google Shape;6330;p61"/>
            <p:cNvSpPr/>
            <p:nvPr/>
          </p:nvSpPr>
          <p:spPr>
            <a:xfrm>
              <a:off x="-28405400" y="3360375"/>
              <a:ext cx="186675" cy="98475"/>
            </a:xfrm>
            <a:custGeom>
              <a:rect b="b" l="l" r="r" t="t"/>
              <a:pathLst>
                <a:path extrusionOk="0" h="3939" w="7467">
                  <a:moveTo>
                    <a:pt x="2962" y="1"/>
                  </a:moveTo>
                  <a:cubicBezTo>
                    <a:pt x="2773" y="284"/>
                    <a:pt x="2458" y="442"/>
                    <a:pt x="2111" y="442"/>
                  </a:cubicBezTo>
                  <a:lnTo>
                    <a:pt x="0" y="442"/>
                  </a:lnTo>
                  <a:cubicBezTo>
                    <a:pt x="158" y="599"/>
                    <a:pt x="347" y="757"/>
                    <a:pt x="536" y="914"/>
                  </a:cubicBezTo>
                  <a:cubicBezTo>
                    <a:pt x="1449" y="1734"/>
                    <a:pt x="2426" y="2647"/>
                    <a:pt x="3434" y="3813"/>
                  </a:cubicBezTo>
                  <a:cubicBezTo>
                    <a:pt x="3529" y="3907"/>
                    <a:pt x="3592" y="3939"/>
                    <a:pt x="3718" y="3939"/>
                  </a:cubicBezTo>
                  <a:cubicBezTo>
                    <a:pt x="3844" y="3939"/>
                    <a:pt x="3907" y="3907"/>
                    <a:pt x="4001" y="3813"/>
                  </a:cubicBezTo>
                  <a:cubicBezTo>
                    <a:pt x="4978" y="2584"/>
                    <a:pt x="6018" y="1734"/>
                    <a:pt x="6900" y="914"/>
                  </a:cubicBezTo>
                  <a:cubicBezTo>
                    <a:pt x="7120" y="757"/>
                    <a:pt x="7278" y="599"/>
                    <a:pt x="7467" y="442"/>
                  </a:cubicBezTo>
                  <a:lnTo>
                    <a:pt x="5860" y="442"/>
                  </a:lnTo>
                  <a:lnTo>
                    <a:pt x="5293" y="1324"/>
                  </a:lnTo>
                  <a:cubicBezTo>
                    <a:pt x="5104" y="1639"/>
                    <a:pt x="4789" y="1860"/>
                    <a:pt x="4379" y="1860"/>
                  </a:cubicBezTo>
                  <a:lnTo>
                    <a:pt x="4316" y="1860"/>
                  </a:lnTo>
                  <a:cubicBezTo>
                    <a:pt x="3907" y="1797"/>
                    <a:pt x="3592" y="1576"/>
                    <a:pt x="3434" y="1167"/>
                  </a:cubicBezTo>
                  <a:lnTo>
                    <a:pt x="2962"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 name="TextBox 8"/>
          <p:cNvSpPr txBox="1"/>
          <p:nvPr/>
        </p:nvSpPr>
        <p:spPr>
          <a:xfrm>
            <a:off x="950976" y="2286000"/>
            <a:ext cx="2560320" cy="548640"/>
          </a:xfrm>
          <a:prstGeom prst="rect">
            <a:avLst/>
          </a:prstGeom>
          <a:noFill/>
        </p:spPr>
        <p:txBody>
          <a:bodyPr wrap="square" anchor="t" lIns="0" rIns="0" tIns="0" bIns="0">
            <a:spAutoFit/>
          </a:bodyPr>
          <a:lstStyle/>
          <a:p>
            <a:pPr algn="l"/>
            <a:r>
              <a:rPr sz="3000" b="1" i="0">
                <a:solidFill>
                  <a:srgbClr val="B23A2E"/>
                </a:solidFill>
                <a:latin typeface="Cabin"/>
              </a:rPr>
              <a:t>17.9 million</a:t>
            </a:r>
          </a:p>
        </p:txBody>
      </p:sp>
      <p:sp>
        <p:nvSpPr>
          <p:cNvPr id="10" name="TextBox 9"/>
          <p:cNvSpPr txBox="1"/>
          <p:nvPr/>
        </p:nvSpPr>
        <p:spPr>
          <a:xfrm>
            <a:off x="950976" y="2852928"/>
            <a:ext cx="2560320" cy="822960"/>
          </a:xfrm>
          <a:prstGeom prst="rect">
            <a:avLst/>
          </a:prstGeom>
          <a:noFill/>
        </p:spPr>
        <p:txBody>
          <a:bodyPr wrap="square" anchor="t" lIns="0" rIns="0" tIns="0" bIns="0">
            <a:spAutoFit/>
          </a:bodyPr>
          <a:lstStyle/>
          <a:p>
            <a:pPr algn="l"/>
            <a:r>
              <a:rPr sz="1250" b="0" i="0">
                <a:solidFill>
                  <a:srgbClr val="0D3C4C"/>
                </a:solidFill>
                <a:latin typeface="Nanum Gothic"/>
              </a:rPr>
              <a:t>deaths a year from cardiovascular disease, the world's leading cause of death (WHO)</a:t>
            </a:r>
          </a:p>
        </p:txBody>
      </p:sp>
      <p:sp>
        <p:nvSpPr>
          <p:cNvPr id="11" name="TextBox 10"/>
          <p:cNvSpPr txBox="1"/>
          <p:nvPr/>
        </p:nvSpPr>
        <p:spPr>
          <a:xfrm>
            <a:off x="950976" y="3767328"/>
            <a:ext cx="2560320" cy="731520"/>
          </a:xfrm>
          <a:prstGeom prst="rect">
            <a:avLst/>
          </a:prstGeom>
          <a:noFill/>
        </p:spPr>
        <p:txBody>
          <a:bodyPr wrap="square" anchor="t" lIns="0" rIns="0" tIns="0" bIns="0">
            <a:spAutoFit/>
          </a:bodyPr>
          <a:lstStyle/>
          <a:p>
            <a:pPr algn="l"/>
            <a:r>
              <a:rPr sz="1200" b="0" i="0">
                <a:solidFill>
                  <a:srgbClr val="4F6A73"/>
                </a:solidFill>
                <a:latin typeface="Nanum Gothic"/>
              </a:rPr>
              <a:t>Many could be delayed if patients at risk were found early, at an ordinary check-up.</a:t>
            </a:r>
          </a:p>
        </p:txBody>
      </p:sp>
      <p:sp>
        <p:nvSpPr>
          <p:cNvPr id="12" name="TextBox 11"/>
          <p:cNvSpPr txBox="1"/>
          <p:nvPr/>
        </p:nvSpPr>
        <p:spPr>
          <a:xfrm>
            <a:off x="4069080" y="1234440"/>
            <a:ext cx="4343400" cy="274320"/>
          </a:xfrm>
          <a:prstGeom prst="rect">
            <a:avLst/>
          </a:prstGeom>
          <a:noFill/>
        </p:spPr>
        <p:txBody>
          <a:bodyPr wrap="square" anchor="t" lIns="0" rIns="0" tIns="0" bIns="0">
            <a:spAutoFit/>
          </a:bodyPr>
          <a:lstStyle/>
          <a:p>
            <a:pPr algn="l"/>
            <a:r>
              <a:rPr sz="1050" b="1" i="0">
                <a:solidFill>
                  <a:srgbClr val="B23A2E"/>
                </a:solidFill>
                <a:latin typeface="Nanum Gothic"/>
              </a:rPr>
              <a:t>OBJECTIVE</a:t>
            </a:r>
          </a:p>
        </p:txBody>
      </p:sp>
      <p:sp>
        <p:nvSpPr>
          <p:cNvPr id="13" name="TextBox 12"/>
          <p:cNvSpPr txBox="1"/>
          <p:nvPr/>
        </p:nvSpPr>
        <p:spPr>
          <a:xfrm>
            <a:off x="4069080" y="1481328"/>
            <a:ext cx="4343400" cy="685800"/>
          </a:xfrm>
          <a:prstGeom prst="rect">
            <a:avLst/>
          </a:prstGeom>
          <a:noFill/>
        </p:spPr>
        <p:txBody>
          <a:bodyPr wrap="square" anchor="t" lIns="0" rIns="0" tIns="0" bIns="0">
            <a:spAutoFit/>
          </a:bodyPr>
          <a:lstStyle/>
          <a:p>
            <a:pPr algn="l"/>
            <a:r>
              <a:rPr sz="1450" b="1" i="0">
                <a:solidFill>
                  <a:srgbClr val="0D3C4C"/>
                </a:solidFill>
                <a:latin typeface="Cabin"/>
              </a:rPr>
              <a:t>Build a model that detects cardiovascular disease from one examination, and measure honestly how good it is</a:t>
            </a:r>
          </a:p>
        </p:txBody>
      </p:sp>
      <p:sp>
        <p:nvSpPr>
          <p:cNvPr id="14" name="!!q0"/>
          <p:cNvSpPr/>
          <p:nvPr/>
        </p:nvSpPr>
        <p:spPr>
          <a:xfrm>
            <a:off x="4069080" y="2377440"/>
            <a:ext cx="530352" cy="530352"/>
          </a:xfrm>
          <a:prstGeom prst="ellipse">
            <a:avLst/>
          </a:prstGeom>
          <a:solidFill>
            <a:srgbClr val="0D3C4C"/>
          </a:solidFill>
          <a:ln>
            <a:noFill/>
          </a:ln>
        </p:spPr>
        <p:txBody>
          <a:bodyPr rtlCol="0" anchor="ctr" lIns="73152" rIns="73152" tIns="27432" bIns="27432"/>
          <a:lstStyle/>
          <a:p>
            <a:pPr algn="ctr"/>
          </a:p>
        </p:txBody>
      </p:sp>
      <p:grpSp>
        <p:nvGrpSpPr>
          <p:cNvPr id="15" name="icon bars"/>
          <p:cNvGrpSpPr/>
          <p:nvPr/>
        </p:nvGrpSpPr>
        <p:grpSpPr>
          <a:xfrm>
            <a:off x="4185757" y="2494852"/>
            <a:ext cx="296997" cy="295527"/>
            <a:chOff x="-62151950" y="4111775"/>
            <a:chExt cx="318225" cy="316650"/>
          </a:xfrm>
        </p:grpSpPr>
        <p:sp>
          <p:nvSpPr>
            <p:cNvPr id="16" name="Google Shape;6669;p62"/>
            <p:cNvSpPr/>
            <p:nvPr/>
          </p:nvSpPr>
          <p:spPr>
            <a:xfrm>
              <a:off x="-62151950" y="4407925"/>
              <a:ext cx="318225" cy="20500"/>
            </a:xfrm>
            <a:custGeom>
              <a:rect b="b" l="l" r="r" t="t"/>
              <a:pathLst>
                <a:path extrusionOk="0" h="820" w="12729">
                  <a:moveTo>
                    <a:pt x="442" y="0"/>
                  </a:moveTo>
                  <a:cubicBezTo>
                    <a:pt x="221" y="0"/>
                    <a:pt x="1" y="189"/>
                    <a:pt x="1" y="441"/>
                  </a:cubicBezTo>
                  <a:cubicBezTo>
                    <a:pt x="1" y="662"/>
                    <a:pt x="221" y="819"/>
                    <a:pt x="442" y="819"/>
                  </a:cubicBezTo>
                  <a:lnTo>
                    <a:pt x="12288" y="819"/>
                  </a:lnTo>
                  <a:cubicBezTo>
                    <a:pt x="12540" y="819"/>
                    <a:pt x="12697" y="630"/>
                    <a:pt x="12697" y="441"/>
                  </a:cubicBezTo>
                  <a:cubicBezTo>
                    <a:pt x="12729" y="158"/>
                    <a:pt x="12540" y="0"/>
                    <a:pt x="1228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6670;p62"/>
            <p:cNvSpPr/>
            <p:nvPr/>
          </p:nvSpPr>
          <p:spPr>
            <a:xfrm>
              <a:off x="-62151950" y="4283475"/>
              <a:ext cx="84300" cy="104000"/>
            </a:xfrm>
            <a:custGeom>
              <a:rect b="b" l="l" r="r" t="t"/>
              <a:pathLst>
                <a:path extrusionOk="0" h="4160" w="3372">
                  <a:moveTo>
                    <a:pt x="1009" y="0"/>
                  </a:moveTo>
                  <a:cubicBezTo>
                    <a:pt x="442" y="0"/>
                    <a:pt x="1" y="442"/>
                    <a:pt x="1" y="1009"/>
                  </a:cubicBezTo>
                  <a:lnTo>
                    <a:pt x="1" y="3214"/>
                  </a:lnTo>
                  <a:cubicBezTo>
                    <a:pt x="64" y="3718"/>
                    <a:pt x="473" y="4159"/>
                    <a:pt x="1009" y="4159"/>
                  </a:cubicBezTo>
                  <a:lnTo>
                    <a:pt x="2363" y="4159"/>
                  </a:lnTo>
                  <a:cubicBezTo>
                    <a:pt x="2931" y="4159"/>
                    <a:pt x="3372" y="3718"/>
                    <a:pt x="3372" y="3214"/>
                  </a:cubicBezTo>
                  <a:lnTo>
                    <a:pt x="3372" y="1009"/>
                  </a:lnTo>
                  <a:cubicBezTo>
                    <a:pt x="3372" y="442"/>
                    <a:pt x="2931" y="0"/>
                    <a:pt x="236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6671;p62"/>
            <p:cNvSpPr/>
            <p:nvPr/>
          </p:nvSpPr>
          <p:spPr>
            <a:xfrm>
              <a:off x="-62033800" y="4111775"/>
              <a:ext cx="82725" cy="275700"/>
            </a:xfrm>
            <a:custGeom>
              <a:rect b="b" l="l" r="r" t="t"/>
              <a:pathLst>
                <a:path extrusionOk="0" h="11028" w="3309">
                  <a:moveTo>
                    <a:pt x="946" y="0"/>
                  </a:moveTo>
                  <a:cubicBezTo>
                    <a:pt x="410" y="0"/>
                    <a:pt x="0" y="410"/>
                    <a:pt x="0" y="977"/>
                  </a:cubicBezTo>
                  <a:lnTo>
                    <a:pt x="0" y="10082"/>
                  </a:lnTo>
                  <a:cubicBezTo>
                    <a:pt x="0" y="10618"/>
                    <a:pt x="441" y="11027"/>
                    <a:pt x="946" y="11027"/>
                  </a:cubicBezTo>
                  <a:lnTo>
                    <a:pt x="2332" y="11027"/>
                  </a:lnTo>
                  <a:cubicBezTo>
                    <a:pt x="2899" y="11027"/>
                    <a:pt x="3308" y="10586"/>
                    <a:pt x="3308" y="10082"/>
                  </a:cubicBezTo>
                  <a:lnTo>
                    <a:pt x="3308" y="977"/>
                  </a:lnTo>
                  <a:cubicBezTo>
                    <a:pt x="3308" y="410"/>
                    <a:pt x="2899" y="0"/>
                    <a:pt x="233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6672;p62"/>
            <p:cNvSpPr/>
            <p:nvPr/>
          </p:nvSpPr>
          <p:spPr>
            <a:xfrm>
              <a:off x="-61916450" y="4200775"/>
              <a:ext cx="82725" cy="186700"/>
            </a:xfrm>
            <a:custGeom>
              <a:rect b="b" l="l" r="r" t="t"/>
              <a:pathLst>
                <a:path extrusionOk="0" h="7468" w="3309">
                  <a:moveTo>
                    <a:pt x="946" y="0"/>
                  </a:moveTo>
                  <a:cubicBezTo>
                    <a:pt x="410" y="0"/>
                    <a:pt x="1" y="442"/>
                    <a:pt x="1" y="1009"/>
                  </a:cubicBezTo>
                  <a:lnTo>
                    <a:pt x="1" y="6522"/>
                  </a:lnTo>
                  <a:cubicBezTo>
                    <a:pt x="1" y="7058"/>
                    <a:pt x="442" y="7467"/>
                    <a:pt x="946" y="7467"/>
                  </a:cubicBezTo>
                  <a:lnTo>
                    <a:pt x="2332" y="7467"/>
                  </a:lnTo>
                  <a:cubicBezTo>
                    <a:pt x="2868" y="7467"/>
                    <a:pt x="3309" y="7026"/>
                    <a:pt x="3309" y="6522"/>
                  </a:cubicBezTo>
                  <a:lnTo>
                    <a:pt x="3309" y="1009"/>
                  </a:lnTo>
                  <a:cubicBezTo>
                    <a:pt x="3309" y="442"/>
                    <a:pt x="2868" y="0"/>
                    <a:pt x="233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 name="TextBox 19"/>
          <p:cNvSpPr txBox="1"/>
          <p:nvPr/>
        </p:nvSpPr>
        <p:spPr>
          <a:xfrm>
            <a:off x="4754880" y="2359152"/>
            <a:ext cx="3657600" cy="274320"/>
          </a:xfrm>
          <a:prstGeom prst="rect">
            <a:avLst/>
          </a:prstGeom>
          <a:noFill/>
        </p:spPr>
        <p:txBody>
          <a:bodyPr wrap="square" anchor="t" lIns="0" rIns="0" tIns="0" bIns="0">
            <a:spAutoFit/>
          </a:bodyPr>
          <a:lstStyle/>
          <a:p>
            <a:pPr algn="l"/>
            <a:r>
              <a:rPr sz="1350" b="1" i="0">
                <a:solidFill>
                  <a:srgbClr val="0D3C4C"/>
                </a:solidFill>
                <a:latin typeface="Cabin"/>
              </a:rPr>
              <a:t>Q1 · What does machine learning add?</a:t>
            </a:r>
          </a:p>
        </p:txBody>
      </p:sp>
      <p:sp>
        <p:nvSpPr>
          <p:cNvPr id="21" name="TextBox 20"/>
          <p:cNvSpPr txBox="1"/>
          <p:nvPr/>
        </p:nvSpPr>
        <p:spPr>
          <a:xfrm>
            <a:off x="4754880" y="2642616"/>
            <a:ext cx="3657600" cy="274320"/>
          </a:xfrm>
          <a:prstGeom prst="rect">
            <a:avLst/>
          </a:prstGeom>
          <a:noFill/>
        </p:spPr>
        <p:txBody>
          <a:bodyPr wrap="square" anchor="t" lIns="0" rIns="0" tIns="0" bIns="0">
            <a:spAutoFit/>
          </a:bodyPr>
          <a:lstStyle/>
          <a:p>
            <a:pPr algn="l"/>
            <a:r>
              <a:rPr sz="1150" b="0" i="0">
                <a:solidFill>
                  <a:srgbClr val="4F6A73"/>
                </a:solidFill>
                <a:latin typeface="Nanum Gothic"/>
              </a:rPr>
              <a:t>Compared with a blood-pressure rule and a standard risk score</a:t>
            </a:r>
          </a:p>
        </p:txBody>
      </p:sp>
      <p:sp>
        <p:nvSpPr>
          <p:cNvPr id="22" name="!!q1"/>
          <p:cNvSpPr/>
          <p:nvPr/>
        </p:nvSpPr>
        <p:spPr>
          <a:xfrm>
            <a:off x="4069080" y="3136392"/>
            <a:ext cx="530352" cy="530352"/>
          </a:xfrm>
          <a:prstGeom prst="ellipse">
            <a:avLst/>
          </a:prstGeom>
          <a:solidFill>
            <a:srgbClr val="0D3C4C"/>
          </a:solidFill>
          <a:ln>
            <a:noFill/>
          </a:ln>
        </p:spPr>
        <p:txBody>
          <a:bodyPr rtlCol="0" anchor="ctr" lIns="73152" rIns="73152" tIns="27432" bIns="27432"/>
          <a:lstStyle/>
          <a:p>
            <a:pPr algn="ctr"/>
          </a:p>
        </p:txBody>
      </p:sp>
      <p:grpSp>
        <p:nvGrpSpPr>
          <p:cNvPr id="23" name="icon database"/>
          <p:cNvGrpSpPr/>
          <p:nvPr/>
        </p:nvGrpSpPr>
        <p:grpSpPr>
          <a:xfrm>
            <a:off x="4186126" y="3253069"/>
            <a:ext cx="296259" cy="296997"/>
            <a:chOff x="-3771675" y="3971775"/>
            <a:chExt cx="291300" cy="292025"/>
          </a:xfrm>
        </p:grpSpPr>
        <p:sp>
          <p:nvSpPr>
            <p:cNvPr id="24" name="Google Shape;8740;p66"/>
            <p:cNvSpPr/>
            <p:nvPr/>
          </p:nvSpPr>
          <p:spPr>
            <a:xfrm>
              <a:off x="-3770100" y="3971775"/>
              <a:ext cx="218975" cy="66775"/>
            </a:xfrm>
            <a:custGeom>
              <a:rect b="b" l="l" r="r" t="t"/>
              <a:pathLst>
                <a:path extrusionOk="0" h="2671" w="8759">
                  <a:moveTo>
                    <a:pt x="4391" y="0"/>
                  </a:moveTo>
                  <a:cubicBezTo>
                    <a:pt x="2410" y="0"/>
                    <a:pt x="426" y="449"/>
                    <a:pt x="0" y="1347"/>
                  </a:cubicBezTo>
                  <a:cubicBezTo>
                    <a:pt x="426" y="2229"/>
                    <a:pt x="2410" y="2670"/>
                    <a:pt x="4391" y="2670"/>
                  </a:cubicBezTo>
                  <a:cubicBezTo>
                    <a:pt x="6372" y="2670"/>
                    <a:pt x="8349" y="2229"/>
                    <a:pt x="8759" y="1347"/>
                  </a:cubicBezTo>
                  <a:cubicBezTo>
                    <a:pt x="8349" y="449"/>
                    <a:pt x="6372" y="0"/>
                    <a:pt x="439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8741;p66"/>
            <p:cNvSpPr/>
            <p:nvPr/>
          </p:nvSpPr>
          <p:spPr>
            <a:xfrm>
              <a:off x="-3771675" y="4030650"/>
              <a:ext cx="222125" cy="78000"/>
            </a:xfrm>
            <a:custGeom>
              <a:rect b="b" l="l" r="r" t="t"/>
              <a:pathLst>
                <a:path extrusionOk="0" h="3120" w="8885">
                  <a:moveTo>
                    <a:pt x="0" y="0"/>
                  </a:moveTo>
                  <a:lnTo>
                    <a:pt x="0" y="1418"/>
                  </a:lnTo>
                  <a:cubicBezTo>
                    <a:pt x="0" y="2521"/>
                    <a:pt x="2048" y="3088"/>
                    <a:pt x="4127" y="3119"/>
                  </a:cubicBezTo>
                  <a:cubicBezTo>
                    <a:pt x="4915" y="1891"/>
                    <a:pt x="6301" y="1103"/>
                    <a:pt x="7877" y="1103"/>
                  </a:cubicBezTo>
                  <a:cubicBezTo>
                    <a:pt x="8223" y="1103"/>
                    <a:pt x="8570" y="1135"/>
                    <a:pt x="8885" y="1229"/>
                  </a:cubicBezTo>
                  <a:lnTo>
                    <a:pt x="8885" y="0"/>
                  </a:lnTo>
                  <a:cubicBezTo>
                    <a:pt x="7908" y="788"/>
                    <a:pt x="6112" y="1072"/>
                    <a:pt x="4443" y="1072"/>
                  </a:cubicBezTo>
                  <a:cubicBezTo>
                    <a:pt x="2804" y="1072"/>
                    <a:pt x="977" y="757"/>
                    <a:pt x="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8742;p66"/>
            <p:cNvSpPr/>
            <p:nvPr/>
          </p:nvSpPr>
          <p:spPr>
            <a:xfrm>
              <a:off x="-3669425" y="4074750"/>
              <a:ext cx="189050" cy="189050"/>
            </a:xfrm>
            <a:custGeom>
              <a:rect b="b" l="l" r="r" t="t"/>
              <a:pathLst>
                <a:path extrusionOk="0" h="7562" w="7562">
                  <a:moveTo>
                    <a:pt x="5501" y="2732"/>
                  </a:moveTo>
                  <a:cubicBezTo>
                    <a:pt x="5748" y="2732"/>
                    <a:pt x="6008" y="3067"/>
                    <a:pt x="5766" y="3309"/>
                  </a:cubicBezTo>
                  <a:lnTo>
                    <a:pt x="3718" y="5356"/>
                  </a:lnTo>
                  <a:cubicBezTo>
                    <a:pt x="3655" y="5420"/>
                    <a:pt x="3568" y="5451"/>
                    <a:pt x="3482" y="5451"/>
                  </a:cubicBezTo>
                  <a:cubicBezTo>
                    <a:pt x="3395" y="5451"/>
                    <a:pt x="3308" y="5420"/>
                    <a:pt x="3245" y="5356"/>
                  </a:cubicBezTo>
                  <a:lnTo>
                    <a:pt x="1859" y="4002"/>
                  </a:lnTo>
                  <a:cubicBezTo>
                    <a:pt x="1617" y="3760"/>
                    <a:pt x="1840" y="3425"/>
                    <a:pt x="2099" y="3425"/>
                  </a:cubicBezTo>
                  <a:cubicBezTo>
                    <a:pt x="2177" y="3425"/>
                    <a:pt x="2259" y="3456"/>
                    <a:pt x="2332" y="3529"/>
                  </a:cubicBezTo>
                  <a:lnTo>
                    <a:pt x="3466" y="4663"/>
                  </a:lnTo>
                  <a:lnTo>
                    <a:pt x="5293" y="2836"/>
                  </a:lnTo>
                  <a:cubicBezTo>
                    <a:pt x="5352" y="2763"/>
                    <a:pt x="5426" y="2732"/>
                    <a:pt x="5501" y="2732"/>
                  </a:cubicBezTo>
                  <a:close/>
                  <a:moveTo>
                    <a:pt x="3781" y="1"/>
                  </a:moveTo>
                  <a:cubicBezTo>
                    <a:pt x="1702" y="1"/>
                    <a:pt x="0" y="1702"/>
                    <a:pt x="0" y="3781"/>
                  </a:cubicBezTo>
                  <a:cubicBezTo>
                    <a:pt x="0" y="5892"/>
                    <a:pt x="1702" y="7562"/>
                    <a:pt x="3781" y="7562"/>
                  </a:cubicBezTo>
                  <a:cubicBezTo>
                    <a:pt x="5860" y="7562"/>
                    <a:pt x="7562" y="5892"/>
                    <a:pt x="7562" y="3781"/>
                  </a:cubicBezTo>
                  <a:cubicBezTo>
                    <a:pt x="7562" y="1702"/>
                    <a:pt x="5860" y="1"/>
                    <a:pt x="378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8743;p66"/>
            <p:cNvSpPr/>
            <p:nvPr/>
          </p:nvSpPr>
          <p:spPr>
            <a:xfrm>
              <a:off x="-3771675" y="4099950"/>
              <a:ext cx="94525" cy="76425"/>
            </a:xfrm>
            <a:custGeom>
              <a:rect b="b" l="l" r="r" t="t"/>
              <a:pathLst>
                <a:path extrusionOk="0" h="3057" w="3781">
                  <a:moveTo>
                    <a:pt x="0" y="1"/>
                  </a:moveTo>
                  <a:lnTo>
                    <a:pt x="0" y="1419"/>
                  </a:lnTo>
                  <a:cubicBezTo>
                    <a:pt x="0" y="2364"/>
                    <a:pt x="1607" y="2899"/>
                    <a:pt x="3434" y="3057"/>
                  </a:cubicBezTo>
                  <a:cubicBezTo>
                    <a:pt x="3371" y="2364"/>
                    <a:pt x="3497" y="1671"/>
                    <a:pt x="3781" y="1040"/>
                  </a:cubicBezTo>
                  <a:cubicBezTo>
                    <a:pt x="2332" y="977"/>
                    <a:pt x="819" y="662"/>
                    <a:pt x="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8744;p66"/>
            <p:cNvSpPr/>
            <p:nvPr/>
          </p:nvSpPr>
          <p:spPr>
            <a:xfrm>
              <a:off x="-3771675" y="4167700"/>
              <a:ext cx="135500" cy="95325"/>
            </a:xfrm>
            <a:custGeom>
              <a:rect b="b" l="l" r="r" t="t"/>
              <a:pathLst>
                <a:path extrusionOk="0" h="3813" w="5420">
                  <a:moveTo>
                    <a:pt x="0" y="0"/>
                  </a:moveTo>
                  <a:lnTo>
                    <a:pt x="0" y="2111"/>
                  </a:lnTo>
                  <a:cubicBezTo>
                    <a:pt x="0" y="3277"/>
                    <a:pt x="2237" y="3812"/>
                    <a:pt x="4443" y="3812"/>
                  </a:cubicBezTo>
                  <a:cubicBezTo>
                    <a:pt x="4789" y="3812"/>
                    <a:pt x="5104" y="3812"/>
                    <a:pt x="5419" y="3781"/>
                  </a:cubicBezTo>
                  <a:cubicBezTo>
                    <a:pt x="4474" y="3151"/>
                    <a:pt x="3781" y="2206"/>
                    <a:pt x="3529" y="1071"/>
                  </a:cubicBezTo>
                  <a:cubicBezTo>
                    <a:pt x="2174" y="977"/>
                    <a:pt x="788" y="662"/>
                    <a:pt x="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 name="TextBox 28"/>
          <p:cNvSpPr txBox="1"/>
          <p:nvPr/>
        </p:nvSpPr>
        <p:spPr>
          <a:xfrm>
            <a:off x="4754880" y="3118104"/>
            <a:ext cx="3657600" cy="274320"/>
          </a:xfrm>
          <a:prstGeom prst="rect">
            <a:avLst/>
          </a:prstGeom>
          <a:noFill/>
        </p:spPr>
        <p:txBody>
          <a:bodyPr wrap="square" anchor="t" lIns="0" rIns="0" tIns="0" bIns="0">
            <a:spAutoFit/>
          </a:bodyPr>
          <a:lstStyle/>
          <a:p>
            <a:pPr algn="l"/>
            <a:r>
              <a:rPr sz="1350" b="1" i="0">
                <a:solidFill>
                  <a:srgbClr val="0D3C4C"/>
                </a:solidFill>
                <a:latin typeface="Cabin"/>
              </a:rPr>
              <a:t>Q2 · How much does data handling matter?</a:t>
            </a:r>
          </a:p>
        </p:txBody>
      </p:sp>
      <p:sp>
        <p:nvSpPr>
          <p:cNvPr id="30" name="TextBox 29"/>
          <p:cNvSpPr txBox="1"/>
          <p:nvPr/>
        </p:nvSpPr>
        <p:spPr>
          <a:xfrm>
            <a:off x="4754880" y="3401568"/>
            <a:ext cx="3657600" cy="274320"/>
          </a:xfrm>
          <a:prstGeom prst="rect">
            <a:avLst/>
          </a:prstGeom>
          <a:noFill/>
        </p:spPr>
        <p:txBody>
          <a:bodyPr wrap="square" anchor="t" lIns="0" rIns="0" tIns="0" bIns="0">
            <a:spAutoFit/>
          </a:bodyPr>
          <a:lstStyle/>
          <a:p>
            <a:pPr algn="l"/>
            <a:r>
              <a:rPr sz="1150" b="0" i="0">
                <a:solidFill>
                  <a:srgbClr val="4F6A73"/>
                </a:solidFill>
                <a:latin typeface="Nanum Gothic"/>
              </a:rPr>
              <a:t>Cleaning, and the mistakes that inflate accuracy</a:t>
            </a:r>
          </a:p>
        </p:txBody>
      </p:sp>
      <p:sp>
        <p:nvSpPr>
          <p:cNvPr id="31" name="!!q2"/>
          <p:cNvSpPr/>
          <p:nvPr/>
        </p:nvSpPr>
        <p:spPr>
          <a:xfrm>
            <a:off x="4069080" y="3895344"/>
            <a:ext cx="530352" cy="530352"/>
          </a:xfrm>
          <a:prstGeom prst="ellipse">
            <a:avLst/>
          </a:prstGeom>
          <a:solidFill>
            <a:srgbClr val="0D3C4C"/>
          </a:solidFill>
          <a:ln>
            <a:noFill/>
          </a:ln>
        </p:spPr>
        <p:txBody>
          <a:bodyPr rtlCol="0" anchor="ctr" lIns="73152" rIns="73152" tIns="27432" bIns="27432"/>
          <a:lstStyle/>
          <a:p>
            <a:pPr algn="ctr"/>
          </a:p>
        </p:txBody>
      </p:sp>
      <p:grpSp>
        <p:nvGrpSpPr>
          <p:cNvPr id="32" name="icon stethoscope"/>
          <p:cNvGrpSpPr/>
          <p:nvPr/>
        </p:nvGrpSpPr>
        <p:grpSpPr>
          <a:xfrm>
            <a:off x="4207928" y="4012021"/>
            <a:ext cx="252655" cy="296997"/>
            <a:chOff x="-27691025" y="3175300"/>
            <a:chExt cx="251275" cy="295375"/>
          </a:xfrm>
        </p:grpSpPr>
        <p:sp>
          <p:nvSpPr>
            <p:cNvPr id="33" name="Google Shape;6404;p61"/>
            <p:cNvSpPr/>
            <p:nvPr/>
          </p:nvSpPr>
          <p:spPr>
            <a:xfrm>
              <a:off x="-27492550" y="3298150"/>
              <a:ext cx="18125" cy="18150"/>
            </a:xfrm>
            <a:custGeom>
              <a:rect b="b" l="l" r="r" t="t"/>
              <a:pathLst>
                <a:path extrusionOk="0" h="726" w="725">
                  <a:moveTo>
                    <a:pt x="378" y="1"/>
                  </a:moveTo>
                  <a:cubicBezTo>
                    <a:pt x="158" y="1"/>
                    <a:pt x="0" y="158"/>
                    <a:pt x="0" y="347"/>
                  </a:cubicBezTo>
                  <a:cubicBezTo>
                    <a:pt x="0" y="568"/>
                    <a:pt x="158" y="726"/>
                    <a:pt x="378" y="726"/>
                  </a:cubicBezTo>
                  <a:cubicBezTo>
                    <a:pt x="599" y="663"/>
                    <a:pt x="725" y="505"/>
                    <a:pt x="725" y="347"/>
                  </a:cubicBezTo>
                  <a:cubicBezTo>
                    <a:pt x="725" y="158"/>
                    <a:pt x="567" y="1"/>
                    <a:pt x="37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6405;p61"/>
            <p:cNvSpPr/>
            <p:nvPr/>
          </p:nvSpPr>
          <p:spPr>
            <a:xfrm>
              <a:off x="-27613050" y="3175300"/>
              <a:ext cx="60650" cy="105550"/>
            </a:xfrm>
            <a:custGeom>
              <a:rect b="b" l="l" r="r" t="t"/>
              <a:pathLst>
                <a:path extrusionOk="0" h="4222" w="2426">
                  <a:moveTo>
                    <a:pt x="347" y="0"/>
                  </a:moveTo>
                  <a:cubicBezTo>
                    <a:pt x="158" y="0"/>
                    <a:pt x="0" y="158"/>
                    <a:pt x="0" y="347"/>
                  </a:cubicBezTo>
                  <a:lnTo>
                    <a:pt x="0" y="1733"/>
                  </a:lnTo>
                  <a:cubicBezTo>
                    <a:pt x="32" y="1922"/>
                    <a:pt x="158" y="2080"/>
                    <a:pt x="347" y="2080"/>
                  </a:cubicBezTo>
                  <a:cubicBezTo>
                    <a:pt x="536" y="2080"/>
                    <a:pt x="693" y="1922"/>
                    <a:pt x="693" y="1733"/>
                  </a:cubicBezTo>
                  <a:lnTo>
                    <a:pt x="693" y="1386"/>
                  </a:lnTo>
                  <a:lnTo>
                    <a:pt x="1040" y="1386"/>
                  </a:lnTo>
                  <a:cubicBezTo>
                    <a:pt x="1260" y="1386"/>
                    <a:pt x="1418" y="1544"/>
                    <a:pt x="1418" y="1733"/>
                  </a:cubicBezTo>
                  <a:lnTo>
                    <a:pt x="1418" y="2899"/>
                  </a:lnTo>
                  <a:cubicBezTo>
                    <a:pt x="1197" y="3025"/>
                    <a:pt x="1040" y="3277"/>
                    <a:pt x="1040" y="3497"/>
                  </a:cubicBezTo>
                  <a:lnTo>
                    <a:pt x="1040" y="4222"/>
                  </a:lnTo>
                  <a:lnTo>
                    <a:pt x="2426" y="4222"/>
                  </a:lnTo>
                  <a:lnTo>
                    <a:pt x="2426" y="3497"/>
                  </a:lnTo>
                  <a:cubicBezTo>
                    <a:pt x="2426" y="3214"/>
                    <a:pt x="2268" y="3025"/>
                    <a:pt x="2079" y="2899"/>
                  </a:cubicBezTo>
                  <a:lnTo>
                    <a:pt x="2079" y="1733"/>
                  </a:lnTo>
                  <a:cubicBezTo>
                    <a:pt x="2079" y="1134"/>
                    <a:pt x="1607" y="693"/>
                    <a:pt x="1040" y="693"/>
                  </a:cubicBezTo>
                  <a:lnTo>
                    <a:pt x="693" y="693"/>
                  </a:lnTo>
                  <a:lnTo>
                    <a:pt x="693" y="347"/>
                  </a:lnTo>
                  <a:cubicBezTo>
                    <a:pt x="693" y="158"/>
                    <a:pt x="536" y="0"/>
                    <a:pt x="34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6406;p61"/>
            <p:cNvSpPr/>
            <p:nvPr/>
          </p:nvSpPr>
          <p:spPr>
            <a:xfrm>
              <a:off x="-27691025" y="3175300"/>
              <a:ext cx="60650" cy="105550"/>
            </a:xfrm>
            <a:custGeom>
              <a:rect b="b" l="l" r="r" t="t"/>
              <a:pathLst>
                <a:path extrusionOk="0" h="4222" w="2426">
                  <a:moveTo>
                    <a:pt x="2079" y="0"/>
                  </a:moveTo>
                  <a:cubicBezTo>
                    <a:pt x="1890" y="0"/>
                    <a:pt x="1733" y="158"/>
                    <a:pt x="1733" y="347"/>
                  </a:cubicBezTo>
                  <a:lnTo>
                    <a:pt x="1733" y="693"/>
                  </a:lnTo>
                  <a:lnTo>
                    <a:pt x="1386" y="693"/>
                  </a:lnTo>
                  <a:cubicBezTo>
                    <a:pt x="788" y="693"/>
                    <a:pt x="347" y="1166"/>
                    <a:pt x="347" y="1733"/>
                  </a:cubicBezTo>
                  <a:lnTo>
                    <a:pt x="347" y="2899"/>
                  </a:lnTo>
                  <a:cubicBezTo>
                    <a:pt x="158" y="3025"/>
                    <a:pt x="0" y="3277"/>
                    <a:pt x="0" y="3497"/>
                  </a:cubicBezTo>
                  <a:lnTo>
                    <a:pt x="0" y="4222"/>
                  </a:lnTo>
                  <a:lnTo>
                    <a:pt x="1386" y="4222"/>
                  </a:lnTo>
                  <a:lnTo>
                    <a:pt x="1386" y="3497"/>
                  </a:lnTo>
                  <a:cubicBezTo>
                    <a:pt x="1386" y="3214"/>
                    <a:pt x="1229" y="3025"/>
                    <a:pt x="1008" y="2899"/>
                  </a:cubicBezTo>
                  <a:lnTo>
                    <a:pt x="1008" y="1733"/>
                  </a:lnTo>
                  <a:cubicBezTo>
                    <a:pt x="1008" y="1544"/>
                    <a:pt x="1166" y="1386"/>
                    <a:pt x="1386" y="1386"/>
                  </a:cubicBezTo>
                  <a:lnTo>
                    <a:pt x="1733" y="1386"/>
                  </a:lnTo>
                  <a:lnTo>
                    <a:pt x="1733" y="1733"/>
                  </a:lnTo>
                  <a:cubicBezTo>
                    <a:pt x="1733" y="1922"/>
                    <a:pt x="1890" y="2080"/>
                    <a:pt x="2079" y="2080"/>
                  </a:cubicBezTo>
                  <a:cubicBezTo>
                    <a:pt x="2268" y="2080"/>
                    <a:pt x="2426" y="1922"/>
                    <a:pt x="2426" y="1733"/>
                  </a:cubicBezTo>
                  <a:lnTo>
                    <a:pt x="2426" y="347"/>
                  </a:lnTo>
                  <a:cubicBezTo>
                    <a:pt x="2426" y="158"/>
                    <a:pt x="2268" y="0"/>
                    <a:pt x="207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6407;p61"/>
            <p:cNvSpPr/>
            <p:nvPr/>
          </p:nvSpPr>
          <p:spPr>
            <a:xfrm>
              <a:off x="-27691025" y="3263500"/>
              <a:ext cx="251275" cy="207175"/>
            </a:xfrm>
            <a:custGeom>
              <a:rect b="b" l="l" r="r" t="t"/>
              <a:pathLst>
                <a:path extrusionOk="0" h="8287" w="10051">
                  <a:moveTo>
                    <a:pt x="8317" y="725"/>
                  </a:moveTo>
                  <a:cubicBezTo>
                    <a:pt x="8885" y="725"/>
                    <a:pt x="9326" y="1198"/>
                    <a:pt x="9326" y="1733"/>
                  </a:cubicBezTo>
                  <a:cubicBezTo>
                    <a:pt x="9326" y="2332"/>
                    <a:pt x="8853" y="2773"/>
                    <a:pt x="8317" y="2773"/>
                  </a:cubicBezTo>
                  <a:cubicBezTo>
                    <a:pt x="7750" y="2773"/>
                    <a:pt x="7278" y="2301"/>
                    <a:pt x="7278" y="1733"/>
                  </a:cubicBezTo>
                  <a:cubicBezTo>
                    <a:pt x="7278" y="1166"/>
                    <a:pt x="7750" y="725"/>
                    <a:pt x="8317" y="725"/>
                  </a:cubicBezTo>
                  <a:close/>
                  <a:moveTo>
                    <a:pt x="8317" y="1"/>
                  </a:moveTo>
                  <a:cubicBezTo>
                    <a:pt x="7372" y="1"/>
                    <a:pt x="6585" y="788"/>
                    <a:pt x="6585" y="1733"/>
                  </a:cubicBezTo>
                  <a:cubicBezTo>
                    <a:pt x="6585" y="2584"/>
                    <a:pt x="7152" y="3277"/>
                    <a:pt x="7939" y="3435"/>
                  </a:cubicBezTo>
                  <a:lnTo>
                    <a:pt x="7939" y="5199"/>
                  </a:lnTo>
                  <a:cubicBezTo>
                    <a:pt x="7939" y="6554"/>
                    <a:pt x="6837" y="7656"/>
                    <a:pt x="5513" y="7656"/>
                  </a:cubicBezTo>
                  <a:cubicBezTo>
                    <a:pt x="4190" y="7656"/>
                    <a:pt x="3088" y="6554"/>
                    <a:pt x="3088" y="5199"/>
                  </a:cubicBezTo>
                  <a:lnTo>
                    <a:pt x="3088" y="4506"/>
                  </a:lnTo>
                  <a:lnTo>
                    <a:pt x="3088" y="4443"/>
                  </a:lnTo>
                  <a:cubicBezTo>
                    <a:pt x="4316" y="4317"/>
                    <a:pt x="5324" y="3309"/>
                    <a:pt x="5482" y="2049"/>
                  </a:cubicBezTo>
                  <a:cubicBezTo>
                    <a:pt x="5513" y="1797"/>
                    <a:pt x="5513" y="1891"/>
                    <a:pt x="5513" y="1355"/>
                  </a:cubicBezTo>
                  <a:lnTo>
                    <a:pt x="4127" y="1355"/>
                  </a:lnTo>
                  <a:cubicBezTo>
                    <a:pt x="4127" y="1607"/>
                    <a:pt x="4127" y="1765"/>
                    <a:pt x="4096" y="2049"/>
                  </a:cubicBezTo>
                  <a:cubicBezTo>
                    <a:pt x="3938" y="2710"/>
                    <a:pt x="3340" y="3088"/>
                    <a:pt x="2741" y="3088"/>
                  </a:cubicBezTo>
                  <a:cubicBezTo>
                    <a:pt x="2174" y="3088"/>
                    <a:pt x="1575" y="2773"/>
                    <a:pt x="1418" y="2049"/>
                  </a:cubicBezTo>
                  <a:cubicBezTo>
                    <a:pt x="1386" y="1828"/>
                    <a:pt x="1386" y="1607"/>
                    <a:pt x="1386" y="1355"/>
                  </a:cubicBezTo>
                  <a:lnTo>
                    <a:pt x="0" y="1355"/>
                  </a:lnTo>
                  <a:cubicBezTo>
                    <a:pt x="0" y="1670"/>
                    <a:pt x="0" y="1733"/>
                    <a:pt x="32" y="2049"/>
                  </a:cubicBezTo>
                  <a:cubicBezTo>
                    <a:pt x="221" y="3277"/>
                    <a:pt x="1166" y="4317"/>
                    <a:pt x="2426" y="4474"/>
                  </a:cubicBezTo>
                  <a:lnTo>
                    <a:pt x="2426" y="5168"/>
                  </a:lnTo>
                  <a:cubicBezTo>
                    <a:pt x="2426" y="5672"/>
                    <a:pt x="2552" y="6144"/>
                    <a:pt x="2804" y="6585"/>
                  </a:cubicBezTo>
                  <a:cubicBezTo>
                    <a:pt x="3308" y="7625"/>
                    <a:pt x="4379" y="8286"/>
                    <a:pt x="5545" y="8286"/>
                  </a:cubicBezTo>
                  <a:cubicBezTo>
                    <a:pt x="7278" y="8286"/>
                    <a:pt x="8664" y="6869"/>
                    <a:pt x="8664" y="5168"/>
                  </a:cubicBezTo>
                  <a:lnTo>
                    <a:pt x="8664" y="3435"/>
                  </a:lnTo>
                  <a:cubicBezTo>
                    <a:pt x="9452" y="3277"/>
                    <a:pt x="10050" y="2584"/>
                    <a:pt x="10050" y="1733"/>
                  </a:cubicBezTo>
                  <a:cubicBezTo>
                    <a:pt x="10050" y="788"/>
                    <a:pt x="9263" y="1"/>
                    <a:pt x="831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 name="TextBox 36"/>
          <p:cNvSpPr txBox="1"/>
          <p:nvPr/>
        </p:nvSpPr>
        <p:spPr>
          <a:xfrm>
            <a:off x="4754880" y="3877056"/>
            <a:ext cx="3657600" cy="274320"/>
          </a:xfrm>
          <a:prstGeom prst="rect">
            <a:avLst/>
          </a:prstGeom>
          <a:noFill/>
        </p:spPr>
        <p:txBody>
          <a:bodyPr wrap="square" anchor="t" lIns="0" rIns="0" tIns="0" bIns="0">
            <a:spAutoFit/>
          </a:bodyPr>
          <a:lstStyle/>
          <a:p>
            <a:pPr algn="l"/>
            <a:r>
              <a:rPr sz="1350" b="1" i="0">
                <a:solidFill>
                  <a:srgbClr val="0D3C4C"/>
                </a:solidFill>
                <a:latin typeface="Cabin"/>
              </a:rPr>
              <a:t>Q3 · Can the predictions be trusted?</a:t>
            </a:r>
          </a:p>
        </p:txBody>
      </p:sp>
      <p:sp>
        <p:nvSpPr>
          <p:cNvPr id="38" name="TextBox 37"/>
          <p:cNvSpPr txBox="1"/>
          <p:nvPr/>
        </p:nvSpPr>
        <p:spPr>
          <a:xfrm>
            <a:off x="4754880" y="4160520"/>
            <a:ext cx="3657600" cy="274320"/>
          </a:xfrm>
          <a:prstGeom prst="rect">
            <a:avLst/>
          </a:prstGeom>
          <a:noFill/>
        </p:spPr>
        <p:txBody>
          <a:bodyPr wrap="square" anchor="t" lIns="0" rIns="0" tIns="0" bIns="0">
            <a:spAutoFit/>
          </a:bodyPr>
          <a:lstStyle/>
          <a:p>
            <a:pPr algn="l"/>
            <a:r>
              <a:rPr sz="1150" b="0" i="0">
                <a:solidFill>
                  <a:srgbClr val="4F6A73"/>
                </a:solidFill>
                <a:latin typeface="Nanum Gothic"/>
              </a:rPr>
              <a:t>Calibration, explanations, every kind of patient</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xmlns:p14="http://schemas.microsoft.com/office/powerpoint/2010/main" spd="slow" p14:dur="900">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marL="0" indent="0">
              <a:buNone/>
            </a:pPr>
            <a:r>
              <a:t>The data: 70,000 check-ups</a:t>
            </a:r>
          </a:p>
        </p:txBody>
      </p:sp>
      <p:sp>
        <p:nvSpPr>
          <p:cNvPr id="3" name="Rounded Rectangle 2"/>
          <p:cNvSpPr/>
          <p:nvPr/>
        </p:nvSpPr>
        <p:spPr>
          <a:xfrm>
            <a:off x="722376" y="1188720"/>
            <a:ext cx="2377440" cy="1051560"/>
          </a:xfrm>
          <a:prstGeom prst="roundRect">
            <a:avLst>
              <a:gd name="adj" fmla="val 12000"/>
            </a:avLst>
          </a:prstGeom>
          <a:solidFill>
            <a:srgbClr val="EEF6F9"/>
          </a:solidFill>
          <a:ln>
            <a:noFill/>
          </a:ln>
        </p:spPr>
        <p:txBody>
          <a:bodyPr rtlCol="0" anchor="ctr" lIns="73152" rIns="73152" tIns="27432" bIns="27432"/>
          <a:lstStyle/>
          <a:p>
            <a:pPr algn="ctr"/>
          </a:p>
        </p:txBody>
      </p:sp>
      <p:sp>
        <p:nvSpPr>
          <p:cNvPr id="4" name="TextBox 3"/>
          <p:cNvSpPr txBox="1"/>
          <p:nvPr/>
        </p:nvSpPr>
        <p:spPr>
          <a:xfrm>
            <a:off x="722376" y="1261872"/>
            <a:ext cx="2377440" cy="548640"/>
          </a:xfrm>
          <a:prstGeom prst="rect">
            <a:avLst/>
          </a:prstGeom>
          <a:noFill/>
        </p:spPr>
        <p:txBody>
          <a:bodyPr wrap="square" anchor="t" lIns="0" rIns="0" tIns="0" bIns="0">
            <a:spAutoFit/>
          </a:bodyPr>
          <a:lstStyle/>
          <a:p>
            <a:pPr algn="ctr"/>
            <a:r>
              <a:rPr sz="2800" b="1" i="0">
                <a:solidFill>
                  <a:srgbClr val="B23A2E"/>
                </a:solidFill>
                <a:latin typeface="Cabin"/>
              </a:rPr>
              <a:t>70,000</a:t>
            </a:r>
          </a:p>
        </p:txBody>
      </p:sp>
      <p:sp>
        <p:nvSpPr>
          <p:cNvPr id="5" name="TextBox 4"/>
          <p:cNvSpPr txBox="1"/>
          <p:nvPr/>
        </p:nvSpPr>
        <p:spPr>
          <a:xfrm>
            <a:off x="722376" y="1810512"/>
            <a:ext cx="2377440" cy="320040"/>
          </a:xfrm>
          <a:prstGeom prst="rect">
            <a:avLst/>
          </a:prstGeom>
          <a:noFill/>
        </p:spPr>
        <p:txBody>
          <a:bodyPr wrap="square" anchor="t" lIns="0" rIns="0" tIns="0" bIns="0">
            <a:spAutoFit/>
          </a:bodyPr>
          <a:lstStyle/>
          <a:p>
            <a:pPr algn="ctr"/>
            <a:r>
              <a:rPr sz="1200" b="0" i="0">
                <a:solidFill>
                  <a:srgbClr val="4F6A73"/>
                </a:solidFill>
                <a:latin typeface="Nanum Gothic"/>
              </a:rPr>
              <a:t>patients</a:t>
            </a:r>
          </a:p>
        </p:txBody>
      </p:sp>
      <p:sp>
        <p:nvSpPr>
          <p:cNvPr id="6" name="Rounded Rectangle 5"/>
          <p:cNvSpPr/>
          <p:nvPr/>
        </p:nvSpPr>
        <p:spPr>
          <a:xfrm>
            <a:off x="3355848" y="1188720"/>
            <a:ext cx="2377440" cy="1051560"/>
          </a:xfrm>
          <a:prstGeom prst="roundRect">
            <a:avLst>
              <a:gd name="adj" fmla="val 12000"/>
            </a:avLst>
          </a:prstGeom>
          <a:solidFill>
            <a:srgbClr val="EEF6F9"/>
          </a:solidFill>
          <a:ln>
            <a:noFill/>
          </a:ln>
        </p:spPr>
        <p:txBody>
          <a:bodyPr rtlCol="0" anchor="ctr" lIns="73152" rIns="73152" tIns="27432" bIns="27432"/>
          <a:lstStyle/>
          <a:p>
            <a:pPr algn="ctr"/>
          </a:p>
        </p:txBody>
      </p:sp>
      <p:sp>
        <p:nvSpPr>
          <p:cNvPr id="7" name="TextBox 6"/>
          <p:cNvSpPr txBox="1"/>
          <p:nvPr/>
        </p:nvSpPr>
        <p:spPr>
          <a:xfrm>
            <a:off x="3355848" y="1261872"/>
            <a:ext cx="2377440" cy="548640"/>
          </a:xfrm>
          <a:prstGeom prst="rect">
            <a:avLst/>
          </a:prstGeom>
          <a:noFill/>
        </p:spPr>
        <p:txBody>
          <a:bodyPr wrap="square" anchor="t" lIns="0" rIns="0" tIns="0" bIns="0">
            <a:spAutoFit/>
          </a:bodyPr>
          <a:lstStyle/>
          <a:p>
            <a:pPr algn="ctr"/>
            <a:r>
              <a:rPr sz="2800" b="1" i="0">
                <a:solidFill>
                  <a:srgbClr val="B23A2E"/>
                </a:solidFill>
                <a:latin typeface="Cabin"/>
              </a:rPr>
              <a:t>11</a:t>
            </a:r>
          </a:p>
        </p:txBody>
      </p:sp>
      <p:sp>
        <p:nvSpPr>
          <p:cNvPr id="8" name="TextBox 7"/>
          <p:cNvSpPr txBox="1"/>
          <p:nvPr/>
        </p:nvSpPr>
        <p:spPr>
          <a:xfrm>
            <a:off x="3355848" y="1810512"/>
            <a:ext cx="2377440" cy="320040"/>
          </a:xfrm>
          <a:prstGeom prst="rect">
            <a:avLst/>
          </a:prstGeom>
          <a:noFill/>
        </p:spPr>
        <p:txBody>
          <a:bodyPr wrap="square" anchor="t" lIns="0" rIns="0" tIns="0" bIns="0">
            <a:spAutoFit/>
          </a:bodyPr>
          <a:lstStyle/>
          <a:p>
            <a:pPr algn="ctr"/>
            <a:r>
              <a:rPr sz="1200" b="0" i="0">
                <a:solidFill>
                  <a:srgbClr val="4F6A73"/>
                </a:solidFill>
                <a:latin typeface="Nanum Gothic"/>
              </a:rPr>
              <a:t>values per examination</a:t>
            </a:r>
          </a:p>
        </p:txBody>
      </p:sp>
      <p:sp>
        <p:nvSpPr>
          <p:cNvPr id="9" name="Rounded Rectangle 8"/>
          <p:cNvSpPr/>
          <p:nvPr/>
        </p:nvSpPr>
        <p:spPr>
          <a:xfrm>
            <a:off x="5989320" y="1188720"/>
            <a:ext cx="2377440" cy="1051560"/>
          </a:xfrm>
          <a:prstGeom prst="roundRect">
            <a:avLst>
              <a:gd name="adj" fmla="val 12000"/>
            </a:avLst>
          </a:prstGeom>
          <a:solidFill>
            <a:srgbClr val="EEF6F9"/>
          </a:solidFill>
          <a:ln>
            <a:noFill/>
          </a:ln>
        </p:spPr>
        <p:txBody>
          <a:bodyPr rtlCol="0" anchor="ctr" lIns="73152" rIns="73152" tIns="27432" bIns="27432"/>
          <a:lstStyle/>
          <a:p>
            <a:pPr algn="ctr"/>
          </a:p>
        </p:txBody>
      </p:sp>
      <p:sp>
        <p:nvSpPr>
          <p:cNvPr id="10" name="TextBox 9"/>
          <p:cNvSpPr txBox="1"/>
          <p:nvPr/>
        </p:nvSpPr>
        <p:spPr>
          <a:xfrm>
            <a:off x="5989320" y="1261872"/>
            <a:ext cx="2377440" cy="548640"/>
          </a:xfrm>
          <a:prstGeom prst="rect">
            <a:avLst/>
          </a:prstGeom>
          <a:noFill/>
        </p:spPr>
        <p:txBody>
          <a:bodyPr wrap="square" anchor="t" lIns="0" rIns="0" tIns="0" bIns="0">
            <a:spAutoFit/>
          </a:bodyPr>
          <a:lstStyle/>
          <a:p>
            <a:pPr algn="ctr"/>
            <a:r>
              <a:rPr sz="2800" b="1" i="0">
                <a:solidFill>
                  <a:srgbClr val="B23A2E"/>
                </a:solidFill>
                <a:latin typeface="Cabin"/>
              </a:rPr>
              <a:t>50 / 50</a:t>
            </a:r>
          </a:p>
        </p:txBody>
      </p:sp>
      <p:sp>
        <p:nvSpPr>
          <p:cNvPr id="11" name="TextBox 10"/>
          <p:cNvSpPr txBox="1"/>
          <p:nvPr/>
        </p:nvSpPr>
        <p:spPr>
          <a:xfrm>
            <a:off x="5989320" y="1810512"/>
            <a:ext cx="2377440" cy="320040"/>
          </a:xfrm>
          <a:prstGeom prst="rect">
            <a:avLst/>
          </a:prstGeom>
          <a:noFill/>
        </p:spPr>
        <p:txBody>
          <a:bodyPr wrap="square" anchor="t" lIns="0" rIns="0" tIns="0" bIns="0">
            <a:spAutoFit/>
          </a:bodyPr>
          <a:lstStyle/>
          <a:p>
            <a:pPr algn="ctr"/>
            <a:r>
              <a:rPr sz="1200" b="0" i="0">
                <a:solidFill>
                  <a:srgbClr val="4F6A73"/>
                </a:solidFill>
                <a:latin typeface="Nanum Gothic"/>
              </a:rPr>
              <a:t>with and without CVD</a:t>
            </a:r>
          </a:p>
        </p:txBody>
      </p:sp>
      <p:sp>
        <p:nvSpPr>
          <p:cNvPr id="12" name="Oval 11"/>
          <p:cNvSpPr/>
          <p:nvPr/>
        </p:nvSpPr>
        <p:spPr>
          <a:xfrm>
            <a:off x="722376" y="2487168"/>
            <a:ext cx="457200" cy="457200"/>
          </a:xfrm>
          <a:prstGeom prst="ellipse">
            <a:avLst/>
          </a:prstGeom>
          <a:solidFill>
            <a:srgbClr val="0D3C4C"/>
          </a:solidFill>
          <a:ln>
            <a:noFill/>
          </a:ln>
        </p:spPr>
        <p:txBody>
          <a:bodyPr rtlCol="0" anchor="ctr" lIns="73152" rIns="73152" tIns="27432" bIns="27432"/>
          <a:lstStyle/>
          <a:p>
            <a:pPr algn="ctr"/>
          </a:p>
        </p:txBody>
      </p:sp>
      <p:grpSp>
        <p:nvGrpSpPr>
          <p:cNvPr id="13" name="icon stethoscope"/>
          <p:cNvGrpSpPr/>
          <p:nvPr/>
        </p:nvGrpSpPr>
        <p:grpSpPr>
          <a:xfrm>
            <a:off x="842073" y="2587752"/>
            <a:ext cx="217806" cy="256032"/>
            <a:chOff x="-27691025" y="3175300"/>
            <a:chExt cx="251275" cy="295375"/>
          </a:xfrm>
        </p:grpSpPr>
        <p:sp>
          <p:nvSpPr>
            <p:cNvPr id="14" name="Google Shape;6404;p61"/>
            <p:cNvSpPr/>
            <p:nvPr/>
          </p:nvSpPr>
          <p:spPr>
            <a:xfrm>
              <a:off x="-27492550" y="3298150"/>
              <a:ext cx="18125" cy="18150"/>
            </a:xfrm>
            <a:custGeom>
              <a:rect b="b" l="l" r="r" t="t"/>
              <a:pathLst>
                <a:path extrusionOk="0" h="726" w="725">
                  <a:moveTo>
                    <a:pt x="378" y="1"/>
                  </a:moveTo>
                  <a:cubicBezTo>
                    <a:pt x="158" y="1"/>
                    <a:pt x="0" y="158"/>
                    <a:pt x="0" y="347"/>
                  </a:cubicBezTo>
                  <a:cubicBezTo>
                    <a:pt x="0" y="568"/>
                    <a:pt x="158" y="726"/>
                    <a:pt x="378" y="726"/>
                  </a:cubicBezTo>
                  <a:cubicBezTo>
                    <a:pt x="599" y="663"/>
                    <a:pt x="725" y="505"/>
                    <a:pt x="725" y="347"/>
                  </a:cubicBezTo>
                  <a:cubicBezTo>
                    <a:pt x="725" y="158"/>
                    <a:pt x="567" y="1"/>
                    <a:pt x="37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6405;p61"/>
            <p:cNvSpPr/>
            <p:nvPr/>
          </p:nvSpPr>
          <p:spPr>
            <a:xfrm>
              <a:off x="-27613050" y="3175300"/>
              <a:ext cx="60650" cy="105550"/>
            </a:xfrm>
            <a:custGeom>
              <a:rect b="b" l="l" r="r" t="t"/>
              <a:pathLst>
                <a:path extrusionOk="0" h="4222" w="2426">
                  <a:moveTo>
                    <a:pt x="347" y="0"/>
                  </a:moveTo>
                  <a:cubicBezTo>
                    <a:pt x="158" y="0"/>
                    <a:pt x="0" y="158"/>
                    <a:pt x="0" y="347"/>
                  </a:cubicBezTo>
                  <a:lnTo>
                    <a:pt x="0" y="1733"/>
                  </a:lnTo>
                  <a:cubicBezTo>
                    <a:pt x="32" y="1922"/>
                    <a:pt x="158" y="2080"/>
                    <a:pt x="347" y="2080"/>
                  </a:cubicBezTo>
                  <a:cubicBezTo>
                    <a:pt x="536" y="2080"/>
                    <a:pt x="693" y="1922"/>
                    <a:pt x="693" y="1733"/>
                  </a:cubicBezTo>
                  <a:lnTo>
                    <a:pt x="693" y="1386"/>
                  </a:lnTo>
                  <a:lnTo>
                    <a:pt x="1040" y="1386"/>
                  </a:lnTo>
                  <a:cubicBezTo>
                    <a:pt x="1260" y="1386"/>
                    <a:pt x="1418" y="1544"/>
                    <a:pt x="1418" y="1733"/>
                  </a:cubicBezTo>
                  <a:lnTo>
                    <a:pt x="1418" y="2899"/>
                  </a:lnTo>
                  <a:cubicBezTo>
                    <a:pt x="1197" y="3025"/>
                    <a:pt x="1040" y="3277"/>
                    <a:pt x="1040" y="3497"/>
                  </a:cubicBezTo>
                  <a:lnTo>
                    <a:pt x="1040" y="4222"/>
                  </a:lnTo>
                  <a:lnTo>
                    <a:pt x="2426" y="4222"/>
                  </a:lnTo>
                  <a:lnTo>
                    <a:pt x="2426" y="3497"/>
                  </a:lnTo>
                  <a:cubicBezTo>
                    <a:pt x="2426" y="3214"/>
                    <a:pt x="2268" y="3025"/>
                    <a:pt x="2079" y="2899"/>
                  </a:cubicBezTo>
                  <a:lnTo>
                    <a:pt x="2079" y="1733"/>
                  </a:lnTo>
                  <a:cubicBezTo>
                    <a:pt x="2079" y="1134"/>
                    <a:pt x="1607" y="693"/>
                    <a:pt x="1040" y="693"/>
                  </a:cubicBezTo>
                  <a:lnTo>
                    <a:pt x="693" y="693"/>
                  </a:lnTo>
                  <a:lnTo>
                    <a:pt x="693" y="347"/>
                  </a:lnTo>
                  <a:cubicBezTo>
                    <a:pt x="693" y="158"/>
                    <a:pt x="536" y="0"/>
                    <a:pt x="34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6406;p61"/>
            <p:cNvSpPr/>
            <p:nvPr/>
          </p:nvSpPr>
          <p:spPr>
            <a:xfrm>
              <a:off x="-27691025" y="3175300"/>
              <a:ext cx="60650" cy="105550"/>
            </a:xfrm>
            <a:custGeom>
              <a:rect b="b" l="l" r="r" t="t"/>
              <a:pathLst>
                <a:path extrusionOk="0" h="4222" w="2426">
                  <a:moveTo>
                    <a:pt x="2079" y="0"/>
                  </a:moveTo>
                  <a:cubicBezTo>
                    <a:pt x="1890" y="0"/>
                    <a:pt x="1733" y="158"/>
                    <a:pt x="1733" y="347"/>
                  </a:cubicBezTo>
                  <a:lnTo>
                    <a:pt x="1733" y="693"/>
                  </a:lnTo>
                  <a:lnTo>
                    <a:pt x="1386" y="693"/>
                  </a:lnTo>
                  <a:cubicBezTo>
                    <a:pt x="788" y="693"/>
                    <a:pt x="347" y="1166"/>
                    <a:pt x="347" y="1733"/>
                  </a:cubicBezTo>
                  <a:lnTo>
                    <a:pt x="347" y="2899"/>
                  </a:lnTo>
                  <a:cubicBezTo>
                    <a:pt x="158" y="3025"/>
                    <a:pt x="0" y="3277"/>
                    <a:pt x="0" y="3497"/>
                  </a:cubicBezTo>
                  <a:lnTo>
                    <a:pt x="0" y="4222"/>
                  </a:lnTo>
                  <a:lnTo>
                    <a:pt x="1386" y="4222"/>
                  </a:lnTo>
                  <a:lnTo>
                    <a:pt x="1386" y="3497"/>
                  </a:lnTo>
                  <a:cubicBezTo>
                    <a:pt x="1386" y="3214"/>
                    <a:pt x="1229" y="3025"/>
                    <a:pt x="1008" y="2899"/>
                  </a:cubicBezTo>
                  <a:lnTo>
                    <a:pt x="1008" y="1733"/>
                  </a:lnTo>
                  <a:cubicBezTo>
                    <a:pt x="1008" y="1544"/>
                    <a:pt x="1166" y="1386"/>
                    <a:pt x="1386" y="1386"/>
                  </a:cubicBezTo>
                  <a:lnTo>
                    <a:pt x="1733" y="1386"/>
                  </a:lnTo>
                  <a:lnTo>
                    <a:pt x="1733" y="1733"/>
                  </a:lnTo>
                  <a:cubicBezTo>
                    <a:pt x="1733" y="1922"/>
                    <a:pt x="1890" y="2080"/>
                    <a:pt x="2079" y="2080"/>
                  </a:cubicBezTo>
                  <a:cubicBezTo>
                    <a:pt x="2268" y="2080"/>
                    <a:pt x="2426" y="1922"/>
                    <a:pt x="2426" y="1733"/>
                  </a:cubicBezTo>
                  <a:lnTo>
                    <a:pt x="2426" y="347"/>
                  </a:lnTo>
                  <a:cubicBezTo>
                    <a:pt x="2426" y="158"/>
                    <a:pt x="2268" y="0"/>
                    <a:pt x="207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6407;p61"/>
            <p:cNvSpPr/>
            <p:nvPr/>
          </p:nvSpPr>
          <p:spPr>
            <a:xfrm>
              <a:off x="-27691025" y="3263500"/>
              <a:ext cx="251275" cy="207175"/>
            </a:xfrm>
            <a:custGeom>
              <a:rect b="b" l="l" r="r" t="t"/>
              <a:pathLst>
                <a:path extrusionOk="0" h="8287" w="10051">
                  <a:moveTo>
                    <a:pt x="8317" y="725"/>
                  </a:moveTo>
                  <a:cubicBezTo>
                    <a:pt x="8885" y="725"/>
                    <a:pt x="9326" y="1198"/>
                    <a:pt x="9326" y="1733"/>
                  </a:cubicBezTo>
                  <a:cubicBezTo>
                    <a:pt x="9326" y="2332"/>
                    <a:pt x="8853" y="2773"/>
                    <a:pt x="8317" y="2773"/>
                  </a:cubicBezTo>
                  <a:cubicBezTo>
                    <a:pt x="7750" y="2773"/>
                    <a:pt x="7278" y="2301"/>
                    <a:pt x="7278" y="1733"/>
                  </a:cubicBezTo>
                  <a:cubicBezTo>
                    <a:pt x="7278" y="1166"/>
                    <a:pt x="7750" y="725"/>
                    <a:pt x="8317" y="725"/>
                  </a:cubicBezTo>
                  <a:close/>
                  <a:moveTo>
                    <a:pt x="8317" y="1"/>
                  </a:moveTo>
                  <a:cubicBezTo>
                    <a:pt x="7372" y="1"/>
                    <a:pt x="6585" y="788"/>
                    <a:pt x="6585" y="1733"/>
                  </a:cubicBezTo>
                  <a:cubicBezTo>
                    <a:pt x="6585" y="2584"/>
                    <a:pt x="7152" y="3277"/>
                    <a:pt x="7939" y="3435"/>
                  </a:cubicBezTo>
                  <a:lnTo>
                    <a:pt x="7939" y="5199"/>
                  </a:lnTo>
                  <a:cubicBezTo>
                    <a:pt x="7939" y="6554"/>
                    <a:pt x="6837" y="7656"/>
                    <a:pt x="5513" y="7656"/>
                  </a:cubicBezTo>
                  <a:cubicBezTo>
                    <a:pt x="4190" y="7656"/>
                    <a:pt x="3088" y="6554"/>
                    <a:pt x="3088" y="5199"/>
                  </a:cubicBezTo>
                  <a:lnTo>
                    <a:pt x="3088" y="4506"/>
                  </a:lnTo>
                  <a:lnTo>
                    <a:pt x="3088" y="4443"/>
                  </a:lnTo>
                  <a:cubicBezTo>
                    <a:pt x="4316" y="4317"/>
                    <a:pt x="5324" y="3309"/>
                    <a:pt x="5482" y="2049"/>
                  </a:cubicBezTo>
                  <a:cubicBezTo>
                    <a:pt x="5513" y="1797"/>
                    <a:pt x="5513" y="1891"/>
                    <a:pt x="5513" y="1355"/>
                  </a:cubicBezTo>
                  <a:lnTo>
                    <a:pt x="4127" y="1355"/>
                  </a:lnTo>
                  <a:cubicBezTo>
                    <a:pt x="4127" y="1607"/>
                    <a:pt x="4127" y="1765"/>
                    <a:pt x="4096" y="2049"/>
                  </a:cubicBezTo>
                  <a:cubicBezTo>
                    <a:pt x="3938" y="2710"/>
                    <a:pt x="3340" y="3088"/>
                    <a:pt x="2741" y="3088"/>
                  </a:cubicBezTo>
                  <a:cubicBezTo>
                    <a:pt x="2174" y="3088"/>
                    <a:pt x="1575" y="2773"/>
                    <a:pt x="1418" y="2049"/>
                  </a:cubicBezTo>
                  <a:cubicBezTo>
                    <a:pt x="1386" y="1828"/>
                    <a:pt x="1386" y="1607"/>
                    <a:pt x="1386" y="1355"/>
                  </a:cubicBezTo>
                  <a:lnTo>
                    <a:pt x="0" y="1355"/>
                  </a:lnTo>
                  <a:cubicBezTo>
                    <a:pt x="0" y="1670"/>
                    <a:pt x="0" y="1733"/>
                    <a:pt x="32" y="2049"/>
                  </a:cubicBezTo>
                  <a:cubicBezTo>
                    <a:pt x="221" y="3277"/>
                    <a:pt x="1166" y="4317"/>
                    <a:pt x="2426" y="4474"/>
                  </a:cubicBezTo>
                  <a:lnTo>
                    <a:pt x="2426" y="5168"/>
                  </a:lnTo>
                  <a:cubicBezTo>
                    <a:pt x="2426" y="5672"/>
                    <a:pt x="2552" y="6144"/>
                    <a:pt x="2804" y="6585"/>
                  </a:cubicBezTo>
                  <a:cubicBezTo>
                    <a:pt x="3308" y="7625"/>
                    <a:pt x="4379" y="8286"/>
                    <a:pt x="5545" y="8286"/>
                  </a:cubicBezTo>
                  <a:cubicBezTo>
                    <a:pt x="7278" y="8286"/>
                    <a:pt x="8664" y="6869"/>
                    <a:pt x="8664" y="5168"/>
                  </a:cubicBezTo>
                  <a:lnTo>
                    <a:pt x="8664" y="3435"/>
                  </a:lnTo>
                  <a:cubicBezTo>
                    <a:pt x="9452" y="3277"/>
                    <a:pt x="10050" y="2584"/>
                    <a:pt x="10050" y="1733"/>
                  </a:cubicBezTo>
                  <a:cubicBezTo>
                    <a:pt x="10050" y="788"/>
                    <a:pt x="9263" y="1"/>
                    <a:pt x="831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 name="TextBox 17"/>
          <p:cNvSpPr txBox="1"/>
          <p:nvPr/>
        </p:nvSpPr>
        <p:spPr>
          <a:xfrm>
            <a:off x="1289304" y="2551176"/>
            <a:ext cx="1828800" cy="320040"/>
          </a:xfrm>
          <a:prstGeom prst="rect">
            <a:avLst/>
          </a:prstGeom>
          <a:noFill/>
        </p:spPr>
        <p:txBody>
          <a:bodyPr wrap="square" anchor="t" lIns="0" rIns="0" tIns="0" bIns="0">
            <a:spAutoFit/>
          </a:bodyPr>
          <a:lstStyle/>
          <a:p>
            <a:pPr algn="l"/>
            <a:r>
              <a:rPr sz="1300" b="1" i="0">
                <a:solidFill>
                  <a:srgbClr val="0D3C4C"/>
                </a:solidFill>
                <a:latin typeface="Cabin"/>
              </a:rPr>
              <a:t>Measured</a:t>
            </a:r>
          </a:p>
        </p:txBody>
      </p:sp>
      <p:sp>
        <p:nvSpPr>
          <p:cNvPr id="19" name="Rounded Rectangle 18"/>
          <p:cNvSpPr/>
          <p:nvPr/>
        </p:nvSpPr>
        <p:spPr>
          <a:xfrm>
            <a:off x="722376" y="3090672"/>
            <a:ext cx="1143000" cy="338328"/>
          </a:xfrm>
          <a:prstGeom prst="roundRect">
            <a:avLst>
              <a:gd name="adj" fmla="val 30000"/>
            </a:avLst>
          </a:prstGeom>
          <a:solidFill>
            <a:srgbClr val="EEF6F9"/>
          </a:solidFill>
          <a:ln>
            <a:noFill/>
          </a:ln>
        </p:spPr>
        <p:txBody>
          <a:bodyPr rtlCol="0" anchor="ctr" lIns="73152" rIns="73152" tIns="27432" bIns="27432" wrap="square"/>
          <a:lstStyle/>
          <a:p>
            <a:pPr algn="ctr"/>
            <a:r>
              <a:rPr sz="1050" b="0" i="0">
                <a:solidFill>
                  <a:srgbClr val="0D3C4C"/>
                </a:solidFill>
                <a:latin typeface="Nanum Gothic"/>
              </a:rPr>
              <a:t>age</a:t>
            </a:r>
          </a:p>
        </p:txBody>
      </p:sp>
      <p:sp>
        <p:nvSpPr>
          <p:cNvPr id="20" name="Rounded Rectangle 19"/>
          <p:cNvSpPr/>
          <p:nvPr/>
        </p:nvSpPr>
        <p:spPr>
          <a:xfrm>
            <a:off x="1929384" y="3090672"/>
            <a:ext cx="1143000" cy="338328"/>
          </a:xfrm>
          <a:prstGeom prst="roundRect">
            <a:avLst>
              <a:gd name="adj" fmla="val 30000"/>
            </a:avLst>
          </a:prstGeom>
          <a:solidFill>
            <a:srgbClr val="EEF6F9"/>
          </a:solidFill>
          <a:ln>
            <a:noFill/>
          </a:ln>
        </p:spPr>
        <p:txBody>
          <a:bodyPr rtlCol="0" anchor="ctr" lIns="73152" rIns="73152" tIns="27432" bIns="27432" wrap="square"/>
          <a:lstStyle/>
          <a:p>
            <a:pPr algn="ctr"/>
            <a:r>
              <a:rPr sz="1050" b="0" i="0">
                <a:solidFill>
                  <a:srgbClr val="0D3C4C"/>
                </a:solidFill>
                <a:latin typeface="Nanum Gothic"/>
              </a:rPr>
              <a:t>sex</a:t>
            </a:r>
          </a:p>
        </p:txBody>
      </p:sp>
      <p:sp>
        <p:nvSpPr>
          <p:cNvPr id="21" name="Rounded Rectangle 20"/>
          <p:cNvSpPr/>
          <p:nvPr/>
        </p:nvSpPr>
        <p:spPr>
          <a:xfrm>
            <a:off x="722376" y="3520439"/>
            <a:ext cx="1143000" cy="338328"/>
          </a:xfrm>
          <a:prstGeom prst="roundRect">
            <a:avLst>
              <a:gd name="adj" fmla="val 30000"/>
            </a:avLst>
          </a:prstGeom>
          <a:solidFill>
            <a:srgbClr val="EEF6F9"/>
          </a:solidFill>
          <a:ln>
            <a:noFill/>
          </a:ln>
        </p:spPr>
        <p:txBody>
          <a:bodyPr rtlCol="0" anchor="ctr" lIns="73152" rIns="73152" tIns="27432" bIns="27432" wrap="square"/>
          <a:lstStyle/>
          <a:p>
            <a:pPr algn="ctr"/>
            <a:r>
              <a:rPr sz="1050" b="0" i="0">
                <a:solidFill>
                  <a:srgbClr val="0D3C4C"/>
                </a:solidFill>
                <a:latin typeface="Nanum Gothic"/>
              </a:rPr>
              <a:t>height</a:t>
            </a:r>
          </a:p>
        </p:txBody>
      </p:sp>
      <p:sp>
        <p:nvSpPr>
          <p:cNvPr id="22" name="Rounded Rectangle 21"/>
          <p:cNvSpPr/>
          <p:nvPr/>
        </p:nvSpPr>
        <p:spPr>
          <a:xfrm>
            <a:off x="1929384" y="3520439"/>
            <a:ext cx="1143000" cy="338328"/>
          </a:xfrm>
          <a:prstGeom prst="roundRect">
            <a:avLst>
              <a:gd name="adj" fmla="val 30000"/>
            </a:avLst>
          </a:prstGeom>
          <a:solidFill>
            <a:srgbClr val="EEF6F9"/>
          </a:solidFill>
          <a:ln>
            <a:noFill/>
          </a:ln>
        </p:spPr>
        <p:txBody>
          <a:bodyPr rtlCol="0" anchor="ctr" lIns="73152" rIns="73152" tIns="27432" bIns="27432" wrap="square"/>
          <a:lstStyle/>
          <a:p>
            <a:pPr algn="ctr"/>
            <a:r>
              <a:rPr sz="1050" b="0" i="0">
                <a:solidFill>
                  <a:srgbClr val="0D3C4C"/>
                </a:solidFill>
                <a:latin typeface="Nanum Gothic"/>
              </a:rPr>
              <a:t>weight</a:t>
            </a:r>
          </a:p>
        </p:txBody>
      </p:sp>
      <p:sp>
        <p:nvSpPr>
          <p:cNvPr id="23" name="Rounded Rectangle 22"/>
          <p:cNvSpPr/>
          <p:nvPr/>
        </p:nvSpPr>
        <p:spPr>
          <a:xfrm>
            <a:off x="722376" y="3950208"/>
            <a:ext cx="1143000" cy="338328"/>
          </a:xfrm>
          <a:prstGeom prst="roundRect">
            <a:avLst>
              <a:gd name="adj" fmla="val 30000"/>
            </a:avLst>
          </a:prstGeom>
          <a:solidFill>
            <a:srgbClr val="EEF6F9"/>
          </a:solidFill>
          <a:ln>
            <a:noFill/>
          </a:ln>
        </p:spPr>
        <p:txBody>
          <a:bodyPr rtlCol="0" anchor="ctr" lIns="73152" rIns="73152" tIns="27432" bIns="27432" wrap="square"/>
          <a:lstStyle/>
          <a:p>
            <a:pPr algn="ctr"/>
            <a:r>
              <a:rPr sz="1050" b="0" i="0">
                <a:solidFill>
                  <a:srgbClr val="0D3C4C"/>
                </a:solidFill>
                <a:latin typeface="Nanum Gothic"/>
              </a:rPr>
              <a:t>systolic pressure</a:t>
            </a:r>
          </a:p>
        </p:txBody>
      </p:sp>
      <p:sp>
        <p:nvSpPr>
          <p:cNvPr id="24" name="Rounded Rectangle 23"/>
          <p:cNvSpPr/>
          <p:nvPr/>
        </p:nvSpPr>
        <p:spPr>
          <a:xfrm>
            <a:off x="1929384" y="3950208"/>
            <a:ext cx="1143000" cy="338328"/>
          </a:xfrm>
          <a:prstGeom prst="roundRect">
            <a:avLst>
              <a:gd name="adj" fmla="val 30000"/>
            </a:avLst>
          </a:prstGeom>
          <a:solidFill>
            <a:srgbClr val="EEF6F9"/>
          </a:solidFill>
          <a:ln>
            <a:noFill/>
          </a:ln>
        </p:spPr>
        <p:txBody>
          <a:bodyPr rtlCol="0" anchor="ctr" lIns="73152" rIns="73152" tIns="27432" bIns="27432" wrap="square"/>
          <a:lstStyle/>
          <a:p>
            <a:pPr algn="ctr"/>
            <a:r>
              <a:rPr sz="1050" b="0" i="0">
                <a:solidFill>
                  <a:srgbClr val="0D3C4C"/>
                </a:solidFill>
                <a:latin typeface="Nanum Gothic"/>
              </a:rPr>
              <a:t>diastolic pressure</a:t>
            </a:r>
          </a:p>
        </p:txBody>
      </p:sp>
      <p:sp>
        <p:nvSpPr>
          <p:cNvPr id="25" name="Oval 24"/>
          <p:cNvSpPr/>
          <p:nvPr/>
        </p:nvSpPr>
        <p:spPr>
          <a:xfrm>
            <a:off x="3355848" y="2487168"/>
            <a:ext cx="457200" cy="457200"/>
          </a:xfrm>
          <a:prstGeom prst="ellipse">
            <a:avLst/>
          </a:prstGeom>
          <a:solidFill>
            <a:srgbClr val="0D3C4C"/>
          </a:solidFill>
          <a:ln>
            <a:noFill/>
          </a:ln>
        </p:spPr>
        <p:txBody>
          <a:bodyPr rtlCol="0" anchor="ctr" lIns="73152" rIns="73152" tIns="27432" bIns="27432"/>
          <a:lstStyle/>
          <a:p>
            <a:pPr algn="ctr"/>
          </a:p>
        </p:txBody>
      </p:sp>
      <p:grpSp>
        <p:nvGrpSpPr>
          <p:cNvPr id="26" name="icon flask"/>
          <p:cNvGrpSpPr/>
          <p:nvPr/>
        </p:nvGrpSpPr>
        <p:grpSpPr>
          <a:xfrm>
            <a:off x="3501484" y="2587752"/>
            <a:ext cx="165928" cy="256032"/>
            <a:chOff x="-28032075" y="3916450"/>
            <a:chExt cx="191425" cy="295375"/>
          </a:xfrm>
        </p:grpSpPr>
        <p:sp>
          <p:nvSpPr>
            <p:cNvPr id="27" name="Google Shape;6381;p61"/>
            <p:cNvSpPr/>
            <p:nvPr/>
          </p:nvSpPr>
          <p:spPr>
            <a:xfrm>
              <a:off x="-27996625" y="3916450"/>
              <a:ext cx="120525" cy="51225"/>
            </a:xfrm>
            <a:custGeom>
              <a:rect b="b" l="l" r="r" t="t"/>
              <a:pathLst>
                <a:path extrusionOk="0" h="2049" w="4821">
                  <a:moveTo>
                    <a:pt x="1040" y="0"/>
                  </a:moveTo>
                  <a:cubicBezTo>
                    <a:pt x="441" y="0"/>
                    <a:pt x="0" y="473"/>
                    <a:pt x="0" y="1040"/>
                  </a:cubicBezTo>
                  <a:cubicBezTo>
                    <a:pt x="0" y="1607"/>
                    <a:pt x="473" y="2048"/>
                    <a:pt x="1040" y="2048"/>
                  </a:cubicBezTo>
                  <a:lnTo>
                    <a:pt x="3781" y="2048"/>
                  </a:lnTo>
                  <a:cubicBezTo>
                    <a:pt x="4379" y="2048"/>
                    <a:pt x="4820" y="1575"/>
                    <a:pt x="4820" y="1040"/>
                  </a:cubicBezTo>
                  <a:cubicBezTo>
                    <a:pt x="4820" y="441"/>
                    <a:pt x="4348" y="0"/>
                    <a:pt x="378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6382;p61"/>
            <p:cNvSpPr/>
            <p:nvPr/>
          </p:nvSpPr>
          <p:spPr>
            <a:xfrm>
              <a:off x="-28032075" y="4089975"/>
              <a:ext cx="191425" cy="121850"/>
            </a:xfrm>
            <a:custGeom>
              <a:rect b="b" l="l" r="r" t="t"/>
              <a:pathLst>
                <a:path extrusionOk="0" h="4874" w="7657">
                  <a:moveTo>
                    <a:pt x="1733" y="715"/>
                  </a:moveTo>
                  <a:cubicBezTo>
                    <a:pt x="1954" y="715"/>
                    <a:pt x="2111" y="872"/>
                    <a:pt x="2111" y="1061"/>
                  </a:cubicBezTo>
                  <a:cubicBezTo>
                    <a:pt x="2111" y="1250"/>
                    <a:pt x="1954" y="1408"/>
                    <a:pt x="1733" y="1408"/>
                  </a:cubicBezTo>
                  <a:cubicBezTo>
                    <a:pt x="1544" y="1408"/>
                    <a:pt x="1387" y="1250"/>
                    <a:pt x="1387" y="1061"/>
                  </a:cubicBezTo>
                  <a:cubicBezTo>
                    <a:pt x="1418" y="872"/>
                    <a:pt x="1576" y="715"/>
                    <a:pt x="1733" y="715"/>
                  </a:cubicBezTo>
                  <a:close/>
                  <a:moveTo>
                    <a:pt x="3151" y="1376"/>
                  </a:moveTo>
                  <a:cubicBezTo>
                    <a:pt x="3372" y="1376"/>
                    <a:pt x="3529" y="1534"/>
                    <a:pt x="3529" y="1723"/>
                  </a:cubicBezTo>
                  <a:cubicBezTo>
                    <a:pt x="3529" y="1912"/>
                    <a:pt x="3372" y="2070"/>
                    <a:pt x="3151" y="2070"/>
                  </a:cubicBezTo>
                  <a:cubicBezTo>
                    <a:pt x="2962" y="2070"/>
                    <a:pt x="2804" y="1912"/>
                    <a:pt x="2804" y="1723"/>
                  </a:cubicBezTo>
                  <a:cubicBezTo>
                    <a:pt x="2804" y="1534"/>
                    <a:pt x="2962" y="1376"/>
                    <a:pt x="3151" y="1376"/>
                  </a:cubicBezTo>
                  <a:close/>
                  <a:moveTo>
                    <a:pt x="5199" y="2070"/>
                  </a:moveTo>
                  <a:cubicBezTo>
                    <a:pt x="5419" y="2070"/>
                    <a:pt x="5577" y="2227"/>
                    <a:pt x="5577" y="2448"/>
                  </a:cubicBezTo>
                  <a:cubicBezTo>
                    <a:pt x="5577" y="2637"/>
                    <a:pt x="5419" y="2794"/>
                    <a:pt x="5199" y="2794"/>
                  </a:cubicBezTo>
                  <a:cubicBezTo>
                    <a:pt x="5010" y="2794"/>
                    <a:pt x="4852" y="2637"/>
                    <a:pt x="4852" y="2448"/>
                  </a:cubicBezTo>
                  <a:cubicBezTo>
                    <a:pt x="4884" y="2227"/>
                    <a:pt x="5041" y="2070"/>
                    <a:pt x="5199" y="2070"/>
                  </a:cubicBezTo>
                  <a:close/>
                  <a:moveTo>
                    <a:pt x="3151" y="2794"/>
                  </a:moveTo>
                  <a:cubicBezTo>
                    <a:pt x="3372" y="2794"/>
                    <a:pt x="3529" y="2952"/>
                    <a:pt x="3529" y="3141"/>
                  </a:cubicBezTo>
                  <a:cubicBezTo>
                    <a:pt x="3529" y="3330"/>
                    <a:pt x="3372" y="3487"/>
                    <a:pt x="3151" y="3487"/>
                  </a:cubicBezTo>
                  <a:cubicBezTo>
                    <a:pt x="2962" y="3487"/>
                    <a:pt x="2804" y="3330"/>
                    <a:pt x="2804" y="3141"/>
                  </a:cubicBezTo>
                  <a:cubicBezTo>
                    <a:pt x="2804" y="2952"/>
                    <a:pt x="2962" y="2794"/>
                    <a:pt x="3151" y="2794"/>
                  </a:cubicBezTo>
                  <a:close/>
                  <a:moveTo>
                    <a:pt x="1748" y="1"/>
                  </a:moveTo>
                  <a:cubicBezTo>
                    <a:pt x="1181" y="1"/>
                    <a:pt x="615" y="166"/>
                    <a:pt x="63" y="494"/>
                  </a:cubicBezTo>
                  <a:cubicBezTo>
                    <a:pt x="63" y="715"/>
                    <a:pt x="0" y="872"/>
                    <a:pt x="0" y="1061"/>
                  </a:cubicBezTo>
                  <a:cubicBezTo>
                    <a:pt x="0" y="2196"/>
                    <a:pt x="536" y="3298"/>
                    <a:pt x="1418" y="4023"/>
                  </a:cubicBezTo>
                  <a:cubicBezTo>
                    <a:pt x="2111" y="4558"/>
                    <a:pt x="2962" y="4874"/>
                    <a:pt x="3844" y="4874"/>
                  </a:cubicBezTo>
                  <a:cubicBezTo>
                    <a:pt x="4096" y="4874"/>
                    <a:pt x="4380" y="4842"/>
                    <a:pt x="4663" y="4811"/>
                  </a:cubicBezTo>
                  <a:cubicBezTo>
                    <a:pt x="6144" y="4495"/>
                    <a:pt x="7341" y="3267"/>
                    <a:pt x="7625" y="1723"/>
                  </a:cubicBezTo>
                  <a:cubicBezTo>
                    <a:pt x="7656" y="1439"/>
                    <a:pt x="7656" y="1219"/>
                    <a:pt x="7656" y="935"/>
                  </a:cubicBezTo>
                  <a:lnTo>
                    <a:pt x="7656" y="935"/>
                  </a:lnTo>
                  <a:cubicBezTo>
                    <a:pt x="7033" y="1235"/>
                    <a:pt x="6444" y="1354"/>
                    <a:pt x="5904" y="1354"/>
                  </a:cubicBezTo>
                  <a:cubicBezTo>
                    <a:pt x="4969" y="1354"/>
                    <a:pt x="4183" y="1000"/>
                    <a:pt x="3624" y="620"/>
                  </a:cubicBezTo>
                  <a:cubicBezTo>
                    <a:pt x="3010" y="206"/>
                    <a:pt x="2378" y="1"/>
                    <a:pt x="174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6383;p61"/>
            <p:cNvSpPr/>
            <p:nvPr/>
          </p:nvSpPr>
          <p:spPr>
            <a:xfrm>
              <a:off x="-28024975" y="3985750"/>
              <a:ext cx="181950" cy="121975"/>
            </a:xfrm>
            <a:custGeom>
              <a:rect b="b" l="l" r="r" t="t"/>
              <a:pathLst>
                <a:path extrusionOk="0" h="4879" w="7278">
                  <a:moveTo>
                    <a:pt x="1827" y="1"/>
                  </a:moveTo>
                  <a:lnTo>
                    <a:pt x="1827" y="1639"/>
                  </a:lnTo>
                  <a:cubicBezTo>
                    <a:pt x="1827" y="1765"/>
                    <a:pt x="1733" y="1891"/>
                    <a:pt x="1607" y="1922"/>
                  </a:cubicBezTo>
                  <a:cubicBezTo>
                    <a:pt x="914" y="2363"/>
                    <a:pt x="315" y="3025"/>
                    <a:pt x="0" y="3813"/>
                  </a:cubicBezTo>
                  <a:cubicBezTo>
                    <a:pt x="492" y="3611"/>
                    <a:pt x="988" y="3505"/>
                    <a:pt x="1488" y="3505"/>
                  </a:cubicBezTo>
                  <a:cubicBezTo>
                    <a:pt x="2237" y="3505"/>
                    <a:pt x="2993" y="3743"/>
                    <a:pt x="3749" y="4254"/>
                  </a:cubicBezTo>
                  <a:cubicBezTo>
                    <a:pt x="4370" y="4673"/>
                    <a:pt x="5000" y="4878"/>
                    <a:pt x="5629" y="4878"/>
                  </a:cubicBezTo>
                  <a:cubicBezTo>
                    <a:pt x="6181" y="4878"/>
                    <a:pt x="6733" y="4721"/>
                    <a:pt x="7278" y="4411"/>
                  </a:cubicBezTo>
                  <a:cubicBezTo>
                    <a:pt x="7057" y="3372"/>
                    <a:pt x="6427" y="2427"/>
                    <a:pt x="5450" y="1922"/>
                  </a:cubicBezTo>
                  <a:cubicBezTo>
                    <a:pt x="5356" y="1859"/>
                    <a:pt x="5293" y="1765"/>
                    <a:pt x="5293" y="1639"/>
                  </a:cubicBezTo>
                  <a:lnTo>
                    <a:pt x="5293"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0" name="TextBox 29"/>
          <p:cNvSpPr txBox="1"/>
          <p:nvPr/>
        </p:nvSpPr>
        <p:spPr>
          <a:xfrm>
            <a:off x="3922776" y="2551176"/>
            <a:ext cx="1828800" cy="320040"/>
          </a:xfrm>
          <a:prstGeom prst="rect">
            <a:avLst/>
          </a:prstGeom>
          <a:noFill/>
        </p:spPr>
        <p:txBody>
          <a:bodyPr wrap="square" anchor="t" lIns="0" rIns="0" tIns="0" bIns="0">
            <a:spAutoFit/>
          </a:bodyPr>
          <a:lstStyle/>
          <a:p>
            <a:pPr algn="l"/>
            <a:r>
              <a:rPr sz="1300" b="1" i="0">
                <a:solidFill>
                  <a:srgbClr val="0D3C4C"/>
                </a:solidFill>
                <a:latin typeface="Cabin"/>
              </a:rPr>
              <a:t>Lab result, 3 levels</a:t>
            </a:r>
          </a:p>
        </p:txBody>
      </p:sp>
      <p:sp>
        <p:nvSpPr>
          <p:cNvPr id="31" name="Rounded Rectangle 30"/>
          <p:cNvSpPr/>
          <p:nvPr/>
        </p:nvSpPr>
        <p:spPr>
          <a:xfrm>
            <a:off x="3355848" y="3090672"/>
            <a:ext cx="1143000" cy="338328"/>
          </a:xfrm>
          <a:prstGeom prst="roundRect">
            <a:avLst>
              <a:gd name="adj" fmla="val 30000"/>
            </a:avLst>
          </a:prstGeom>
          <a:solidFill>
            <a:srgbClr val="EEF6F9"/>
          </a:solidFill>
          <a:ln>
            <a:noFill/>
          </a:ln>
        </p:spPr>
        <p:txBody>
          <a:bodyPr rtlCol="0" anchor="ctr" lIns="73152" rIns="73152" tIns="27432" bIns="27432" wrap="square"/>
          <a:lstStyle/>
          <a:p>
            <a:pPr algn="ctr"/>
            <a:r>
              <a:rPr sz="1050" b="0" i="0">
                <a:solidFill>
                  <a:srgbClr val="0D3C4C"/>
                </a:solidFill>
                <a:latin typeface="Nanum Gothic"/>
              </a:rPr>
              <a:t>cholesterol</a:t>
            </a:r>
          </a:p>
        </p:txBody>
      </p:sp>
      <p:sp>
        <p:nvSpPr>
          <p:cNvPr id="32" name="Rounded Rectangle 31"/>
          <p:cNvSpPr/>
          <p:nvPr/>
        </p:nvSpPr>
        <p:spPr>
          <a:xfrm>
            <a:off x="4562856" y="3090672"/>
            <a:ext cx="1143000" cy="338328"/>
          </a:xfrm>
          <a:prstGeom prst="roundRect">
            <a:avLst>
              <a:gd name="adj" fmla="val 30000"/>
            </a:avLst>
          </a:prstGeom>
          <a:solidFill>
            <a:srgbClr val="EEF6F9"/>
          </a:solidFill>
          <a:ln>
            <a:noFill/>
          </a:ln>
        </p:spPr>
        <p:txBody>
          <a:bodyPr rtlCol="0" anchor="ctr" lIns="73152" rIns="73152" tIns="27432" bIns="27432" wrap="square"/>
          <a:lstStyle/>
          <a:p>
            <a:pPr algn="ctr"/>
            <a:r>
              <a:rPr sz="1050" b="0" i="0">
                <a:solidFill>
                  <a:srgbClr val="0D3C4C"/>
                </a:solidFill>
                <a:latin typeface="Nanum Gothic"/>
              </a:rPr>
              <a:t>glucose</a:t>
            </a:r>
          </a:p>
        </p:txBody>
      </p:sp>
      <p:sp>
        <p:nvSpPr>
          <p:cNvPr id="33" name="Oval 32"/>
          <p:cNvSpPr/>
          <p:nvPr/>
        </p:nvSpPr>
        <p:spPr>
          <a:xfrm>
            <a:off x="5989320" y="2487168"/>
            <a:ext cx="457200" cy="457200"/>
          </a:xfrm>
          <a:prstGeom prst="ellipse">
            <a:avLst/>
          </a:prstGeom>
          <a:solidFill>
            <a:srgbClr val="0D3C4C"/>
          </a:solidFill>
          <a:ln>
            <a:noFill/>
          </a:ln>
        </p:spPr>
        <p:txBody>
          <a:bodyPr rtlCol="0" anchor="ctr" lIns="73152" rIns="73152" tIns="27432" bIns="27432"/>
          <a:lstStyle/>
          <a:p>
            <a:pPr algn="ctr"/>
          </a:p>
        </p:txBody>
      </p:sp>
      <p:sp>
        <p:nvSpPr>
          <p:cNvPr id="34" name="icon clipboard"/>
          <p:cNvSpPr/>
          <p:nvPr/>
        </p:nvSpPr>
        <p:spPr>
          <a:xfrm>
            <a:off x="6108693" y="2587752"/>
            <a:ext cx="218453" cy="256032"/>
          </a:xfrm>
          <a:custGeom>
            <a:rect b="b" l="l" r="r" t="t"/>
            <a:pathLst>
              <a:path extrusionOk="0" h="12666" w="10807">
                <a:moveTo>
                  <a:pt x="5419" y="851"/>
                </a:moveTo>
                <a:cubicBezTo>
                  <a:pt x="5640" y="851"/>
                  <a:pt x="5797" y="1040"/>
                  <a:pt x="5829" y="1261"/>
                </a:cubicBezTo>
                <a:cubicBezTo>
                  <a:pt x="5829" y="1513"/>
                  <a:pt x="6049" y="1670"/>
                  <a:pt x="6270" y="1670"/>
                </a:cubicBezTo>
                <a:lnTo>
                  <a:pt x="7940" y="1670"/>
                </a:lnTo>
                <a:cubicBezTo>
                  <a:pt x="8160" y="1670"/>
                  <a:pt x="8318" y="1859"/>
                  <a:pt x="8349" y="2048"/>
                </a:cubicBezTo>
                <a:lnTo>
                  <a:pt x="8349" y="2489"/>
                </a:lnTo>
                <a:lnTo>
                  <a:pt x="2615" y="2489"/>
                </a:lnTo>
                <a:lnTo>
                  <a:pt x="2615" y="2048"/>
                </a:lnTo>
                <a:lnTo>
                  <a:pt x="2521" y="2048"/>
                </a:lnTo>
                <a:cubicBezTo>
                  <a:pt x="2521" y="1828"/>
                  <a:pt x="2741" y="1670"/>
                  <a:pt x="2962" y="1670"/>
                </a:cubicBezTo>
                <a:lnTo>
                  <a:pt x="4569" y="1670"/>
                </a:lnTo>
                <a:cubicBezTo>
                  <a:pt x="4821" y="1670"/>
                  <a:pt x="5010" y="1481"/>
                  <a:pt x="5010" y="1261"/>
                </a:cubicBezTo>
                <a:cubicBezTo>
                  <a:pt x="5010" y="1040"/>
                  <a:pt x="5199" y="882"/>
                  <a:pt x="5419" y="851"/>
                </a:cubicBezTo>
                <a:close/>
                <a:moveTo>
                  <a:pt x="8203" y="5651"/>
                </a:moveTo>
                <a:cubicBezTo>
                  <a:pt x="8417" y="5651"/>
                  <a:pt x="8629" y="5730"/>
                  <a:pt x="8790" y="5892"/>
                </a:cubicBezTo>
                <a:lnTo>
                  <a:pt x="8885" y="5955"/>
                </a:lnTo>
                <a:cubicBezTo>
                  <a:pt x="9200" y="6270"/>
                  <a:pt x="9200" y="6805"/>
                  <a:pt x="8885" y="7152"/>
                </a:cubicBezTo>
                <a:lnTo>
                  <a:pt x="5577" y="10428"/>
                </a:lnTo>
                <a:cubicBezTo>
                  <a:pt x="5419" y="10586"/>
                  <a:pt x="5199" y="10665"/>
                  <a:pt x="4978" y="10665"/>
                </a:cubicBezTo>
                <a:cubicBezTo>
                  <a:pt x="4758" y="10665"/>
                  <a:pt x="4537" y="10586"/>
                  <a:pt x="4380" y="10428"/>
                </a:cubicBezTo>
                <a:lnTo>
                  <a:pt x="2773" y="8822"/>
                </a:lnTo>
                <a:cubicBezTo>
                  <a:pt x="2458" y="8507"/>
                  <a:pt x="2458" y="7971"/>
                  <a:pt x="2773" y="7656"/>
                </a:cubicBezTo>
                <a:lnTo>
                  <a:pt x="2836" y="7561"/>
                </a:lnTo>
                <a:cubicBezTo>
                  <a:pt x="2993" y="7404"/>
                  <a:pt x="3214" y="7325"/>
                  <a:pt x="3434" y="7325"/>
                </a:cubicBezTo>
                <a:cubicBezTo>
                  <a:pt x="3655" y="7325"/>
                  <a:pt x="3876" y="7404"/>
                  <a:pt x="4033" y="7561"/>
                </a:cubicBezTo>
                <a:lnTo>
                  <a:pt x="4978" y="8507"/>
                </a:lnTo>
                <a:lnTo>
                  <a:pt x="7625" y="5860"/>
                </a:lnTo>
                <a:cubicBezTo>
                  <a:pt x="7793" y="5722"/>
                  <a:pt x="7999" y="5651"/>
                  <a:pt x="8203" y="5651"/>
                </a:cubicBezTo>
                <a:close/>
                <a:moveTo>
                  <a:pt x="5419" y="0"/>
                </a:moveTo>
                <a:cubicBezTo>
                  <a:pt x="4852" y="0"/>
                  <a:pt x="4411" y="347"/>
                  <a:pt x="4222" y="851"/>
                </a:cubicBezTo>
                <a:lnTo>
                  <a:pt x="2930" y="851"/>
                </a:lnTo>
                <a:cubicBezTo>
                  <a:pt x="2363" y="851"/>
                  <a:pt x="1954" y="1198"/>
                  <a:pt x="1733" y="1670"/>
                </a:cubicBezTo>
                <a:lnTo>
                  <a:pt x="442" y="1670"/>
                </a:lnTo>
                <a:cubicBezTo>
                  <a:pt x="221" y="1670"/>
                  <a:pt x="0" y="1859"/>
                  <a:pt x="0" y="2048"/>
                </a:cubicBezTo>
                <a:lnTo>
                  <a:pt x="0" y="12256"/>
                </a:lnTo>
                <a:cubicBezTo>
                  <a:pt x="0" y="12508"/>
                  <a:pt x="221" y="12665"/>
                  <a:pt x="442" y="12665"/>
                </a:cubicBezTo>
                <a:lnTo>
                  <a:pt x="10366" y="12665"/>
                </a:lnTo>
                <a:cubicBezTo>
                  <a:pt x="10618" y="12665"/>
                  <a:pt x="10807" y="12445"/>
                  <a:pt x="10807" y="12256"/>
                </a:cubicBezTo>
                <a:lnTo>
                  <a:pt x="10807" y="2048"/>
                </a:lnTo>
                <a:cubicBezTo>
                  <a:pt x="10807" y="1828"/>
                  <a:pt x="10618" y="1670"/>
                  <a:pt x="10366" y="1670"/>
                </a:cubicBezTo>
                <a:lnTo>
                  <a:pt x="9074" y="1670"/>
                </a:lnTo>
                <a:cubicBezTo>
                  <a:pt x="8916" y="1198"/>
                  <a:pt x="8444" y="851"/>
                  <a:pt x="7877" y="851"/>
                </a:cubicBezTo>
                <a:lnTo>
                  <a:pt x="6585" y="851"/>
                </a:lnTo>
                <a:cubicBezTo>
                  <a:pt x="6427" y="378"/>
                  <a:pt x="5955" y="0"/>
                  <a:pt x="541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TextBox 34"/>
          <p:cNvSpPr txBox="1"/>
          <p:nvPr/>
        </p:nvSpPr>
        <p:spPr>
          <a:xfrm>
            <a:off x="6556248" y="2551176"/>
            <a:ext cx="1828800" cy="320040"/>
          </a:xfrm>
          <a:prstGeom prst="rect">
            <a:avLst/>
          </a:prstGeom>
          <a:noFill/>
        </p:spPr>
        <p:txBody>
          <a:bodyPr wrap="square" anchor="t" lIns="0" rIns="0" tIns="0" bIns="0">
            <a:spAutoFit/>
          </a:bodyPr>
          <a:lstStyle/>
          <a:p>
            <a:pPr algn="l"/>
            <a:r>
              <a:rPr sz="1300" b="1" i="0">
                <a:solidFill>
                  <a:srgbClr val="0D3C4C"/>
                </a:solidFill>
                <a:latin typeface="Cabin"/>
              </a:rPr>
              <a:t>Self-reported, yes / no</a:t>
            </a:r>
          </a:p>
        </p:txBody>
      </p:sp>
      <p:sp>
        <p:nvSpPr>
          <p:cNvPr id="36" name="Rounded Rectangle 35"/>
          <p:cNvSpPr/>
          <p:nvPr/>
        </p:nvSpPr>
        <p:spPr>
          <a:xfrm>
            <a:off x="5989320" y="3090672"/>
            <a:ext cx="1143000" cy="338328"/>
          </a:xfrm>
          <a:prstGeom prst="roundRect">
            <a:avLst>
              <a:gd name="adj" fmla="val 30000"/>
            </a:avLst>
          </a:prstGeom>
          <a:solidFill>
            <a:srgbClr val="EEF6F9"/>
          </a:solidFill>
          <a:ln>
            <a:noFill/>
          </a:ln>
        </p:spPr>
        <p:txBody>
          <a:bodyPr rtlCol="0" anchor="ctr" lIns="73152" rIns="73152" tIns="27432" bIns="27432" wrap="square"/>
          <a:lstStyle/>
          <a:p>
            <a:pPr algn="ctr"/>
            <a:r>
              <a:rPr sz="1050" b="0" i="0">
                <a:solidFill>
                  <a:srgbClr val="0D3C4C"/>
                </a:solidFill>
                <a:latin typeface="Nanum Gothic"/>
              </a:rPr>
              <a:t>smoking</a:t>
            </a:r>
          </a:p>
        </p:txBody>
      </p:sp>
      <p:sp>
        <p:nvSpPr>
          <p:cNvPr id="37" name="Rounded Rectangle 36"/>
          <p:cNvSpPr/>
          <p:nvPr/>
        </p:nvSpPr>
        <p:spPr>
          <a:xfrm>
            <a:off x="7196328" y="3090672"/>
            <a:ext cx="1143000" cy="338328"/>
          </a:xfrm>
          <a:prstGeom prst="roundRect">
            <a:avLst>
              <a:gd name="adj" fmla="val 30000"/>
            </a:avLst>
          </a:prstGeom>
          <a:solidFill>
            <a:srgbClr val="EEF6F9"/>
          </a:solidFill>
          <a:ln>
            <a:noFill/>
          </a:ln>
        </p:spPr>
        <p:txBody>
          <a:bodyPr rtlCol="0" anchor="ctr" lIns="73152" rIns="73152" tIns="27432" bIns="27432" wrap="square"/>
          <a:lstStyle/>
          <a:p>
            <a:pPr algn="ctr"/>
            <a:r>
              <a:rPr sz="1050" b="0" i="0">
                <a:solidFill>
                  <a:srgbClr val="0D3C4C"/>
                </a:solidFill>
                <a:latin typeface="Nanum Gothic"/>
              </a:rPr>
              <a:t>alcohol</a:t>
            </a:r>
          </a:p>
        </p:txBody>
      </p:sp>
      <p:sp>
        <p:nvSpPr>
          <p:cNvPr id="38" name="Rounded Rectangle 37"/>
          <p:cNvSpPr/>
          <p:nvPr/>
        </p:nvSpPr>
        <p:spPr>
          <a:xfrm>
            <a:off x="5989320" y="3520439"/>
            <a:ext cx="1143000" cy="338328"/>
          </a:xfrm>
          <a:prstGeom prst="roundRect">
            <a:avLst>
              <a:gd name="adj" fmla="val 30000"/>
            </a:avLst>
          </a:prstGeom>
          <a:solidFill>
            <a:srgbClr val="EEF6F9"/>
          </a:solidFill>
          <a:ln>
            <a:noFill/>
          </a:ln>
        </p:spPr>
        <p:txBody>
          <a:bodyPr rtlCol="0" anchor="ctr" lIns="73152" rIns="73152" tIns="27432" bIns="27432" wrap="square"/>
          <a:lstStyle/>
          <a:p>
            <a:pPr algn="ctr"/>
            <a:r>
              <a:rPr sz="1050" b="0" i="0">
                <a:solidFill>
                  <a:srgbClr val="0D3C4C"/>
                </a:solidFill>
                <a:latin typeface="Nanum Gothic"/>
              </a:rPr>
              <a:t>physical activity</a:t>
            </a:r>
          </a:p>
        </p:txBody>
      </p:sp>
      <p:sp>
        <p:nvSpPr>
          <p:cNvPr id="39" name="TextBox 38"/>
          <p:cNvSpPr txBox="1"/>
          <p:nvPr/>
        </p:nvSpPr>
        <p:spPr>
          <a:xfrm>
            <a:off x="722376" y="4434840"/>
            <a:ext cx="7680960" cy="274320"/>
          </a:xfrm>
          <a:prstGeom prst="rect">
            <a:avLst/>
          </a:prstGeom>
          <a:noFill/>
        </p:spPr>
        <p:txBody>
          <a:bodyPr wrap="square" anchor="t" lIns="0" rIns="0" tIns="0" bIns="0">
            <a:spAutoFit/>
          </a:bodyPr>
          <a:lstStyle/>
          <a:p>
            <a:pPr algn="l"/>
            <a:r>
              <a:rPr sz="1050" b="0" i="0">
                <a:solidFill>
                  <a:srgbClr val="4F6A73"/>
                </a:solidFill>
                <a:latin typeface="Nanum Gothic"/>
              </a:rPr>
              <a:t>Kaggle cardiovascular disease dataset (Ulianova, 2019). Its source and the definition of "disease" are not documented.</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xmlns:p14="http://schemas.microsoft.com/office/powerpoint/2010/main" spd="slow" p14:dur="900">
        <p:fade/>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marL="0" indent="0">
              <a:buNone/>
            </a:pPr>
            <a:r>
              <a:t>2% of the records are impossible</a:t>
            </a:r>
          </a:p>
        </p:txBody>
      </p:sp>
      <p:pic>
        <p:nvPicPr>
          <p:cNvPr id="3" name="Picture 2" descr="crop_fig1_blood_pressure_cleaning.png"/>
          <p:cNvPicPr>
            <a:picLocks noChangeAspect="1"/>
          </p:cNvPicPr>
          <p:nvPr/>
        </p:nvPicPr>
        <p:blipFill>
          <a:blip r:embed="rId2"/>
          <a:stretch>
            <a:fillRect/>
          </a:stretch>
        </p:blipFill>
        <p:spPr>
          <a:xfrm>
            <a:off x="566928" y="1170432"/>
            <a:ext cx="5074920" cy="1840788"/>
          </a:xfrm>
          <a:prstGeom prst="rect">
            <a:avLst/>
          </a:prstGeom>
        </p:spPr>
      </p:pic>
      <p:sp>
        <p:nvSpPr>
          <p:cNvPr id="4" name="TextBox 3"/>
          <p:cNvSpPr txBox="1"/>
          <p:nvPr/>
        </p:nvSpPr>
        <p:spPr>
          <a:xfrm>
            <a:off x="5897880" y="1188720"/>
            <a:ext cx="2560320" cy="274320"/>
          </a:xfrm>
          <a:prstGeom prst="rect">
            <a:avLst/>
          </a:prstGeom>
          <a:noFill/>
        </p:spPr>
        <p:txBody>
          <a:bodyPr wrap="square" anchor="t" lIns="0" rIns="0" tIns="0" bIns="0">
            <a:spAutoFit/>
          </a:bodyPr>
          <a:lstStyle/>
          <a:p>
            <a:pPr algn="l"/>
            <a:r>
              <a:rPr sz="1050" b="1" i="0">
                <a:solidFill>
                  <a:srgbClr val="B23A2E"/>
                </a:solidFill>
                <a:latin typeface="Nanum Gothic"/>
              </a:rPr>
              <a:t>TYPING ERRORS WITH A PATTERN</a:t>
            </a:r>
          </a:p>
        </p:txBody>
      </p:sp>
      <p:sp>
        <p:nvSpPr>
          <p:cNvPr id="5" name="Rounded Rectangle 4"/>
          <p:cNvSpPr/>
          <p:nvPr/>
        </p:nvSpPr>
        <p:spPr>
          <a:xfrm>
            <a:off x="5897880" y="1508760"/>
            <a:ext cx="1417320" cy="384048"/>
          </a:xfrm>
          <a:prstGeom prst="roundRect">
            <a:avLst>
              <a:gd name="adj" fmla="val 30000"/>
            </a:avLst>
          </a:prstGeom>
          <a:solidFill>
            <a:srgbClr val="0D3C4C"/>
          </a:solidFill>
          <a:ln>
            <a:noFill/>
          </a:ln>
        </p:spPr>
        <p:txBody>
          <a:bodyPr rtlCol="0" anchor="ctr" lIns="73152" rIns="73152" tIns="27432" bIns="27432" wrap="square"/>
          <a:lstStyle/>
          <a:p>
            <a:pPr algn="ctr"/>
            <a:r>
              <a:rPr sz="1150" b="1" i="0">
                <a:solidFill>
                  <a:srgbClr val="FFFFFF"/>
                </a:solidFill>
                <a:latin typeface="Cabin"/>
              </a:rPr>
              <a:t>1000 → 100</a:t>
            </a:r>
          </a:p>
        </p:txBody>
      </p:sp>
      <p:sp>
        <p:nvSpPr>
          <p:cNvPr id="6" name="TextBox 5"/>
          <p:cNvSpPr txBox="1"/>
          <p:nvPr/>
        </p:nvSpPr>
        <p:spPr>
          <a:xfrm>
            <a:off x="7406640" y="1508760"/>
            <a:ext cx="1051560" cy="384048"/>
          </a:xfrm>
          <a:prstGeom prst="rect">
            <a:avLst/>
          </a:prstGeom>
          <a:noFill/>
        </p:spPr>
        <p:txBody>
          <a:bodyPr wrap="square" anchor="ctr" lIns="0" rIns="0" tIns="0" bIns="0">
            <a:spAutoFit/>
          </a:bodyPr>
          <a:lstStyle/>
          <a:p>
            <a:pPr algn="l"/>
            <a:r>
              <a:rPr sz="1050" b="0" i="0">
                <a:solidFill>
                  <a:srgbClr val="0D3C4C"/>
                </a:solidFill>
                <a:latin typeface="Nanum Gothic"/>
              </a:rPr>
              <a:t>an extra zero</a:t>
            </a:r>
          </a:p>
        </p:txBody>
      </p:sp>
      <p:sp>
        <p:nvSpPr>
          <p:cNvPr id="7" name="Rounded Rectangle 6"/>
          <p:cNvSpPr/>
          <p:nvPr/>
        </p:nvSpPr>
        <p:spPr>
          <a:xfrm>
            <a:off x="5897880" y="2057400"/>
            <a:ext cx="1417320" cy="384048"/>
          </a:xfrm>
          <a:prstGeom prst="roundRect">
            <a:avLst>
              <a:gd name="adj" fmla="val 30000"/>
            </a:avLst>
          </a:prstGeom>
          <a:solidFill>
            <a:srgbClr val="0D3C4C"/>
          </a:solidFill>
          <a:ln>
            <a:noFill/>
          </a:ln>
        </p:spPr>
        <p:txBody>
          <a:bodyPr rtlCol="0" anchor="ctr" lIns="73152" rIns="73152" tIns="27432" bIns="27432" wrap="square"/>
          <a:lstStyle/>
          <a:p>
            <a:pPr algn="ctr"/>
            <a:r>
              <a:rPr sz="1150" b="1" i="0">
                <a:solidFill>
                  <a:srgbClr val="FFFFFF"/>
                </a:solidFill>
                <a:latin typeface="Cabin"/>
              </a:rPr>
              <a:t>12 → 120</a:t>
            </a:r>
          </a:p>
        </p:txBody>
      </p:sp>
      <p:sp>
        <p:nvSpPr>
          <p:cNvPr id="8" name="TextBox 7"/>
          <p:cNvSpPr txBox="1"/>
          <p:nvPr/>
        </p:nvSpPr>
        <p:spPr>
          <a:xfrm>
            <a:off x="7406640" y="2057400"/>
            <a:ext cx="1051560" cy="384048"/>
          </a:xfrm>
          <a:prstGeom prst="rect">
            <a:avLst/>
          </a:prstGeom>
          <a:noFill/>
        </p:spPr>
        <p:txBody>
          <a:bodyPr wrap="square" anchor="ctr" lIns="0" rIns="0" tIns="0" bIns="0">
            <a:spAutoFit/>
          </a:bodyPr>
          <a:lstStyle/>
          <a:p>
            <a:pPr algn="l"/>
            <a:r>
              <a:rPr sz="1050" b="0" i="0">
                <a:solidFill>
                  <a:srgbClr val="0D3C4C"/>
                </a:solidFill>
                <a:latin typeface="Nanum Gothic"/>
              </a:rPr>
              <a:t>cmHg instead of mmHg</a:t>
            </a:r>
          </a:p>
        </p:txBody>
      </p:sp>
      <p:sp>
        <p:nvSpPr>
          <p:cNvPr id="9" name="Rounded Rectangle 8"/>
          <p:cNvSpPr/>
          <p:nvPr/>
        </p:nvSpPr>
        <p:spPr>
          <a:xfrm>
            <a:off x="5897880" y="2606039"/>
            <a:ext cx="1417320" cy="384048"/>
          </a:xfrm>
          <a:prstGeom prst="roundRect">
            <a:avLst>
              <a:gd name="adj" fmla="val 30000"/>
            </a:avLst>
          </a:prstGeom>
          <a:solidFill>
            <a:srgbClr val="0D3C4C"/>
          </a:solidFill>
          <a:ln>
            <a:noFill/>
          </a:ln>
        </p:spPr>
        <p:txBody>
          <a:bodyPr rtlCol="0" anchor="ctr" lIns="73152" rIns="73152" tIns="27432" bIns="27432" wrap="square"/>
          <a:lstStyle/>
          <a:p>
            <a:pPr algn="ctr"/>
            <a:r>
              <a:rPr sz="1150" b="1" i="0">
                <a:solidFill>
                  <a:srgbClr val="FFFFFF"/>
                </a:solidFill>
                <a:latin typeface="Cabin"/>
              </a:rPr>
              <a:t>−120 → 120</a:t>
            </a:r>
          </a:p>
        </p:txBody>
      </p:sp>
      <p:sp>
        <p:nvSpPr>
          <p:cNvPr id="10" name="TextBox 9"/>
          <p:cNvSpPr txBox="1"/>
          <p:nvPr/>
        </p:nvSpPr>
        <p:spPr>
          <a:xfrm>
            <a:off x="7406640" y="2606039"/>
            <a:ext cx="1051560" cy="384048"/>
          </a:xfrm>
          <a:prstGeom prst="rect">
            <a:avLst/>
          </a:prstGeom>
          <a:noFill/>
        </p:spPr>
        <p:txBody>
          <a:bodyPr wrap="square" anchor="ctr" lIns="0" rIns="0" tIns="0" bIns="0">
            <a:spAutoFit/>
          </a:bodyPr>
          <a:lstStyle/>
          <a:p>
            <a:pPr algn="l"/>
            <a:r>
              <a:rPr sz="1050" b="0" i="0">
                <a:solidFill>
                  <a:srgbClr val="0D3C4C"/>
                </a:solidFill>
                <a:latin typeface="Nanum Gothic"/>
              </a:rPr>
              <a:t>a stray minus sign</a:t>
            </a:r>
          </a:p>
        </p:txBody>
      </p:sp>
      <p:sp>
        <p:nvSpPr>
          <p:cNvPr id="11" name="Rounded Rectangle 10"/>
          <p:cNvSpPr/>
          <p:nvPr/>
        </p:nvSpPr>
        <p:spPr>
          <a:xfrm>
            <a:off x="5897880" y="3154679"/>
            <a:ext cx="1417320" cy="384048"/>
          </a:xfrm>
          <a:prstGeom prst="roundRect">
            <a:avLst>
              <a:gd name="adj" fmla="val 30000"/>
            </a:avLst>
          </a:prstGeom>
          <a:solidFill>
            <a:srgbClr val="0D3C4C"/>
          </a:solidFill>
          <a:ln>
            <a:noFill/>
          </a:ln>
        </p:spPr>
        <p:txBody>
          <a:bodyPr rtlCol="0" anchor="ctr" lIns="73152" rIns="73152" tIns="27432" bIns="27432" wrap="square"/>
          <a:lstStyle/>
          <a:p>
            <a:pPr algn="ctr"/>
            <a:r>
              <a:rPr sz="1150" b="1" i="0">
                <a:solidFill>
                  <a:srgbClr val="FFFFFF"/>
                </a:solidFill>
                <a:latin typeface="Cabin"/>
              </a:rPr>
              <a:t>80/120 → 120/80</a:t>
            </a:r>
          </a:p>
        </p:txBody>
      </p:sp>
      <p:sp>
        <p:nvSpPr>
          <p:cNvPr id="12" name="TextBox 11"/>
          <p:cNvSpPr txBox="1"/>
          <p:nvPr/>
        </p:nvSpPr>
        <p:spPr>
          <a:xfrm>
            <a:off x="7406640" y="3154679"/>
            <a:ext cx="1051560" cy="384048"/>
          </a:xfrm>
          <a:prstGeom prst="rect">
            <a:avLst/>
          </a:prstGeom>
          <a:noFill/>
        </p:spPr>
        <p:txBody>
          <a:bodyPr wrap="square" anchor="ctr" lIns="0" rIns="0" tIns="0" bIns="0">
            <a:spAutoFit/>
          </a:bodyPr>
          <a:lstStyle/>
          <a:p>
            <a:pPr algn="l"/>
            <a:r>
              <a:rPr sz="1050" b="0" i="0">
                <a:solidFill>
                  <a:srgbClr val="0D3C4C"/>
                </a:solidFill>
                <a:latin typeface="Nanum Gothic"/>
              </a:rPr>
              <a:t>the two readings swapped</a:t>
            </a:r>
          </a:p>
        </p:txBody>
      </p:sp>
      <p:sp>
        <p:nvSpPr>
          <p:cNvPr id="13" name="Rounded Rectangle 12"/>
          <p:cNvSpPr/>
          <p:nvPr/>
        </p:nvSpPr>
        <p:spPr>
          <a:xfrm>
            <a:off x="722376" y="3611880"/>
            <a:ext cx="7708392" cy="1005840"/>
          </a:xfrm>
          <a:prstGeom prst="roundRect">
            <a:avLst>
              <a:gd name="adj" fmla="val 12000"/>
            </a:avLst>
          </a:prstGeom>
          <a:solidFill>
            <a:srgbClr val="EEF6F9"/>
          </a:solidFill>
          <a:ln>
            <a:noFill/>
          </a:ln>
        </p:spPr>
        <p:txBody>
          <a:bodyPr rtlCol="0" anchor="ctr" lIns="73152" rIns="73152" tIns="27432" bIns="27432"/>
          <a:lstStyle/>
          <a:p>
            <a:pPr algn="ctr"/>
          </a:p>
        </p:txBody>
      </p:sp>
      <p:sp>
        <p:nvSpPr>
          <p:cNvPr id="14" name="!!r_raw"/>
          <p:cNvSpPr txBox="1"/>
          <p:nvPr/>
        </p:nvSpPr>
        <p:spPr>
          <a:xfrm>
            <a:off x="914400" y="3703320"/>
            <a:ext cx="2194560" cy="822960"/>
          </a:xfrm>
          <a:prstGeom prst="rect">
            <a:avLst/>
          </a:prstGeom>
          <a:noFill/>
        </p:spPr>
        <p:txBody>
          <a:bodyPr wrap="square" anchor="ctr" lIns="0" rIns="0" tIns="0" bIns="0">
            <a:spAutoFit/>
          </a:bodyPr>
          <a:lstStyle/>
          <a:p>
            <a:pPr algn="l"/>
            <a:r>
              <a:rPr sz="3000" b="1" i="0">
                <a:solidFill>
                  <a:srgbClr val="4F6A73"/>
                </a:solidFill>
                <a:latin typeface="Cabin"/>
              </a:rPr>
              <a:t>r = 0.05</a:t>
            </a:r>
          </a:p>
        </p:txBody>
      </p:sp>
      <p:sp>
        <p:nvSpPr>
          <p:cNvPr id="15" name="Right Arrow 14"/>
          <p:cNvSpPr/>
          <p:nvPr/>
        </p:nvSpPr>
        <p:spPr>
          <a:xfrm>
            <a:off x="2926080" y="4005072"/>
            <a:ext cx="384048" cy="237744"/>
          </a:xfrm>
          <a:prstGeom prst="rightArrow">
            <a:avLst/>
          </a:prstGeom>
          <a:solidFill>
            <a:srgbClr val="E05A4F"/>
          </a:solidFill>
          <a:ln>
            <a:noFill/>
          </a:ln>
        </p:spPr>
        <p:txBody>
          <a:bodyPr rtlCol="0" anchor="ctr" lIns="73152" rIns="73152" tIns="27432" bIns="27432"/>
          <a:lstStyle/>
          <a:p>
            <a:pPr algn="ctr"/>
          </a:p>
        </p:txBody>
      </p:sp>
      <p:sp>
        <p:nvSpPr>
          <p:cNvPr id="16" name="!!r_clean"/>
          <p:cNvSpPr txBox="1"/>
          <p:nvPr/>
        </p:nvSpPr>
        <p:spPr>
          <a:xfrm>
            <a:off x="3520440" y="3703320"/>
            <a:ext cx="2194560" cy="822960"/>
          </a:xfrm>
          <a:prstGeom prst="rect">
            <a:avLst/>
          </a:prstGeom>
          <a:noFill/>
        </p:spPr>
        <p:txBody>
          <a:bodyPr wrap="square" anchor="ctr" lIns="0" rIns="0" tIns="0" bIns="0">
            <a:spAutoFit/>
          </a:bodyPr>
          <a:lstStyle/>
          <a:p>
            <a:pPr algn="l"/>
            <a:r>
              <a:rPr sz="3000" b="1" i="0">
                <a:solidFill>
                  <a:srgbClr val="B23A2E"/>
                </a:solidFill>
                <a:latin typeface="Cabin"/>
              </a:rPr>
              <a:t>r = 0.43</a:t>
            </a:r>
          </a:p>
        </p:txBody>
      </p:sp>
      <p:sp>
        <p:nvSpPr>
          <p:cNvPr id="17" name="TextBox 16"/>
          <p:cNvSpPr txBox="1"/>
          <p:nvPr/>
        </p:nvSpPr>
        <p:spPr>
          <a:xfrm>
            <a:off x="5669280" y="3767328"/>
            <a:ext cx="2651760" cy="777240"/>
          </a:xfrm>
          <a:prstGeom prst="rect">
            <a:avLst/>
          </a:prstGeom>
          <a:noFill/>
        </p:spPr>
        <p:txBody>
          <a:bodyPr wrap="square" anchor="ctr" lIns="0" rIns="0" tIns="0" bIns="0">
            <a:spAutoFit/>
          </a:bodyPr>
          <a:lstStyle/>
          <a:p>
            <a:pPr algn="l"/>
            <a:r>
              <a:rPr sz="1150" b="0" i="0">
                <a:solidFill>
                  <a:srgbClr val="0D3C4C"/>
                </a:solidFill>
                <a:latin typeface="Nanum Gothic"/>
              </a:rPr>
              <a:t>How closely systolic pressure tracks the diagnosis, before and after cleaning</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xmlns:p14="http://schemas.microsoft.com/office/powerpoint/2010/main" spd="slow" p14:dur="900">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marL="0" indent="0">
              <a:buNone/>
            </a:pPr>
            <a:r>
              <a:t>What the clean data shows</a:t>
            </a:r>
          </a:p>
        </p:txBody>
      </p:sp>
      <p:pic>
        <p:nvPicPr>
          <p:cNvPr id="3" name="Picture 2" descr="crop_fig2_disease_rate_by_factor.png"/>
          <p:cNvPicPr>
            <a:picLocks noChangeAspect="1"/>
          </p:cNvPicPr>
          <p:nvPr/>
        </p:nvPicPr>
        <p:blipFill>
          <a:blip r:embed="rId2"/>
          <a:stretch>
            <a:fillRect/>
          </a:stretch>
        </p:blipFill>
        <p:spPr>
          <a:xfrm>
            <a:off x="868680" y="1115568"/>
            <a:ext cx="7245758" cy="370332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xmlns:p14="http://schemas.microsoft.com/office/powerpoint/2010/main" spd="slow" p14:dur="900">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marL="0" indent="0">
              <a:buNone/>
            </a:pPr>
            <a:r>
              <a:t>The smoking paradox</a:t>
            </a:r>
          </a:p>
        </p:txBody>
      </p:sp>
      <p:pic>
        <p:nvPicPr>
          <p:cNvPr id="3" name="Picture 2" descr="crop_fig3_smoking_paradox.png"/>
          <p:cNvPicPr>
            <a:picLocks noChangeAspect="1"/>
          </p:cNvPicPr>
          <p:nvPr/>
        </p:nvPicPr>
        <p:blipFill>
          <a:blip r:embed="rId2"/>
          <a:stretch>
            <a:fillRect/>
          </a:stretch>
        </p:blipFill>
        <p:spPr>
          <a:xfrm>
            <a:off x="566928" y="1188720"/>
            <a:ext cx="4572000" cy="2499253"/>
          </a:xfrm>
          <a:prstGeom prst="rect">
            <a:avLst/>
          </a:prstGeom>
        </p:spPr>
      </p:pic>
      <p:sp>
        <p:nvSpPr>
          <p:cNvPr id="4" name="TextBox 3"/>
          <p:cNvSpPr txBox="1"/>
          <p:nvPr/>
        </p:nvSpPr>
        <p:spPr>
          <a:xfrm>
            <a:off x="722376" y="4069080"/>
            <a:ext cx="4389120" cy="548640"/>
          </a:xfrm>
          <a:prstGeom prst="rect">
            <a:avLst/>
          </a:prstGeom>
          <a:noFill/>
        </p:spPr>
        <p:txBody>
          <a:bodyPr wrap="square" anchor="t" lIns="0" rIns="0" tIns="0" bIns="0">
            <a:spAutoFit/>
          </a:bodyPr>
          <a:lstStyle/>
          <a:p>
            <a:pPr algn="l"/>
            <a:r>
              <a:rPr sz="1100" b="0" i="0">
                <a:solidFill>
                  <a:srgbClr val="4F6A73"/>
                </a:solidFill>
                <a:latin typeface="Nanum Gothic"/>
              </a:rPr>
              <a:t>Men only: women hardly smoke in this data (1.8% vs 22% of men)</a:t>
            </a:r>
          </a:p>
        </p:txBody>
      </p:sp>
      <p:sp>
        <p:nvSpPr>
          <p:cNvPr id="5" name="Rounded Rectangle 4"/>
          <p:cNvSpPr/>
          <p:nvPr/>
        </p:nvSpPr>
        <p:spPr>
          <a:xfrm>
            <a:off x="5440680" y="1188720"/>
            <a:ext cx="2990088" cy="3474720"/>
          </a:xfrm>
          <a:prstGeom prst="roundRect">
            <a:avLst>
              <a:gd name="adj" fmla="val 12000"/>
            </a:avLst>
          </a:prstGeom>
          <a:solidFill>
            <a:srgbClr val="EEF6F9"/>
          </a:solidFill>
          <a:ln>
            <a:noFill/>
          </a:ln>
        </p:spPr>
        <p:txBody>
          <a:bodyPr rtlCol="0" anchor="ctr" lIns="73152" rIns="73152" tIns="27432" bIns="27432"/>
          <a:lstStyle/>
          <a:p>
            <a:pPr algn="ctr"/>
          </a:p>
        </p:txBody>
      </p:sp>
      <p:sp>
        <p:nvSpPr>
          <p:cNvPr id="6" name="Oval 5"/>
          <p:cNvSpPr/>
          <p:nvPr/>
        </p:nvSpPr>
        <p:spPr>
          <a:xfrm>
            <a:off x="5669280" y="1371600"/>
            <a:ext cx="548640" cy="548640"/>
          </a:xfrm>
          <a:prstGeom prst="ellipse">
            <a:avLst/>
          </a:prstGeom>
          <a:solidFill>
            <a:srgbClr val="E05A4F"/>
          </a:solidFill>
          <a:ln>
            <a:noFill/>
          </a:ln>
        </p:spPr>
        <p:txBody>
          <a:bodyPr rtlCol="0" anchor="ctr" lIns="73152" rIns="73152" tIns="27432" bIns="27432"/>
          <a:lstStyle/>
          <a:p>
            <a:pPr algn="ctr"/>
          </a:p>
        </p:txBody>
      </p:sp>
      <p:grpSp>
        <p:nvGrpSpPr>
          <p:cNvPr id="7" name="icon hospital"/>
          <p:cNvGrpSpPr/>
          <p:nvPr/>
        </p:nvGrpSpPr>
        <p:grpSpPr>
          <a:xfrm>
            <a:off x="5790382" y="1492300"/>
            <a:ext cx="306434" cy="307238"/>
            <a:chOff x="-23615075" y="3148525"/>
            <a:chExt cx="295375" cy="296150"/>
          </a:xfrm>
        </p:grpSpPr>
        <p:sp>
          <p:nvSpPr>
            <p:cNvPr id="8" name="Google Shape;6470;p61"/>
            <p:cNvSpPr/>
            <p:nvPr/>
          </p:nvSpPr>
          <p:spPr>
            <a:xfrm>
              <a:off x="-23493775" y="3183950"/>
              <a:ext cx="52775" cy="53600"/>
            </a:xfrm>
            <a:custGeom>
              <a:rect b="b" l="l" r="r" t="t"/>
              <a:pathLst>
                <a:path extrusionOk="0" h="2144" w="2111">
                  <a:moveTo>
                    <a:pt x="1040" y="1"/>
                  </a:moveTo>
                  <a:cubicBezTo>
                    <a:pt x="851" y="1"/>
                    <a:pt x="693" y="158"/>
                    <a:pt x="693" y="347"/>
                  </a:cubicBezTo>
                  <a:lnTo>
                    <a:pt x="693" y="725"/>
                  </a:lnTo>
                  <a:lnTo>
                    <a:pt x="347" y="725"/>
                  </a:lnTo>
                  <a:cubicBezTo>
                    <a:pt x="158" y="725"/>
                    <a:pt x="0" y="883"/>
                    <a:pt x="0" y="1072"/>
                  </a:cubicBezTo>
                  <a:cubicBezTo>
                    <a:pt x="0" y="1261"/>
                    <a:pt x="158" y="1418"/>
                    <a:pt x="347" y="1418"/>
                  </a:cubicBezTo>
                  <a:lnTo>
                    <a:pt x="693" y="1418"/>
                  </a:lnTo>
                  <a:lnTo>
                    <a:pt x="693" y="1765"/>
                  </a:lnTo>
                  <a:cubicBezTo>
                    <a:pt x="693" y="1986"/>
                    <a:pt x="851" y="2143"/>
                    <a:pt x="1040" y="2143"/>
                  </a:cubicBezTo>
                  <a:cubicBezTo>
                    <a:pt x="1260" y="2143"/>
                    <a:pt x="1418" y="1986"/>
                    <a:pt x="1418" y="1765"/>
                  </a:cubicBezTo>
                  <a:lnTo>
                    <a:pt x="1418" y="1418"/>
                  </a:lnTo>
                  <a:lnTo>
                    <a:pt x="1764" y="1418"/>
                  </a:lnTo>
                  <a:cubicBezTo>
                    <a:pt x="1953" y="1418"/>
                    <a:pt x="2111" y="1261"/>
                    <a:pt x="2111" y="1072"/>
                  </a:cubicBezTo>
                  <a:cubicBezTo>
                    <a:pt x="2111" y="883"/>
                    <a:pt x="1953" y="725"/>
                    <a:pt x="1764" y="725"/>
                  </a:cubicBezTo>
                  <a:lnTo>
                    <a:pt x="1418" y="725"/>
                  </a:lnTo>
                  <a:lnTo>
                    <a:pt x="1418" y="347"/>
                  </a:lnTo>
                  <a:cubicBezTo>
                    <a:pt x="1418" y="158"/>
                    <a:pt x="1260" y="1"/>
                    <a:pt x="104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 name="Google Shape;6471;p61"/>
            <p:cNvSpPr/>
            <p:nvPr/>
          </p:nvSpPr>
          <p:spPr>
            <a:xfrm>
              <a:off x="-23615075" y="3268225"/>
              <a:ext cx="34675" cy="173300"/>
            </a:xfrm>
            <a:custGeom>
              <a:rect b="b" l="l" r="r" t="t"/>
              <a:pathLst>
                <a:path extrusionOk="0" h="6932" w="1387">
                  <a:moveTo>
                    <a:pt x="1008" y="1"/>
                  </a:moveTo>
                  <a:cubicBezTo>
                    <a:pt x="441" y="1"/>
                    <a:pt x="0" y="473"/>
                    <a:pt x="0" y="1040"/>
                  </a:cubicBezTo>
                  <a:lnTo>
                    <a:pt x="0" y="6585"/>
                  </a:lnTo>
                  <a:cubicBezTo>
                    <a:pt x="0" y="6774"/>
                    <a:pt x="158" y="6932"/>
                    <a:pt x="347" y="6932"/>
                  </a:cubicBezTo>
                  <a:lnTo>
                    <a:pt x="1386" y="6932"/>
                  </a:lnTo>
                  <a:lnTo>
                    <a:pt x="1386" y="4285"/>
                  </a:lnTo>
                  <a:lnTo>
                    <a:pt x="662" y="4285"/>
                  </a:lnTo>
                  <a:lnTo>
                    <a:pt x="662" y="3561"/>
                  </a:lnTo>
                  <a:lnTo>
                    <a:pt x="1386" y="3561"/>
                  </a:lnTo>
                  <a:lnTo>
                    <a:pt x="1386" y="2868"/>
                  </a:lnTo>
                  <a:lnTo>
                    <a:pt x="662" y="2868"/>
                  </a:lnTo>
                  <a:lnTo>
                    <a:pt x="662" y="2143"/>
                  </a:lnTo>
                  <a:lnTo>
                    <a:pt x="1386" y="2143"/>
                  </a:lnTo>
                  <a:lnTo>
                    <a:pt x="1386" y="1418"/>
                  </a:lnTo>
                  <a:lnTo>
                    <a:pt x="662" y="1418"/>
                  </a:lnTo>
                  <a:lnTo>
                    <a:pt x="662" y="1072"/>
                  </a:lnTo>
                  <a:cubicBezTo>
                    <a:pt x="662" y="883"/>
                    <a:pt x="819" y="725"/>
                    <a:pt x="1008" y="725"/>
                  </a:cubicBezTo>
                  <a:lnTo>
                    <a:pt x="1386" y="725"/>
                  </a:lnTo>
                  <a:lnTo>
                    <a:pt x="138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 name="Google Shape;6472;p61"/>
            <p:cNvSpPr/>
            <p:nvPr/>
          </p:nvSpPr>
          <p:spPr>
            <a:xfrm>
              <a:off x="-23354375" y="3270600"/>
              <a:ext cx="34675" cy="173300"/>
            </a:xfrm>
            <a:custGeom>
              <a:rect b="b" l="l" r="r" t="t"/>
              <a:pathLst>
                <a:path extrusionOk="0" h="6932" w="1387">
                  <a:moveTo>
                    <a:pt x="0" y="0"/>
                  </a:moveTo>
                  <a:lnTo>
                    <a:pt x="0" y="725"/>
                  </a:lnTo>
                  <a:lnTo>
                    <a:pt x="347" y="725"/>
                  </a:lnTo>
                  <a:cubicBezTo>
                    <a:pt x="568" y="725"/>
                    <a:pt x="725" y="882"/>
                    <a:pt x="725" y="1071"/>
                  </a:cubicBezTo>
                  <a:lnTo>
                    <a:pt x="725" y="1418"/>
                  </a:lnTo>
                  <a:lnTo>
                    <a:pt x="0" y="1418"/>
                  </a:lnTo>
                  <a:lnTo>
                    <a:pt x="0" y="2143"/>
                  </a:lnTo>
                  <a:lnTo>
                    <a:pt x="725" y="2143"/>
                  </a:lnTo>
                  <a:lnTo>
                    <a:pt x="725" y="2836"/>
                  </a:lnTo>
                  <a:lnTo>
                    <a:pt x="0" y="2836"/>
                  </a:lnTo>
                  <a:lnTo>
                    <a:pt x="0" y="3560"/>
                  </a:lnTo>
                  <a:lnTo>
                    <a:pt x="725" y="3560"/>
                  </a:lnTo>
                  <a:lnTo>
                    <a:pt x="725" y="4253"/>
                  </a:lnTo>
                  <a:lnTo>
                    <a:pt x="0" y="4253"/>
                  </a:lnTo>
                  <a:lnTo>
                    <a:pt x="0" y="6931"/>
                  </a:lnTo>
                  <a:lnTo>
                    <a:pt x="1040" y="6931"/>
                  </a:lnTo>
                  <a:cubicBezTo>
                    <a:pt x="1229" y="6931"/>
                    <a:pt x="1387" y="6774"/>
                    <a:pt x="1387" y="6585"/>
                  </a:cubicBezTo>
                  <a:lnTo>
                    <a:pt x="1387" y="1040"/>
                  </a:lnTo>
                  <a:cubicBezTo>
                    <a:pt x="1387" y="441"/>
                    <a:pt x="914" y="0"/>
                    <a:pt x="34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6473;p61"/>
            <p:cNvSpPr/>
            <p:nvPr/>
          </p:nvSpPr>
          <p:spPr>
            <a:xfrm>
              <a:off x="-23562300" y="3148525"/>
              <a:ext cx="191400" cy="296150"/>
            </a:xfrm>
            <a:custGeom>
              <a:rect b="b" l="l" r="r" t="t"/>
              <a:pathLst>
                <a:path extrusionOk="0" h="11846" w="7656">
                  <a:moveTo>
                    <a:pt x="5545" y="662"/>
                  </a:moveTo>
                  <a:lnTo>
                    <a:pt x="5545" y="1764"/>
                  </a:lnTo>
                  <a:lnTo>
                    <a:pt x="5545" y="4222"/>
                  </a:lnTo>
                  <a:lnTo>
                    <a:pt x="2079" y="4222"/>
                  </a:lnTo>
                  <a:lnTo>
                    <a:pt x="2079" y="1764"/>
                  </a:lnTo>
                  <a:lnTo>
                    <a:pt x="2079" y="662"/>
                  </a:lnTo>
                  <a:close/>
                  <a:moveTo>
                    <a:pt x="3434" y="4883"/>
                  </a:moveTo>
                  <a:lnTo>
                    <a:pt x="3434" y="5608"/>
                  </a:lnTo>
                  <a:lnTo>
                    <a:pt x="2079" y="5608"/>
                  </a:lnTo>
                  <a:lnTo>
                    <a:pt x="2079" y="4883"/>
                  </a:lnTo>
                  <a:close/>
                  <a:moveTo>
                    <a:pt x="5513" y="4883"/>
                  </a:moveTo>
                  <a:lnTo>
                    <a:pt x="5513" y="5608"/>
                  </a:lnTo>
                  <a:lnTo>
                    <a:pt x="4159" y="5608"/>
                  </a:lnTo>
                  <a:lnTo>
                    <a:pt x="4159" y="4883"/>
                  </a:lnTo>
                  <a:close/>
                  <a:moveTo>
                    <a:pt x="3434" y="6301"/>
                  </a:moveTo>
                  <a:lnTo>
                    <a:pt x="3434" y="7026"/>
                  </a:lnTo>
                  <a:lnTo>
                    <a:pt x="2079" y="7026"/>
                  </a:lnTo>
                  <a:lnTo>
                    <a:pt x="2079" y="6301"/>
                  </a:lnTo>
                  <a:close/>
                  <a:moveTo>
                    <a:pt x="5513" y="6301"/>
                  </a:moveTo>
                  <a:lnTo>
                    <a:pt x="5513" y="7026"/>
                  </a:lnTo>
                  <a:lnTo>
                    <a:pt x="4159" y="7026"/>
                  </a:lnTo>
                  <a:lnTo>
                    <a:pt x="4159" y="6301"/>
                  </a:lnTo>
                  <a:close/>
                  <a:moveTo>
                    <a:pt x="3434" y="7687"/>
                  </a:moveTo>
                  <a:lnTo>
                    <a:pt x="3434" y="8380"/>
                  </a:lnTo>
                  <a:lnTo>
                    <a:pt x="2079" y="8380"/>
                  </a:lnTo>
                  <a:lnTo>
                    <a:pt x="2079" y="7687"/>
                  </a:lnTo>
                  <a:close/>
                  <a:moveTo>
                    <a:pt x="5513" y="7687"/>
                  </a:moveTo>
                  <a:lnTo>
                    <a:pt x="5513" y="8380"/>
                  </a:lnTo>
                  <a:lnTo>
                    <a:pt x="4159" y="8380"/>
                  </a:lnTo>
                  <a:lnTo>
                    <a:pt x="4159" y="7687"/>
                  </a:lnTo>
                  <a:close/>
                  <a:moveTo>
                    <a:pt x="1733" y="0"/>
                  </a:moveTo>
                  <a:cubicBezTo>
                    <a:pt x="1544" y="0"/>
                    <a:pt x="1386" y="158"/>
                    <a:pt x="1386" y="347"/>
                  </a:cubicBezTo>
                  <a:lnTo>
                    <a:pt x="1386" y="1449"/>
                  </a:lnTo>
                  <a:lnTo>
                    <a:pt x="1040" y="1449"/>
                  </a:lnTo>
                  <a:cubicBezTo>
                    <a:pt x="441" y="1449"/>
                    <a:pt x="0" y="1922"/>
                    <a:pt x="0" y="2489"/>
                  </a:cubicBezTo>
                  <a:lnTo>
                    <a:pt x="0" y="11846"/>
                  </a:lnTo>
                  <a:lnTo>
                    <a:pt x="2804" y="11846"/>
                  </a:lnTo>
                  <a:lnTo>
                    <a:pt x="2804" y="10491"/>
                  </a:lnTo>
                  <a:lnTo>
                    <a:pt x="4883" y="10491"/>
                  </a:lnTo>
                  <a:cubicBezTo>
                    <a:pt x="4852" y="10586"/>
                    <a:pt x="4852" y="11688"/>
                    <a:pt x="4852" y="11846"/>
                  </a:cubicBezTo>
                  <a:lnTo>
                    <a:pt x="7656" y="11846"/>
                  </a:lnTo>
                  <a:lnTo>
                    <a:pt x="7656" y="2489"/>
                  </a:lnTo>
                  <a:cubicBezTo>
                    <a:pt x="7656" y="1890"/>
                    <a:pt x="7183" y="1449"/>
                    <a:pt x="6616" y="1449"/>
                  </a:cubicBezTo>
                  <a:lnTo>
                    <a:pt x="6270" y="1449"/>
                  </a:lnTo>
                  <a:lnTo>
                    <a:pt x="6270" y="347"/>
                  </a:lnTo>
                  <a:cubicBezTo>
                    <a:pt x="6270" y="158"/>
                    <a:pt x="6112" y="0"/>
                    <a:pt x="592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 name="TextBox 11"/>
          <p:cNvSpPr txBox="1"/>
          <p:nvPr/>
        </p:nvSpPr>
        <p:spPr>
          <a:xfrm>
            <a:off x="6355080" y="1463040"/>
            <a:ext cx="1965960" cy="411480"/>
          </a:xfrm>
          <a:prstGeom prst="rect">
            <a:avLst/>
          </a:prstGeom>
          <a:noFill/>
        </p:spPr>
        <p:txBody>
          <a:bodyPr wrap="square" anchor="ctr" lIns="0" rIns="0" tIns="0" bIns="0">
            <a:spAutoFit/>
          </a:bodyPr>
          <a:lstStyle/>
          <a:p>
            <a:pPr algn="l"/>
            <a:r>
              <a:rPr sz="1500" b="1" i="0">
                <a:solidFill>
                  <a:srgbClr val="0D3C4C"/>
                </a:solidFill>
                <a:latin typeface="Cabin"/>
              </a:rPr>
              <a:t>The sick quitter</a:t>
            </a:r>
          </a:p>
        </p:txBody>
      </p:sp>
      <p:sp>
        <p:nvSpPr>
          <p:cNvPr id="13" name="TextBox 12"/>
          <p:cNvSpPr txBox="1"/>
          <p:nvPr/>
        </p:nvSpPr>
        <p:spPr>
          <a:xfrm>
            <a:off x="5669280" y="2084831"/>
            <a:ext cx="2606040" cy="1097280"/>
          </a:xfrm>
          <a:prstGeom prst="rect">
            <a:avLst/>
          </a:prstGeom>
          <a:noFill/>
        </p:spPr>
        <p:txBody>
          <a:bodyPr wrap="square" anchor="t" lIns="0" rIns="0" tIns="0" bIns="0">
            <a:spAutoFit/>
          </a:bodyPr>
          <a:lstStyle/>
          <a:p>
            <a:pPr algn="l"/>
            <a:r>
              <a:rPr sz="1200" b="0" i="0">
                <a:solidFill>
                  <a:srgbClr val="0D3C4C"/>
                </a:solidFill>
                <a:latin typeface="Nanum Gothic"/>
              </a:rPr>
              <a:t>Diagnosis and answers come from the same visit. Patients already diagnosed have usually been told to quit, so they answer "no".</a:t>
            </a:r>
          </a:p>
        </p:txBody>
      </p:sp>
      <p:sp>
        <p:nvSpPr>
          <p:cNvPr id="14" name="Rounded Rectangle 13"/>
          <p:cNvSpPr/>
          <p:nvPr/>
        </p:nvSpPr>
        <p:spPr>
          <a:xfrm>
            <a:off x="5669280" y="3337560"/>
            <a:ext cx="2560320" cy="411480"/>
          </a:xfrm>
          <a:prstGeom prst="roundRect">
            <a:avLst>
              <a:gd name="adj" fmla="val 30000"/>
            </a:avLst>
          </a:prstGeom>
          <a:solidFill>
            <a:srgbClr val="0D3C4C"/>
          </a:solidFill>
          <a:ln>
            <a:noFill/>
          </a:ln>
        </p:spPr>
        <p:txBody>
          <a:bodyPr rtlCol="0" anchor="ctr" lIns="73152" rIns="73152" tIns="27432" bIns="27432" wrap="square"/>
          <a:lstStyle/>
          <a:p>
            <a:pPr algn="ctr"/>
            <a:r>
              <a:rPr sz="1200" b="1" i="0">
                <a:solidFill>
                  <a:srgbClr val="FFFFFF"/>
                </a:solidFill>
                <a:latin typeface="Cabin"/>
              </a:rPr>
              <a:t>Detection, not prediction</a:t>
            </a:r>
          </a:p>
        </p:txBody>
      </p:sp>
      <p:sp>
        <p:nvSpPr>
          <p:cNvPr id="15" name="Rounded Rectangle 14"/>
          <p:cNvSpPr/>
          <p:nvPr/>
        </p:nvSpPr>
        <p:spPr>
          <a:xfrm>
            <a:off x="5669280" y="3886200"/>
            <a:ext cx="2560320" cy="411480"/>
          </a:xfrm>
          <a:prstGeom prst="roundRect">
            <a:avLst>
              <a:gd name="adj" fmla="val 30000"/>
            </a:avLst>
          </a:prstGeom>
          <a:solidFill>
            <a:srgbClr val="0D3C4C"/>
          </a:solidFill>
          <a:ln>
            <a:noFill/>
          </a:ln>
        </p:spPr>
        <p:txBody>
          <a:bodyPr rtlCol="0" anchor="ctr" lIns="73152" rIns="73152" tIns="27432" bIns="27432" wrap="square"/>
          <a:lstStyle/>
          <a:p>
            <a:pPr algn="ctr"/>
            <a:r>
              <a:rPr sz="1200" b="1" i="0">
                <a:solidFill>
                  <a:srgbClr val="FFFFFF"/>
                </a:solidFill>
                <a:latin typeface="Cabin"/>
              </a:rPr>
              <a:t>Associations, not causes</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xmlns:p14="http://schemas.microsoft.com/office/powerpoint/2010/main" spd="slow" p14:dur="900">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marL="0" indent="0">
              <a:buNone/>
            </a:pPr>
            <a:r>
              <a:t>What machine learning adds</a:t>
            </a:r>
          </a:p>
        </p:txBody>
      </p:sp>
      <p:sp>
        <p:nvSpPr>
          <p:cNvPr id="3" name="!!lab_a"/>
          <p:cNvSpPr txBox="1"/>
          <p:nvPr/>
        </p:nvSpPr>
        <p:spPr>
          <a:xfrm>
            <a:off x="722376" y="1261872"/>
            <a:ext cx="2423160" cy="329184"/>
          </a:xfrm>
          <a:prstGeom prst="rect">
            <a:avLst/>
          </a:prstGeom>
          <a:noFill/>
        </p:spPr>
        <p:txBody>
          <a:bodyPr wrap="square" anchor="ctr" lIns="0" rIns="0" tIns="0" bIns="0">
            <a:spAutoFit/>
          </a:bodyPr>
          <a:lstStyle/>
          <a:p>
            <a:pPr algn="r"/>
            <a:r>
              <a:rPr sz="1200" b="1" i="0">
                <a:solidFill>
                  <a:srgbClr val="0D3C4C"/>
                </a:solidFill>
                <a:latin typeface="Cabin"/>
              </a:rPr>
              <a:t>Gradient boosting</a:t>
            </a:r>
          </a:p>
        </p:txBody>
      </p:sp>
      <p:sp>
        <p:nvSpPr>
          <p:cNvPr id="4" name="!!bar_a"/>
          <p:cNvSpPr/>
          <p:nvPr/>
        </p:nvSpPr>
        <p:spPr>
          <a:xfrm>
            <a:off x="3246120" y="1307592"/>
            <a:ext cx="2157983" cy="237744"/>
          </a:xfrm>
          <a:prstGeom prst="rect">
            <a:avLst/>
          </a:prstGeom>
          <a:solidFill>
            <a:srgbClr val="0D3C4C"/>
          </a:solidFill>
          <a:ln>
            <a:noFill/>
          </a:ln>
        </p:spPr>
        <p:txBody>
          <a:bodyPr rtlCol="0" anchor="ctr" lIns="73152" rIns="73152" tIns="27432" bIns="27432"/>
          <a:lstStyle/>
          <a:p>
            <a:pPr algn="ctr"/>
          </a:p>
        </p:txBody>
      </p:sp>
      <p:sp>
        <p:nvSpPr>
          <p:cNvPr id="5" name="!!val_a"/>
          <p:cNvSpPr txBox="1"/>
          <p:nvPr/>
        </p:nvSpPr>
        <p:spPr>
          <a:xfrm>
            <a:off x="5477255" y="1261872"/>
            <a:ext cx="2103120" cy="329184"/>
          </a:xfrm>
          <a:prstGeom prst="rect">
            <a:avLst/>
          </a:prstGeom>
          <a:noFill/>
        </p:spPr>
        <p:txBody>
          <a:bodyPr wrap="square" anchor="ctr" lIns="0" rIns="0" tIns="0" bIns="0">
            <a:spAutoFit/>
          </a:bodyPr>
          <a:lstStyle/>
          <a:p>
            <a:pPr algn="l"/>
            <a:r>
              <a:rPr sz="1100" b="1" i="0">
                <a:solidFill>
                  <a:srgbClr val="0D3C4C"/>
                </a:solidFill>
                <a:latin typeface="Nanum Gothic"/>
              </a:rPr>
              <a:t>73.6%</a:t>
            </a:r>
            <a:r>
              <a:rPr sz="1100" b="0" i="0">
                <a:solidFill>
                  <a:srgbClr val="4F6A73"/>
                </a:solidFill>
                <a:latin typeface="Nanum Gothic"/>
              </a:rPr>
              <a:t>  AUC 0.804</a:t>
            </a:r>
          </a:p>
        </p:txBody>
      </p:sp>
      <p:sp>
        <p:nvSpPr>
          <p:cNvPr id="6" name="!!lab_b"/>
          <p:cNvSpPr txBox="1"/>
          <p:nvPr/>
        </p:nvSpPr>
        <p:spPr>
          <a:xfrm>
            <a:off x="722376" y="1691639"/>
            <a:ext cx="2423160" cy="329184"/>
          </a:xfrm>
          <a:prstGeom prst="rect">
            <a:avLst/>
          </a:prstGeom>
          <a:noFill/>
        </p:spPr>
        <p:txBody>
          <a:bodyPr wrap="square" anchor="ctr" lIns="0" rIns="0" tIns="0" bIns="0">
            <a:spAutoFit/>
          </a:bodyPr>
          <a:lstStyle/>
          <a:p>
            <a:pPr algn="r"/>
            <a:r>
              <a:rPr sz="1200" b="1" i="0">
                <a:solidFill>
                  <a:srgbClr val="0D3C4C"/>
                </a:solidFill>
                <a:latin typeface="Cabin"/>
              </a:rPr>
              <a:t>Random forest</a:t>
            </a:r>
          </a:p>
        </p:txBody>
      </p:sp>
      <p:sp>
        <p:nvSpPr>
          <p:cNvPr id="7" name="!!bar_b"/>
          <p:cNvSpPr/>
          <p:nvPr/>
        </p:nvSpPr>
        <p:spPr>
          <a:xfrm>
            <a:off x="3246120" y="1737360"/>
            <a:ext cx="2139696" cy="237744"/>
          </a:xfrm>
          <a:prstGeom prst="rect">
            <a:avLst/>
          </a:prstGeom>
          <a:solidFill>
            <a:srgbClr val="0D3C4C"/>
          </a:solidFill>
          <a:ln>
            <a:noFill/>
          </a:ln>
        </p:spPr>
        <p:txBody>
          <a:bodyPr rtlCol="0" anchor="ctr" lIns="73152" rIns="73152" tIns="27432" bIns="27432"/>
          <a:lstStyle/>
          <a:p>
            <a:pPr algn="ctr"/>
          </a:p>
        </p:txBody>
      </p:sp>
      <p:sp>
        <p:nvSpPr>
          <p:cNvPr id="8" name="!!val_b"/>
          <p:cNvSpPr txBox="1"/>
          <p:nvPr/>
        </p:nvSpPr>
        <p:spPr>
          <a:xfrm>
            <a:off x="5458968" y="1691639"/>
            <a:ext cx="2103120" cy="329184"/>
          </a:xfrm>
          <a:prstGeom prst="rect">
            <a:avLst/>
          </a:prstGeom>
          <a:noFill/>
        </p:spPr>
        <p:txBody>
          <a:bodyPr wrap="square" anchor="ctr" lIns="0" rIns="0" tIns="0" bIns="0">
            <a:spAutoFit/>
          </a:bodyPr>
          <a:lstStyle/>
          <a:p>
            <a:pPr algn="l"/>
            <a:r>
              <a:rPr sz="1100" b="1" i="0">
                <a:solidFill>
                  <a:srgbClr val="0D3C4C"/>
                </a:solidFill>
                <a:latin typeface="Nanum Gothic"/>
              </a:rPr>
              <a:t>73.4%</a:t>
            </a:r>
            <a:r>
              <a:rPr sz="1100" b="0" i="0">
                <a:solidFill>
                  <a:srgbClr val="4F6A73"/>
                </a:solidFill>
                <a:latin typeface="Nanum Gothic"/>
              </a:rPr>
              <a:t>  AUC 0.803</a:t>
            </a:r>
          </a:p>
        </p:txBody>
      </p:sp>
      <p:sp>
        <p:nvSpPr>
          <p:cNvPr id="9" name="!!lab_c"/>
          <p:cNvSpPr txBox="1"/>
          <p:nvPr/>
        </p:nvSpPr>
        <p:spPr>
          <a:xfrm>
            <a:off x="722376" y="2121408"/>
            <a:ext cx="2423160" cy="329184"/>
          </a:xfrm>
          <a:prstGeom prst="rect">
            <a:avLst/>
          </a:prstGeom>
          <a:noFill/>
        </p:spPr>
        <p:txBody>
          <a:bodyPr wrap="square" anchor="ctr" lIns="0" rIns="0" tIns="0" bIns="0">
            <a:spAutoFit/>
          </a:bodyPr>
          <a:lstStyle/>
          <a:p>
            <a:pPr algn="r"/>
            <a:r>
              <a:rPr sz="1200" b="1" i="0">
                <a:solidFill>
                  <a:srgbClr val="0D3C4C"/>
                </a:solidFill>
                <a:latin typeface="Cabin"/>
              </a:rPr>
              <a:t>Neural network</a:t>
            </a:r>
          </a:p>
        </p:txBody>
      </p:sp>
      <p:sp>
        <p:nvSpPr>
          <p:cNvPr id="10" name="!!bar_c"/>
          <p:cNvSpPr/>
          <p:nvPr/>
        </p:nvSpPr>
        <p:spPr>
          <a:xfrm>
            <a:off x="3246120" y="2167127"/>
            <a:ext cx="2139696" cy="237744"/>
          </a:xfrm>
          <a:prstGeom prst="rect">
            <a:avLst/>
          </a:prstGeom>
          <a:solidFill>
            <a:srgbClr val="0D3C4C"/>
          </a:solidFill>
          <a:ln>
            <a:noFill/>
          </a:ln>
        </p:spPr>
        <p:txBody>
          <a:bodyPr rtlCol="0" anchor="ctr" lIns="73152" rIns="73152" tIns="27432" bIns="27432"/>
          <a:lstStyle/>
          <a:p>
            <a:pPr algn="ctr"/>
          </a:p>
        </p:txBody>
      </p:sp>
      <p:sp>
        <p:nvSpPr>
          <p:cNvPr id="11" name="!!val_c"/>
          <p:cNvSpPr txBox="1"/>
          <p:nvPr/>
        </p:nvSpPr>
        <p:spPr>
          <a:xfrm>
            <a:off x="5458968" y="2121408"/>
            <a:ext cx="2103120" cy="329184"/>
          </a:xfrm>
          <a:prstGeom prst="rect">
            <a:avLst/>
          </a:prstGeom>
          <a:noFill/>
        </p:spPr>
        <p:txBody>
          <a:bodyPr wrap="square" anchor="ctr" lIns="0" rIns="0" tIns="0" bIns="0">
            <a:spAutoFit/>
          </a:bodyPr>
          <a:lstStyle/>
          <a:p>
            <a:pPr algn="l"/>
            <a:r>
              <a:rPr sz="1100" b="1" i="0">
                <a:solidFill>
                  <a:srgbClr val="0D3C4C"/>
                </a:solidFill>
                <a:latin typeface="Nanum Gothic"/>
              </a:rPr>
              <a:t>73.4%</a:t>
            </a:r>
            <a:r>
              <a:rPr sz="1100" b="0" i="0">
                <a:solidFill>
                  <a:srgbClr val="4F6A73"/>
                </a:solidFill>
                <a:latin typeface="Nanum Gothic"/>
              </a:rPr>
              <a:t>  AUC 0.803</a:t>
            </a:r>
          </a:p>
        </p:txBody>
      </p:sp>
      <p:sp>
        <p:nvSpPr>
          <p:cNvPr id="12" name="!!lab_d"/>
          <p:cNvSpPr txBox="1"/>
          <p:nvPr/>
        </p:nvSpPr>
        <p:spPr>
          <a:xfrm>
            <a:off x="722376" y="2551176"/>
            <a:ext cx="2423160" cy="329184"/>
          </a:xfrm>
          <a:prstGeom prst="rect">
            <a:avLst/>
          </a:prstGeom>
          <a:noFill/>
        </p:spPr>
        <p:txBody>
          <a:bodyPr wrap="square" anchor="ctr" lIns="0" rIns="0" tIns="0" bIns="0">
            <a:spAutoFit/>
          </a:bodyPr>
          <a:lstStyle/>
          <a:p>
            <a:pPr algn="r"/>
            <a:r>
              <a:rPr sz="1200" b="1" i="0">
                <a:solidFill>
                  <a:srgbClr val="0D3C4C"/>
                </a:solidFill>
                <a:latin typeface="Cabin"/>
              </a:rPr>
              <a:t>Logistic regression</a:t>
            </a:r>
          </a:p>
        </p:txBody>
      </p:sp>
      <p:sp>
        <p:nvSpPr>
          <p:cNvPr id="13" name="!!bar_d"/>
          <p:cNvSpPr/>
          <p:nvPr/>
        </p:nvSpPr>
        <p:spPr>
          <a:xfrm>
            <a:off x="3246120" y="2596896"/>
            <a:ext cx="2066543" cy="237744"/>
          </a:xfrm>
          <a:prstGeom prst="rect">
            <a:avLst/>
          </a:prstGeom>
          <a:solidFill>
            <a:srgbClr val="0D3C4C"/>
          </a:solidFill>
          <a:ln>
            <a:noFill/>
          </a:ln>
        </p:spPr>
        <p:txBody>
          <a:bodyPr rtlCol="0" anchor="ctr" lIns="73152" rIns="73152" tIns="27432" bIns="27432"/>
          <a:lstStyle/>
          <a:p>
            <a:pPr algn="ctr"/>
          </a:p>
        </p:txBody>
      </p:sp>
      <p:sp>
        <p:nvSpPr>
          <p:cNvPr id="14" name="!!val_d"/>
          <p:cNvSpPr txBox="1"/>
          <p:nvPr/>
        </p:nvSpPr>
        <p:spPr>
          <a:xfrm>
            <a:off x="5385815" y="2551176"/>
            <a:ext cx="2103120" cy="329184"/>
          </a:xfrm>
          <a:prstGeom prst="rect">
            <a:avLst/>
          </a:prstGeom>
          <a:noFill/>
        </p:spPr>
        <p:txBody>
          <a:bodyPr wrap="square" anchor="ctr" lIns="0" rIns="0" tIns="0" bIns="0">
            <a:spAutoFit/>
          </a:bodyPr>
          <a:lstStyle/>
          <a:p>
            <a:pPr algn="l"/>
            <a:r>
              <a:rPr sz="1100" b="1" i="0">
                <a:solidFill>
                  <a:srgbClr val="0D3C4C"/>
                </a:solidFill>
                <a:latin typeface="Nanum Gothic"/>
              </a:rPr>
              <a:t>72.6%</a:t>
            </a:r>
            <a:r>
              <a:rPr sz="1100" b="0" i="0">
                <a:solidFill>
                  <a:srgbClr val="4F6A73"/>
                </a:solidFill>
                <a:latin typeface="Nanum Gothic"/>
              </a:rPr>
              <a:t>  AUC 0.793</a:t>
            </a:r>
          </a:p>
        </p:txBody>
      </p:sp>
      <p:sp>
        <p:nvSpPr>
          <p:cNvPr id="15" name="!!lab_e"/>
          <p:cNvSpPr txBox="1"/>
          <p:nvPr/>
        </p:nvSpPr>
        <p:spPr>
          <a:xfrm>
            <a:off x="722376" y="2980944"/>
            <a:ext cx="2423160" cy="329184"/>
          </a:xfrm>
          <a:prstGeom prst="rect">
            <a:avLst/>
          </a:prstGeom>
          <a:noFill/>
        </p:spPr>
        <p:txBody>
          <a:bodyPr wrap="square" anchor="ctr" lIns="0" rIns="0" tIns="0" bIns="0">
            <a:spAutoFit/>
          </a:bodyPr>
          <a:lstStyle/>
          <a:p>
            <a:pPr algn="r"/>
            <a:r>
              <a:rPr sz="1200" b="1" i="0">
                <a:solidFill>
                  <a:srgbClr val="0D3C4C"/>
                </a:solidFill>
                <a:latin typeface="Cabin"/>
              </a:rPr>
              <a:t>Points score (4 factors)</a:t>
            </a:r>
          </a:p>
        </p:txBody>
      </p:sp>
      <p:sp>
        <p:nvSpPr>
          <p:cNvPr id="16" name="!!bar_e"/>
          <p:cNvSpPr/>
          <p:nvPr/>
        </p:nvSpPr>
        <p:spPr>
          <a:xfrm>
            <a:off x="3246120" y="3026663"/>
            <a:ext cx="2039111" cy="237744"/>
          </a:xfrm>
          <a:prstGeom prst="rect">
            <a:avLst/>
          </a:prstGeom>
          <a:solidFill>
            <a:srgbClr val="E05A4F"/>
          </a:solidFill>
          <a:ln>
            <a:noFill/>
          </a:ln>
        </p:spPr>
        <p:txBody>
          <a:bodyPr rtlCol="0" anchor="ctr" lIns="73152" rIns="73152" tIns="27432" bIns="27432"/>
          <a:lstStyle/>
          <a:p>
            <a:pPr algn="ctr"/>
          </a:p>
        </p:txBody>
      </p:sp>
      <p:sp>
        <p:nvSpPr>
          <p:cNvPr id="17" name="!!val_e"/>
          <p:cNvSpPr txBox="1"/>
          <p:nvPr/>
        </p:nvSpPr>
        <p:spPr>
          <a:xfrm>
            <a:off x="5358383" y="2980944"/>
            <a:ext cx="2103120" cy="329184"/>
          </a:xfrm>
          <a:prstGeom prst="rect">
            <a:avLst/>
          </a:prstGeom>
          <a:noFill/>
        </p:spPr>
        <p:txBody>
          <a:bodyPr wrap="square" anchor="ctr" lIns="0" rIns="0" tIns="0" bIns="0">
            <a:spAutoFit/>
          </a:bodyPr>
          <a:lstStyle/>
          <a:p>
            <a:pPr algn="l"/>
            <a:r>
              <a:rPr sz="1100" b="1" i="0">
                <a:solidFill>
                  <a:srgbClr val="0D3C4C"/>
                </a:solidFill>
                <a:latin typeface="Nanum Gothic"/>
              </a:rPr>
              <a:t>72.3%</a:t>
            </a:r>
            <a:r>
              <a:rPr sz="1100" b="0" i="0">
                <a:solidFill>
                  <a:srgbClr val="4F6A73"/>
                </a:solidFill>
                <a:latin typeface="Nanum Gothic"/>
              </a:rPr>
              <a:t>  AUC 0.793</a:t>
            </a:r>
          </a:p>
        </p:txBody>
      </p:sp>
      <p:sp>
        <p:nvSpPr>
          <p:cNvPr id="18" name="!!lab_f"/>
          <p:cNvSpPr txBox="1"/>
          <p:nvPr/>
        </p:nvSpPr>
        <p:spPr>
          <a:xfrm>
            <a:off x="722376" y="3410711"/>
            <a:ext cx="2423160" cy="329184"/>
          </a:xfrm>
          <a:prstGeom prst="rect">
            <a:avLst/>
          </a:prstGeom>
          <a:noFill/>
        </p:spPr>
        <p:txBody>
          <a:bodyPr wrap="square" anchor="ctr" lIns="0" rIns="0" tIns="0" bIns="0">
            <a:spAutoFit/>
          </a:bodyPr>
          <a:lstStyle/>
          <a:p>
            <a:pPr algn="r"/>
            <a:r>
              <a:rPr sz="1200" b="1" i="0">
                <a:solidFill>
                  <a:srgbClr val="0D3C4C"/>
                </a:solidFill>
                <a:latin typeface="Cabin"/>
              </a:rPr>
              <a:t>Rule: systolic ≥ 130</a:t>
            </a:r>
          </a:p>
        </p:txBody>
      </p:sp>
      <p:sp>
        <p:nvSpPr>
          <p:cNvPr id="19" name="!!bar_f"/>
          <p:cNvSpPr/>
          <p:nvPr/>
        </p:nvSpPr>
        <p:spPr>
          <a:xfrm>
            <a:off x="3246120" y="3456431"/>
            <a:ext cx="1947672" cy="237744"/>
          </a:xfrm>
          <a:prstGeom prst="rect">
            <a:avLst/>
          </a:prstGeom>
          <a:solidFill>
            <a:srgbClr val="ADBAC1"/>
          </a:solidFill>
          <a:ln>
            <a:noFill/>
          </a:ln>
        </p:spPr>
        <p:txBody>
          <a:bodyPr rtlCol="0" anchor="ctr" lIns="73152" rIns="73152" tIns="27432" bIns="27432"/>
          <a:lstStyle/>
          <a:p>
            <a:pPr algn="ctr"/>
          </a:p>
        </p:txBody>
      </p:sp>
      <p:sp>
        <p:nvSpPr>
          <p:cNvPr id="20" name="!!val_f"/>
          <p:cNvSpPr txBox="1"/>
          <p:nvPr/>
        </p:nvSpPr>
        <p:spPr>
          <a:xfrm>
            <a:off x="5266944" y="3410711"/>
            <a:ext cx="2103120" cy="329184"/>
          </a:xfrm>
          <a:prstGeom prst="rect">
            <a:avLst/>
          </a:prstGeom>
          <a:noFill/>
        </p:spPr>
        <p:txBody>
          <a:bodyPr wrap="square" anchor="ctr" lIns="0" rIns="0" tIns="0" bIns="0">
            <a:spAutoFit/>
          </a:bodyPr>
          <a:lstStyle/>
          <a:p>
            <a:pPr algn="l"/>
            <a:r>
              <a:rPr sz="1100" b="1" i="0">
                <a:solidFill>
                  <a:srgbClr val="0D3C4C"/>
                </a:solidFill>
                <a:latin typeface="Nanum Gothic"/>
              </a:rPr>
              <a:t>71.3%</a:t>
            </a:r>
            <a:r>
              <a:rPr sz="1100" b="0" i="0">
                <a:solidFill>
                  <a:srgbClr val="4F6A73"/>
                </a:solidFill>
                <a:latin typeface="Nanum Gothic"/>
              </a:rPr>
              <a:t>  AUC 0.712</a:t>
            </a:r>
          </a:p>
        </p:txBody>
      </p:sp>
      <p:sp>
        <p:nvSpPr>
          <p:cNvPr id="21" name="!!lab_g"/>
          <p:cNvSpPr txBox="1"/>
          <p:nvPr/>
        </p:nvSpPr>
        <p:spPr>
          <a:xfrm>
            <a:off x="722376" y="3840479"/>
            <a:ext cx="2423160" cy="329184"/>
          </a:xfrm>
          <a:prstGeom prst="rect">
            <a:avLst/>
          </a:prstGeom>
          <a:noFill/>
        </p:spPr>
        <p:txBody>
          <a:bodyPr wrap="square" anchor="ctr" lIns="0" rIns="0" tIns="0" bIns="0">
            <a:spAutoFit/>
          </a:bodyPr>
          <a:lstStyle/>
          <a:p>
            <a:pPr algn="r"/>
            <a:r>
              <a:rPr sz="1200" b="1" i="0">
                <a:solidFill>
                  <a:srgbClr val="0D3C4C"/>
                </a:solidFill>
                <a:latin typeface="Cabin"/>
              </a:rPr>
              <a:t>Framingham, as published</a:t>
            </a:r>
          </a:p>
        </p:txBody>
      </p:sp>
      <p:sp>
        <p:nvSpPr>
          <p:cNvPr id="22" name="!!bar_g"/>
          <p:cNvSpPr/>
          <p:nvPr/>
        </p:nvSpPr>
        <p:spPr>
          <a:xfrm>
            <a:off x="3246120" y="3886199"/>
            <a:ext cx="1335023" cy="237744"/>
          </a:xfrm>
          <a:prstGeom prst="rect">
            <a:avLst/>
          </a:prstGeom>
          <a:solidFill>
            <a:srgbClr val="ADBAC1"/>
          </a:solidFill>
          <a:ln>
            <a:noFill/>
          </a:ln>
        </p:spPr>
        <p:txBody>
          <a:bodyPr rtlCol="0" anchor="ctr" lIns="73152" rIns="73152" tIns="27432" bIns="27432"/>
          <a:lstStyle/>
          <a:p>
            <a:pPr algn="ctr"/>
          </a:p>
        </p:txBody>
      </p:sp>
      <p:sp>
        <p:nvSpPr>
          <p:cNvPr id="23" name="!!val_g"/>
          <p:cNvSpPr txBox="1"/>
          <p:nvPr/>
        </p:nvSpPr>
        <p:spPr>
          <a:xfrm>
            <a:off x="4654295" y="3840479"/>
            <a:ext cx="2103120" cy="329184"/>
          </a:xfrm>
          <a:prstGeom prst="rect">
            <a:avLst/>
          </a:prstGeom>
          <a:noFill/>
        </p:spPr>
        <p:txBody>
          <a:bodyPr wrap="square" anchor="ctr" lIns="0" rIns="0" tIns="0" bIns="0">
            <a:spAutoFit/>
          </a:bodyPr>
          <a:lstStyle/>
          <a:p>
            <a:pPr algn="l"/>
            <a:r>
              <a:rPr sz="1100" b="1" i="0">
                <a:solidFill>
                  <a:srgbClr val="0D3C4C"/>
                </a:solidFill>
                <a:latin typeface="Nanum Gothic"/>
              </a:rPr>
              <a:t>64.6%</a:t>
            </a:r>
            <a:r>
              <a:rPr sz="1100" b="0" i="0">
                <a:solidFill>
                  <a:srgbClr val="4F6A73"/>
                </a:solidFill>
                <a:latin typeface="Nanum Gothic"/>
              </a:rPr>
              <a:t>  AUC 0.693</a:t>
            </a:r>
          </a:p>
        </p:txBody>
      </p:sp>
      <p:sp>
        <p:nvSpPr>
          <p:cNvPr id="24" name="!!axis"/>
          <p:cNvSpPr/>
          <p:nvPr/>
        </p:nvSpPr>
        <p:spPr>
          <a:xfrm>
            <a:off x="3246120" y="1216151"/>
            <a:ext cx="10972" cy="3072383"/>
          </a:xfrm>
          <a:prstGeom prst="rect">
            <a:avLst/>
          </a:prstGeom>
          <a:solidFill>
            <a:srgbClr val="ADBAC1"/>
          </a:solidFill>
          <a:ln>
            <a:noFill/>
          </a:ln>
        </p:spPr>
        <p:txBody>
          <a:bodyPr rtlCol="0" anchor="ctr" lIns="73152" rIns="73152" tIns="27432" bIns="27432"/>
          <a:lstStyle/>
          <a:p>
            <a:pPr algn="ctr"/>
          </a:p>
        </p:txBody>
      </p:sp>
      <p:sp>
        <p:nvSpPr>
          <p:cNvPr id="25" name="!!tick50"/>
          <p:cNvSpPr txBox="1"/>
          <p:nvPr/>
        </p:nvSpPr>
        <p:spPr>
          <a:xfrm>
            <a:off x="2880360" y="4306823"/>
            <a:ext cx="731520" cy="228600"/>
          </a:xfrm>
          <a:prstGeom prst="rect">
            <a:avLst/>
          </a:prstGeom>
          <a:noFill/>
        </p:spPr>
        <p:txBody>
          <a:bodyPr wrap="square" anchor="t" lIns="0" rIns="0" tIns="0" bIns="0">
            <a:spAutoFit/>
          </a:bodyPr>
          <a:lstStyle/>
          <a:p>
            <a:pPr algn="ctr"/>
            <a:r>
              <a:rPr sz="950" b="0" i="0">
                <a:solidFill>
                  <a:srgbClr val="4F6A73"/>
                </a:solidFill>
                <a:latin typeface="Nanum Gothic"/>
              </a:rPr>
              <a:t>50%</a:t>
            </a:r>
          </a:p>
        </p:txBody>
      </p:sp>
      <p:sp>
        <p:nvSpPr>
          <p:cNvPr id="26" name="!!tick75"/>
          <p:cNvSpPr txBox="1"/>
          <p:nvPr/>
        </p:nvSpPr>
        <p:spPr>
          <a:xfrm>
            <a:off x="5166359" y="4306823"/>
            <a:ext cx="731520" cy="228600"/>
          </a:xfrm>
          <a:prstGeom prst="rect">
            <a:avLst/>
          </a:prstGeom>
          <a:noFill/>
        </p:spPr>
        <p:txBody>
          <a:bodyPr wrap="square" anchor="t" lIns="0" rIns="0" tIns="0" bIns="0">
            <a:spAutoFit/>
          </a:bodyPr>
          <a:lstStyle/>
          <a:p>
            <a:pPr algn="ctr"/>
            <a:r>
              <a:rPr sz="950" b="0" i="0">
                <a:solidFill>
                  <a:srgbClr val="4F6A73"/>
                </a:solidFill>
                <a:latin typeface="Nanum Gothic"/>
              </a:rPr>
              <a:t>75%</a:t>
            </a:r>
          </a:p>
        </p:txBody>
      </p:sp>
      <p:sp>
        <p:nvSpPr>
          <p:cNvPr id="27" name="!!tick100"/>
          <p:cNvSpPr txBox="1"/>
          <p:nvPr/>
        </p:nvSpPr>
        <p:spPr>
          <a:xfrm>
            <a:off x="7452360" y="4306823"/>
            <a:ext cx="731520" cy="228600"/>
          </a:xfrm>
          <a:prstGeom prst="rect">
            <a:avLst/>
          </a:prstGeom>
          <a:noFill/>
        </p:spPr>
        <p:txBody>
          <a:bodyPr wrap="square" anchor="t" lIns="0" rIns="0" tIns="0" bIns="0">
            <a:spAutoFit/>
          </a:bodyPr>
          <a:lstStyle/>
          <a:p>
            <a:pPr algn="ctr"/>
            <a:r>
              <a:rPr sz="950" b="0" i="0">
                <a:solidFill>
                  <a:srgbClr val="4F6A73"/>
                </a:solidFill>
                <a:latin typeface="Nanum Gothic"/>
              </a:rPr>
              <a:t>100%</a:t>
            </a:r>
          </a:p>
        </p:txBody>
      </p:sp>
      <p:sp>
        <p:nvSpPr>
          <p:cNvPr id="28" name="TextBox 27"/>
          <p:cNvSpPr txBox="1"/>
          <p:nvPr/>
        </p:nvSpPr>
        <p:spPr>
          <a:xfrm>
            <a:off x="722376" y="4526280"/>
            <a:ext cx="7680960" cy="274320"/>
          </a:xfrm>
          <a:prstGeom prst="rect">
            <a:avLst/>
          </a:prstGeom>
          <a:noFill/>
        </p:spPr>
        <p:txBody>
          <a:bodyPr wrap="square" anchor="t" lIns="0" rIns="0" tIns="0" bIns="0">
            <a:spAutoFit/>
          </a:bodyPr>
          <a:lstStyle/>
          <a:p>
            <a:pPr algn="ctr"/>
            <a:r>
              <a:rPr sz="1050" b="0" i="0">
                <a:solidFill>
                  <a:srgbClr val="4F6A73"/>
                </a:solidFill>
                <a:latin typeface="Nanum Gothic"/>
              </a:rPr>
              <a:t>Accuracy on 13,722 test patients never used for training or tuning</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xmlns:p14="http://schemas.microsoft.com/office/powerpoint/2010/main" spd="slow" p14:dur="900">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marL="0" indent="0">
              <a:buNone/>
            </a:pPr>
            <a:r>
              <a:t>On patients the model has never seen</a:t>
            </a:r>
          </a:p>
        </p:txBody>
      </p:sp>
      <p:sp>
        <p:nvSpPr>
          <p:cNvPr id="3" name="Rounded Rectangle 2"/>
          <p:cNvSpPr/>
          <p:nvPr/>
        </p:nvSpPr>
        <p:spPr>
          <a:xfrm>
            <a:off x="722376" y="1234440"/>
            <a:ext cx="3703320" cy="932688"/>
          </a:xfrm>
          <a:prstGeom prst="roundRect">
            <a:avLst>
              <a:gd name="adj" fmla="val 12000"/>
            </a:avLst>
          </a:prstGeom>
          <a:solidFill>
            <a:srgbClr val="EEF6F9"/>
          </a:solidFill>
          <a:ln>
            <a:noFill/>
          </a:ln>
        </p:spPr>
        <p:txBody>
          <a:bodyPr rtlCol="0" anchor="ctr" lIns="73152" rIns="73152" tIns="27432" bIns="27432"/>
          <a:lstStyle/>
          <a:p>
            <a:pPr algn="ctr"/>
          </a:p>
        </p:txBody>
      </p:sp>
      <p:sp>
        <p:nvSpPr>
          <p:cNvPr id="4" name="!!stat0"/>
          <p:cNvSpPr txBox="1"/>
          <p:nvPr/>
        </p:nvSpPr>
        <p:spPr>
          <a:xfrm>
            <a:off x="914400" y="1307592"/>
            <a:ext cx="1600200" cy="777240"/>
          </a:xfrm>
          <a:prstGeom prst="rect">
            <a:avLst/>
          </a:prstGeom>
          <a:noFill/>
        </p:spPr>
        <p:txBody>
          <a:bodyPr wrap="square" anchor="ctr" lIns="0" rIns="0" tIns="0" bIns="0">
            <a:spAutoFit/>
          </a:bodyPr>
          <a:lstStyle/>
          <a:p>
            <a:pPr algn="l"/>
            <a:r>
              <a:rPr sz="2800" b="1" i="0">
                <a:solidFill>
                  <a:srgbClr val="B23A2E"/>
                </a:solidFill>
                <a:latin typeface="Cabin"/>
              </a:rPr>
              <a:t>0.804</a:t>
            </a:r>
          </a:p>
        </p:txBody>
      </p:sp>
      <p:sp>
        <p:nvSpPr>
          <p:cNvPr id="5" name="TextBox 4"/>
          <p:cNvSpPr txBox="1"/>
          <p:nvPr/>
        </p:nvSpPr>
        <p:spPr>
          <a:xfrm>
            <a:off x="2514600" y="1307592"/>
            <a:ext cx="1783080" cy="777240"/>
          </a:xfrm>
          <a:prstGeom prst="rect">
            <a:avLst/>
          </a:prstGeom>
          <a:noFill/>
        </p:spPr>
        <p:txBody>
          <a:bodyPr wrap="square" anchor="ctr" lIns="0" rIns="0" tIns="0" bIns="0">
            <a:spAutoFit/>
          </a:bodyPr>
          <a:lstStyle/>
          <a:p>
            <a:pPr algn="l"/>
            <a:r>
              <a:rPr sz="1200" b="0" i="0">
                <a:solidFill>
                  <a:srgbClr val="0D3C4C"/>
                </a:solidFill>
                <a:latin typeface="Nanum Gothic"/>
              </a:rPr>
              <a:t>ROC AUC  (95% CI 0.797-0.811)</a:t>
            </a:r>
          </a:p>
        </p:txBody>
      </p:sp>
      <p:sp>
        <p:nvSpPr>
          <p:cNvPr id="6" name="Rounded Rectangle 5"/>
          <p:cNvSpPr/>
          <p:nvPr/>
        </p:nvSpPr>
        <p:spPr>
          <a:xfrm>
            <a:off x="722376" y="2350008"/>
            <a:ext cx="3703320" cy="932688"/>
          </a:xfrm>
          <a:prstGeom prst="roundRect">
            <a:avLst>
              <a:gd name="adj" fmla="val 12000"/>
            </a:avLst>
          </a:prstGeom>
          <a:solidFill>
            <a:srgbClr val="EEF6F9"/>
          </a:solidFill>
          <a:ln>
            <a:noFill/>
          </a:ln>
        </p:spPr>
        <p:txBody>
          <a:bodyPr rtlCol="0" anchor="ctr" lIns="73152" rIns="73152" tIns="27432" bIns="27432"/>
          <a:lstStyle/>
          <a:p>
            <a:pPr algn="ctr"/>
          </a:p>
        </p:txBody>
      </p:sp>
      <p:sp>
        <p:nvSpPr>
          <p:cNvPr id="7" name="!!stat1"/>
          <p:cNvSpPr txBox="1"/>
          <p:nvPr/>
        </p:nvSpPr>
        <p:spPr>
          <a:xfrm>
            <a:off x="914400" y="2423160"/>
            <a:ext cx="1600200" cy="777240"/>
          </a:xfrm>
          <a:prstGeom prst="rect">
            <a:avLst/>
          </a:prstGeom>
          <a:noFill/>
        </p:spPr>
        <p:txBody>
          <a:bodyPr wrap="square" anchor="ctr" lIns="0" rIns="0" tIns="0" bIns="0">
            <a:spAutoFit/>
          </a:bodyPr>
          <a:lstStyle/>
          <a:p>
            <a:pPr algn="l"/>
            <a:r>
              <a:rPr sz="2800" b="1" i="0">
                <a:solidFill>
                  <a:srgbClr val="B23A2E"/>
                </a:solidFill>
                <a:latin typeface="Cabin"/>
              </a:rPr>
              <a:t>73.6%</a:t>
            </a:r>
          </a:p>
        </p:txBody>
      </p:sp>
      <p:sp>
        <p:nvSpPr>
          <p:cNvPr id="8" name="TextBox 7"/>
          <p:cNvSpPr txBox="1"/>
          <p:nvPr/>
        </p:nvSpPr>
        <p:spPr>
          <a:xfrm>
            <a:off x="2514600" y="2423160"/>
            <a:ext cx="1783080" cy="777240"/>
          </a:xfrm>
          <a:prstGeom prst="rect">
            <a:avLst/>
          </a:prstGeom>
          <a:noFill/>
        </p:spPr>
        <p:txBody>
          <a:bodyPr wrap="square" anchor="ctr" lIns="0" rIns="0" tIns="0" bIns="0">
            <a:spAutoFit/>
          </a:bodyPr>
          <a:lstStyle/>
          <a:p>
            <a:pPr algn="l"/>
            <a:r>
              <a:rPr sz="1200" b="0" i="0">
                <a:solidFill>
                  <a:srgbClr val="0D3C4C"/>
                </a:solidFill>
                <a:latin typeface="Nanum Gothic"/>
              </a:rPr>
              <a:t>accuracy, as in cross-validation</a:t>
            </a:r>
          </a:p>
        </p:txBody>
      </p:sp>
      <p:sp>
        <p:nvSpPr>
          <p:cNvPr id="9" name="Rounded Rectangle 8"/>
          <p:cNvSpPr/>
          <p:nvPr/>
        </p:nvSpPr>
        <p:spPr>
          <a:xfrm>
            <a:off x="722376" y="3465576"/>
            <a:ext cx="3703320" cy="932688"/>
          </a:xfrm>
          <a:prstGeom prst="roundRect">
            <a:avLst>
              <a:gd name="adj" fmla="val 12000"/>
            </a:avLst>
          </a:prstGeom>
          <a:solidFill>
            <a:srgbClr val="EEF6F9"/>
          </a:solidFill>
          <a:ln>
            <a:noFill/>
          </a:ln>
        </p:spPr>
        <p:txBody>
          <a:bodyPr rtlCol="0" anchor="ctr" lIns="73152" rIns="73152" tIns="27432" bIns="27432"/>
          <a:lstStyle/>
          <a:p>
            <a:pPr algn="ctr"/>
          </a:p>
        </p:txBody>
      </p:sp>
      <p:sp>
        <p:nvSpPr>
          <p:cNvPr id="10" name="!!stat2"/>
          <p:cNvSpPr txBox="1"/>
          <p:nvPr/>
        </p:nvSpPr>
        <p:spPr>
          <a:xfrm>
            <a:off x="914400" y="3538728"/>
            <a:ext cx="1600200" cy="777240"/>
          </a:xfrm>
          <a:prstGeom prst="rect">
            <a:avLst/>
          </a:prstGeom>
          <a:noFill/>
        </p:spPr>
        <p:txBody>
          <a:bodyPr wrap="square" anchor="ctr" lIns="0" rIns="0" tIns="0" bIns="0">
            <a:spAutoFit/>
          </a:bodyPr>
          <a:lstStyle/>
          <a:p>
            <a:pPr algn="l"/>
            <a:r>
              <a:rPr sz="2800" b="1" i="0">
                <a:solidFill>
                  <a:srgbClr val="B23A2E"/>
                </a:solidFill>
                <a:latin typeface="Cabin"/>
              </a:rPr>
              <a:t>+301</a:t>
            </a:r>
          </a:p>
        </p:txBody>
      </p:sp>
      <p:sp>
        <p:nvSpPr>
          <p:cNvPr id="11" name="TextBox 10"/>
          <p:cNvSpPr txBox="1"/>
          <p:nvPr/>
        </p:nvSpPr>
        <p:spPr>
          <a:xfrm>
            <a:off x="2514600" y="3538728"/>
            <a:ext cx="1783080" cy="777240"/>
          </a:xfrm>
          <a:prstGeom prst="rect">
            <a:avLst/>
          </a:prstGeom>
          <a:noFill/>
        </p:spPr>
        <p:txBody>
          <a:bodyPr wrap="square" anchor="ctr" lIns="0" rIns="0" tIns="0" bIns="0">
            <a:spAutoFit/>
          </a:bodyPr>
          <a:lstStyle/>
          <a:p>
            <a:pPr algn="l"/>
            <a:r>
              <a:rPr sz="1200" b="0" i="0">
                <a:solidFill>
                  <a:srgbClr val="0D3C4C"/>
                </a:solidFill>
                <a:latin typeface="Nanum Gothic"/>
              </a:rPr>
              <a:t>diseased patients found, at the rule's specificity</a:t>
            </a:r>
          </a:p>
        </p:txBody>
      </p:sp>
      <p:pic>
        <p:nvPicPr>
          <p:cNvPr id="12" name="Picture 11" descr="crop_fig8_roc_test.png"/>
          <p:cNvPicPr>
            <a:picLocks noChangeAspect="1"/>
          </p:cNvPicPr>
          <p:nvPr/>
        </p:nvPicPr>
        <p:blipFill>
          <a:blip r:embed="rId2"/>
          <a:stretch>
            <a:fillRect/>
          </a:stretch>
        </p:blipFill>
        <p:spPr>
          <a:xfrm>
            <a:off x="4800600" y="1143000"/>
            <a:ext cx="4031957" cy="361188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xmlns:p14="http://schemas.microsoft.com/office/powerpoint/2010/main" spd="slow" p14:dur="900">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marL="0" indent="0">
              <a:buNone/>
            </a:pPr>
            <a:r>
              <a:t>What drives the prediction</a:t>
            </a:r>
          </a:p>
        </p:txBody>
      </p:sp>
      <p:sp>
        <p:nvSpPr>
          <p:cNvPr id="3" name="TextBox 2"/>
          <p:cNvSpPr txBox="1"/>
          <p:nvPr/>
        </p:nvSpPr>
        <p:spPr>
          <a:xfrm>
            <a:off x="722376" y="1207008"/>
            <a:ext cx="1417320" cy="237744"/>
          </a:xfrm>
          <a:prstGeom prst="rect">
            <a:avLst/>
          </a:prstGeom>
          <a:noFill/>
        </p:spPr>
        <p:txBody>
          <a:bodyPr wrap="square" anchor="ctr" lIns="0" rIns="0" tIns="0" bIns="0">
            <a:spAutoFit/>
          </a:bodyPr>
          <a:lstStyle/>
          <a:p>
            <a:pPr algn="r"/>
            <a:r>
              <a:rPr sz="1100" b="1" i="0">
                <a:solidFill>
                  <a:srgbClr val="0D3C4C"/>
                </a:solidFill>
                <a:latin typeface="Cabin"/>
              </a:rPr>
              <a:t>blood pressure</a:t>
            </a:r>
          </a:p>
        </p:txBody>
      </p:sp>
      <p:sp>
        <p:nvSpPr>
          <p:cNvPr id="4" name="Rectangle 3"/>
          <p:cNvSpPr/>
          <p:nvPr/>
        </p:nvSpPr>
        <p:spPr>
          <a:xfrm>
            <a:off x="2240280" y="1243584"/>
            <a:ext cx="2514600" cy="164592"/>
          </a:xfrm>
          <a:prstGeom prst="rect">
            <a:avLst/>
          </a:prstGeom>
          <a:solidFill>
            <a:srgbClr val="E05A4F"/>
          </a:solidFill>
          <a:ln>
            <a:noFill/>
          </a:ln>
        </p:spPr>
        <p:txBody>
          <a:bodyPr rtlCol="0" anchor="ctr" lIns="73152" rIns="73152" tIns="27432" bIns="27432"/>
          <a:lstStyle/>
          <a:p>
            <a:pPr algn="ctr"/>
          </a:p>
        </p:txBody>
      </p:sp>
      <p:sp>
        <p:nvSpPr>
          <p:cNvPr id="5" name="TextBox 4"/>
          <p:cNvSpPr txBox="1"/>
          <p:nvPr/>
        </p:nvSpPr>
        <p:spPr>
          <a:xfrm>
            <a:off x="4818888" y="1207008"/>
            <a:ext cx="548640" cy="237744"/>
          </a:xfrm>
          <a:prstGeom prst="rect">
            <a:avLst/>
          </a:prstGeom>
          <a:noFill/>
        </p:spPr>
        <p:txBody>
          <a:bodyPr wrap="square" anchor="ctr" lIns="0" rIns="0" tIns="0" bIns="0">
            <a:spAutoFit/>
          </a:bodyPr>
          <a:lstStyle/>
          <a:p>
            <a:pPr algn="l"/>
            <a:r>
              <a:rPr sz="1000" b="0" i="0">
                <a:solidFill>
                  <a:srgbClr val="4F6A73"/>
                </a:solidFill>
                <a:latin typeface="Nanum Gothic"/>
              </a:rPr>
              <a:t>0.210</a:t>
            </a:r>
          </a:p>
        </p:txBody>
      </p:sp>
      <p:sp>
        <p:nvSpPr>
          <p:cNvPr id="6" name="TextBox 5"/>
          <p:cNvSpPr txBox="1"/>
          <p:nvPr/>
        </p:nvSpPr>
        <p:spPr>
          <a:xfrm>
            <a:off x="722376" y="1481328"/>
            <a:ext cx="1417320" cy="237744"/>
          </a:xfrm>
          <a:prstGeom prst="rect">
            <a:avLst/>
          </a:prstGeom>
          <a:noFill/>
        </p:spPr>
        <p:txBody>
          <a:bodyPr wrap="square" anchor="ctr" lIns="0" rIns="0" tIns="0" bIns="0">
            <a:spAutoFit/>
          </a:bodyPr>
          <a:lstStyle/>
          <a:p>
            <a:pPr algn="r"/>
            <a:r>
              <a:rPr sz="1100" b="0" i="0">
                <a:solidFill>
                  <a:srgbClr val="0D3C4C"/>
                </a:solidFill>
                <a:latin typeface="Nanum Gothic"/>
              </a:rPr>
              <a:t>age</a:t>
            </a:r>
          </a:p>
        </p:txBody>
      </p:sp>
      <p:sp>
        <p:nvSpPr>
          <p:cNvPr id="7" name="Rectangle 6"/>
          <p:cNvSpPr/>
          <p:nvPr/>
        </p:nvSpPr>
        <p:spPr>
          <a:xfrm>
            <a:off x="2240280" y="1517904"/>
            <a:ext cx="431074" cy="164592"/>
          </a:xfrm>
          <a:prstGeom prst="rect">
            <a:avLst/>
          </a:prstGeom>
          <a:solidFill>
            <a:srgbClr val="0D3C4C"/>
          </a:solidFill>
          <a:ln>
            <a:noFill/>
          </a:ln>
        </p:spPr>
        <p:txBody>
          <a:bodyPr rtlCol="0" anchor="ctr" lIns="73152" rIns="73152" tIns="27432" bIns="27432"/>
          <a:lstStyle/>
          <a:p>
            <a:pPr algn="ctr"/>
          </a:p>
        </p:txBody>
      </p:sp>
      <p:sp>
        <p:nvSpPr>
          <p:cNvPr id="8" name="TextBox 7"/>
          <p:cNvSpPr txBox="1"/>
          <p:nvPr/>
        </p:nvSpPr>
        <p:spPr>
          <a:xfrm>
            <a:off x="2735362" y="1481328"/>
            <a:ext cx="548640" cy="237744"/>
          </a:xfrm>
          <a:prstGeom prst="rect">
            <a:avLst/>
          </a:prstGeom>
          <a:noFill/>
        </p:spPr>
        <p:txBody>
          <a:bodyPr wrap="square" anchor="ctr" lIns="0" rIns="0" tIns="0" bIns="0">
            <a:spAutoFit/>
          </a:bodyPr>
          <a:lstStyle/>
          <a:p>
            <a:pPr algn="l"/>
            <a:r>
              <a:rPr sz="1000" b="0" i="0">
                <a:solidFill>
                  <a:srgbClr val="4F6A73"/>
                </a:solidFill>
                <a:latin typeface="Nanum Gothic"/>
              </a:rPr>
              <a:t>0.036</a:t>
            </a:r>
          </a:p>
        </p:txBody>
      </p:sp>
      <p:sp>
        <p:nvSpPr>
          <p:cNvPr id="9" name="TextBox 8"/>
          <p:cNvSpPr txBox="1"/>
          <p:nvPr/>
        </p:nvSpPr>
        <p:spPr>
          <a:xfrm>
            <a:off x="722376" y="1755648"/>
            <a:ext cx="1417320" cy="237744"/>
          </a:xfrm>
          <a:prstGeom prst="rect">
            <a:avLst/>
          </a:prstGeom>
          <a:noFill/>
        </p:spPr>
        <p:txBody>
          <a:bodyPr wrap="square" anchor="ctr" lIns="0" rIns="0" tIns="0" bIns="0">
            <a:spAutoFit/>
          </a:bodyPr>
          <a:lstStyle/>
          <a:p>
            <a:pPr algn="r"/>
            <a:r>
              <a:rPr sz="1100" b="0" i="0">
                <a:solidFill>
                  <a:srgbClr val="0D3C4C"/>
                </a:solidFill>
                <a:latin typeface="Nanum Gothic"/>
              </a:rPr>
              <a:t>cholesterol</a:t>
            </a:r>
          </a:p>
        </p:txBody>
      </p:sp>
      <p:sp>
        <p:nvSpPr>
          <p:cNvPr id="10" name="Rectangle 9"/>
          <p:cNvSpPr/>
          <p:nvPr/>
        </p:nvSpPr>
        <p:spPr>
          <a:xfrm>
            <a:off x="2240280" y="1792224"/>
            <a:ext cx="359228" cy="164592"/>
          </a:xfrm>
          <a:prstGeom prst="rect">
            <a:avLst/>
          </a:prstGeom>
          <a:solidFill>
            <a:srgbClr val="0D3C4C"/>
          </a:solidFill>
          <a:ln>
            <a:noFill/>
          </a:ln>
        </p:spPr>
        <p:txBody>
          <a:bodyPr rtlCol="0" anchor="ctr" lIns="73152" rIns="73152" tIns="27432" bIns="27432"/>
          <a:lstStyle/>
          <a:p>
            <a:pPr algn="ctr"/>
          </a:p>
        </p:txBody>
      </p:sp>
      <p:sp>
        <p:nvSpPr>
          <p:cNvPr id="11" name="TextBox 10"/>
          <p:cNvSpPr txBox="1"/>
          <p:nvPr/>
        </p:nvSpPr>
        <p:spPr>
          <a:xfrm>
            <a:off x="2663516" y="1755648"/>
            <a:ext cx="548640" cy="237744"/>
          </a:xfrm>
          <a:prstGeom prst="rect">
            <a:avLst/>
          </a:prstGeom>
          <a:noFill/>
        </p:spPr>
        <p:txBody>
          <a:bodyPr wrap="square" anchor="ctr" lIns="0" rIns="0" tIns="0" bIns="0">
            <a:spAutoFit/>
          </a:bodyPr>
          <a:lstStyle/>
          <a:p>
            <a:pPr algn="l"/>
            <a:r>
              <a:rPr sz="1000" b="0" i="0">
                <a:solidFill>
                  <a:srgbClr val="4F6A73"/>
                </a:solidFill>
                <a:latin typeface="Nanum Gothic"/>
              </a:rPr>
              <a:t>0.030</a:t>
            </a:r>
          </a:p>
        </p:txBody>
      </p:sp>
      <p:sp>
        <p:nvSpPr>
          <p:cNvPr id="12" name="TextBox 11"/>
          <p:cNvSpPr txBox="1"/>
          <p:nvPr/>
        </p:nvSpPr>
        <p:spPr>
          <a:xfrm>
            <a:off x="722376" y="2029967"/>
            <a:ext cx="1417320" cy="237744"/>
          </a:xfrm>
          <a:prstGeom prst="rect">
            <a:avLst/>
          </a:prstGeom>
          <a:noFill/>
        </p:spPr>
        <p:txBody>
          <a:bodyPr wrap="square" anchor="ctr" lIns="0" rIns="0" tIns="0" bIns="0">
            <a:spAutoFit/>
          </a:bodyPr>
          <a:lstStyle/>
          <a:p>
            <a:pPr algn="r"/>
            <a:r>
              <a:rPr sz="1100" b="0" i="0">
                <a:solidFill>
                  <a:srgbClr val="0D3C4C"/>
                </a:solidFill>
                <a:latin typeface="Nanum Gothic"/>
              </a:rPr>
              <a:t>body size</a:t>
            </a:r>
          </a:p>
        </p:txBody>
      </p:sp>
      <p:sp>
        <p:nvSpPr>
          <p:cNvPr id="13" name="Rectangle 12"/>
          <p:cNvSpPr/>
          <p:nvPr/>
        </p:nvSpPr>
        <p:spPr>
          <a:xfrm>
            <a:off x="2240280" y="2066543"/>
            <a:ext cx="83820" cy="164592"/>
          </a:xfrm>
          <a:prstGeom prst="rect">
            <a:avLst/>
          </a:prstGeom>
          <a:solidFill>
            <a:srgbClr val="0D3C4C"/>
          </a:solidFill>
          <a:ln>
            <a:noFill/>
          </a:ln>
        </p:spPr>
        <p:txBody>
          <a:bodyPr rtlCol="0" anchor="ctr" lIns="73152" rIns="73152" tIns="27432" bIns="27432"/>
          <a:lstStyle/>
          <a:p>
            <a:pPr algn="ctr"/>
          </a:p>
        </p:txBody>
      </p:sp>
      <p:sp>
        <p:nvSpPr>
          <p:cNvPr id="14" name="TextBox 13"/>
          <p:cNvSpPr txBox="1"/>
          <p:nvPr/>
        </p:nvSpPr>
        <p:spPr>
          <a:xfrm>
            <a:off x="2388108" y="2029967"/>
            <a:ext cx="548640" cy="237744"/>
          </a:xfrm>
          <a:prstGeom prst="rect">
            <a:avLst/>
          </a:prstGeom>
          <a:noFill/>
        </p:spPr>
        <p:txBody>
          <a:bodyPr wrap="square" anchor="ctr" lIns="0" rIns="0" tIns="0" bIns="0">
            <a:spAutoFit/>
          </a:bodyPr>
          <a:lstStyle/>
          <a:p>
            <a:pPr algn="l"/>
            <a:r>
              <a:rPr sz="1000" b="0" i="0">
                <a:solidFill>
                  <a:srgbClr val="4F6A73"/>
                </a:solidFill>
                <a:latin typeface="Nanum Gothic"/>
              </a:rPr>
              <a:t>0.007</a:t>
            </a:r>
          </a:p>
        </p:txBody>
      </p:sp>
      <p:sp>
        <p:nvSpPr>
          <p:cNvPr id="15" name="TextBox 14"/>
          <p:cNvSpPr txBox="1"/>
          <p:nvPr/>
        </p:nvSpPr>
        <p:spPr>
          <a:xfrm>
            <a:off x="722376" y="2304288"/>
            <a:ext cx="1417320" cy="237744"/>
          </a:xfrm>
          <a:prstGeom prst="rect">
            <a:avLst/>
          </a:prstGeom>
          <a:noFill/>
        </p:spPr>
        <p:txBody>
          <a:bodyPr wrap="square" anchor="ctr" lIns="0" rIns="0" tIns="0" bIns="0">
            <a:spAutoFit/>
          </a:bodyPr>
          <a:lstStyle/>
          <a:p>
            <a:pPr algn="r"/>
            <a:r>
              <a:rPr sz="1100" b="0" i="0">
                <a:solidFill>
                  <a:srgbClr val="0D3C4C"/>
                </a:solidFill>
                <a:latin typeface="Nanum Gothic"/>
              </a:rPr>
              <a:t>physical activity</a:t>
            </a:r>
          </a:p>
        </p:txBody>
      </p:sp>
      <p:sp>
        <p:nvSpPr>
          <p:cNvPr id="16" name="Rectangle 15"/>
          <p:cNvSpPr/>
          <p:nvPr/>
        </p:nvSpPr>
        <p:spPr>
          <a:xfrm>
            <a:off x="2240280" y="2340864"/>
            <a:ext cx="23948" cy="164592"/>
          </a:xfrm>
          <a:prstGeom prst="rect">
            <a:avLst/>
          </a:prstGeom>
          <a:solidFill>
            <a:srgbClr val="0D3C4C"/>
          </a:solidFill>
          <a:ln>
            <a:noFill/>
          </a:ln>
        </p:spPr>
        <p:txBody>
          <a:bodyPr rtlCol="0" anchor="ctr" lIns="73152" rIns="73152" tIns="27432" bIns="27432"/>
          <a:lstStyle/>
          <a:p>
            <a:pPr algn="ctr"/>
          </a:p>
        </p:txBody>
      </p:sp>
      <p:sp>
        <p:nvSpPr>
          <p:cNvPr id="17" name="TextBox 16"/>
          <p:cNvSpPr txBox="1"/>
          <p:nvPr/>
        </p:nvSpPr>
        <p:spPr>
          <a:xfrm>
            <a:off x="2328236" y="2304288"/>
            <a:ext cx="548640" cy="237744"/>
          </a:xfrm>
          <a:prstGeom prst="rect">
            <a:avLst/>
          </a:prstGeom>
          <a:noFill/>
        </p:spPr>
        <p:txBody>
          <a:bodyPr wrap="square" anchor="ctr" lIns="0" rIns="0" tIns="0" bIns="0">
            <a:spAutoFit/>
          </a:bodyPr>
          <a:lstStyle/>
          <a:p>
            <a:pPr algn="l"/>
            <a:r>
              <a:rPr sz="1000" b="0" i="0">
                <a:solidFill>
                  <a:srgbClr val="4F6A73"/>
                </a:solidFill>
                <a:latin typeface="Nanum Gothic"/>
              </a:rPr>
              <a:t>0.002</a:t>
            </a:r>
          </a:p>
        </p:txBody>
      </p:sp>
      <p:sp>
        <p:nvSpPr>
          <p:cNvPr id="18" name="TextBox 17"/>
          <p:cNvSpPr txBox="1"/>
          <p:nvPr/>
        </p:nvSpPr>
        <p:spPr>
          <a:xfrm>
            <a:off x="722376" y="2578608"/>
            <a:ext cx="1417320" cy="237744"/>
          </a:xfrm>
          <a:prstGeom prst="rect">
            <a:avLst/>
          </a:prstGeom>
          <a:noFill/>
        </p:spPr>
        <p:txBody>
          <a:bodyPr wrap="square" anchor="ctr" lIns="0" rIns="0" tIns="0" bIns="0">
            <a:spAutoFit/>
          </a:bodyPr>
          <a:lstStyle/>
          <a:p>
            <a:pPr algn="r"/>
            <a:r>
              <a:rPr sz="1100" b="0" i="0">
                <a:solidFill>
                  <a:srgbClr val="0D3C4C"/>
                </a:solidFill>
                <a:latin typeface="Nanum Gothic"/>
              </a:rPr>
              <a:t>glucose</a:t>
            </a:r>
          </a:p>
        </p:txBody>
      </p:sp>
      <p:sp>
        <p:nvSpPr>
          <p:cNvPr id="19" name="Rectangle 18"/>
          <p:cNvSpPr/>
          <p:nvPr/>
        </p:nvSpPr>
        <p:spPr>
          <a:xfrm>
            <a:off x="2240280" y="2615184"/>
            <a:ext cx="23948" cy="164592"/>
          </a:xfrm>
          <a:prstGeom prst="rect">
            <a:avLst/>
          </a:prstGeom>
          <a:solidFill>
            <a:srgbClr val="0D3C4C"/>
          </a:solidFill>
          <a:ln>
            <a:noFill/>
          </a:ln>
        </p:spPr>
        <p:txBody>
          <a:bodyPr rtlCol="0" anchor="ctr" lIns="73152" rIns="73152" tIns="27432" bIns="27432"/>
          <a:lstStyle/>
          <a:p>
            <a:pPr algn="ctr"/>
          </a:p>
        </p:txBody>
      </p:sp>
      <p:sp>
        <p:nvSpPr>
          <p:cNvPr id="20" name="TextBox 19"/>
          <p:cNvSpPr txBox="1"/>
          <p:nvPr/>
        </p:nvSpPr>
        <p:spPr>
          <a:xfrm>
            <a:off x="2328236" y="2578608"/>
            <a:ext cx="548640" cy="237744"/>
          </a:xfrm>
          <a:prstGeom prst="rect">
            <a:avLst/>
          </a:prstGeom>
          <a:noFill/>
        </p:spPr>
        <p:txBody>
          <a:bodyPr wrap="square" anchor="ctr" lIns="0" rIns="0" tIns="0" bIns="0">
            <a:spAutoFit/>
          </a:bodyPr>
          <a:lstStyle/>
          <a:p>
            <a:pPr algn="l"/>
            <a:r>
              <a:rPr sz="1000" b="0" i="0">
                <a:solidFill>
                  <a:srgbClr val="4F6A73"/>
                </a:solidFill>
                <a:latin typeface="Nanum Gothic"/>
              </a:rPr>
              <a:t>0.002</a:t>
            </a:r>
          </a:p>
        </p:txBody>
      </p:sp>
      <p:sp>
        <p:nvSpPr>
          <p:cNvPr id="21" name="TextBox 20"/>
          <p:cNvSpPr txBox="1"/>
          <p:nvPr/>
        </p:nvSpPr>
        <p:spPr>
          <a:xfrm>
            <a:off x="722376" y="2852928"/>
            <a:ext cx="1417320" cy="237744"/>
          </a:xfrm>
          <a:prstGeom prst="rect">
            <a:avLst/>
          </a:prstGeom>
          <a:noFill/>
        </p:spPr>
        <p:txBody>
          <a:bodyPr wrap="square" anchor="ctr" lIns="0" rIns="0" tIns="0" bIns="0">
            <a:spAutoFit/>
          </a:bodyPr>
          <a:lstStyle/>
          <a:p>
            <a:pPr algn="r"/>
            <a:r>
              <a:rPr sz="1100" b="0" i="0">
                <a:solidFill>
                  <a:srgbClr val="0D3C4C"/>
                </a:solidFill>
                <a:latin typeface="Nanum Gothic"/>
              </a:rPr>
              <a:t>smoking</a:t>
            </a:r>
          </a:p>
        </p:txBody>
      </p:sp>
      <p:sp>
        <p:nvSpPr>
          <p:cNvPr id="22" name="Rectangle 21"/>
          <p:cNvSpPr/>
          <p:nvPr/>
        </p:nvSpPr>
        <p:spPr>
          <a:xfrm>
            <a:off x="2240280" y="2889504"/>
            <a:ext cx="18288" cy="164592"/>
          </a:xfrm>
          <a:prstGeom prst="rect">
            <a:avLst/>
          </a:prstGeom>
          <a:solidFill>
            <a:srgbClr val="0D3C4C"/>
          </a:solidFill>
          <a:ln>
            <a:noFill/>
          </a:ln>
        </p:spPr>
        <p:txBody>
          <a:bodyPr rtlCol="0" anchor="ctr" lIns="73152" rIns="73152" tIns="27432" bIns="27432"/>
          <a:lstStyle/>
          <a:p>
            <a:pPr algn="ctr"/>
          </a:p>
        </p:txBody>
      </p:sp>
      <p:sp>
        <p:nvSpPr>
          <p:cNvPr id="23" name="TextBox 22"/>
          <p:cNvSpPr txBox="1"/>
          <p:nvPr/>
        </p:nvSpPr>
        <p:spPr>
          <a:xfrm>
            <a:off x="2316262" y="2852928"/>
            <a:ext cx="548640" cy="237744"/>
          </a:xfrm>
          <a:prstGeom prst="rect">
            <a:avLst/>
          </a:prstGeom>
          <a:noFill/>
        </p:spPr>
        <p:txBody>
          <a:bodyPr wrap="square" anchor="ctr" lIns="0" rIns="0" tIns="0" bIns="0">
            <a:spAutoFit/>
          </a:bodyPr>
          <a:lstStyle/>
          <a:p>
            <a:pPr algn="l"/>
            <a:r>
              <a:rPr sz="1000" b="0" i="0">
                <a:solidFill>
                  <a:srgbClr val="4F6A73"/>
                </a:solidFill>
                <a:latin typeface="Nanum Gothic"/>
              </a:rPr>
              <a:t>0.001</a:t>
            </a:r>
          </a:p>
        </p:txBody>
      </p:sp>
      <p:sp>
        <p:nvSpPr>
          <p:cNvPr id="24" name="TextBox 23"/>
          <p:cNvSpPr txBox="1"/>
          <p:nvPr/>
        </p:nvSpPr>
        <p:spPr>
          <a:xfrm>
            <a:off x="722376" y="3127248"/>
            <a:ext cx="1417320" cy="237744"/>
          </a:xfrm>
          <a:prstGeom prst="rect">
            <a:avLst/>
          </a:prstGeom>
          <a:noFill/>
        </p:spPr>
        <p:txBody>
          <a:bodyPr wrap="square" anchor="ctr" lIns="0" rIns="0" tIns="0" bIns="0">
            <a:spAutoFit/>
          </a:bodyPr>
          <a:lstStyle/>
          <a:p>
            <a:pPr algn="r"/>
            <a:r>
              <a:rPr sz="1100" b="0" i="0">
                <a:solidFill>
                  <a:srgbClr val="0D3C4C"/>
                </a:solidFill>
                <a:latin typeface="Nanum Gothic"/>
              </a:rPr>
              <a:t>alcohol</a:t>
            </a:r>
          </a:p>
        </p:txBody>
      </p:sp>
      <p:sp>
        <p:nvSpPr>
          <p:cNvPr id="25" name="Rectangle 24"/>
          <p:cNvSpPr/>
          <p:nvPr/>
        </p:nvSpPr>
        <p:spPr>
          <a:xfrm>
            <a:off x="2240280" y="3163824"/>
            <a:ext cx="18288" cy="164592"/>
          </a:xfrm>
          <a:prstGeom prst="rect">
            <a:avLst/>
          </a:prstGeom>
          <a:solidFill>
            <a:srgbClr val="0D3C4C"/>
          </a:solidFill>
          <a:ln>
            <a:noFill/>
          </a:ln>
        </p:spPr>
        <p:txBody>
          <a:bodyPr rtlCol="0" anchor="ctr" lIns="73152" rIns="73152" tIns="27432" bIns="27432"/>
          <a:lstStyle/>
          <a:p>
            <a:pPr algn="ctr"/>
          </a:p>
        </p:txBody>
      </p:sp>
      <p:sp>
        <p:nvSpPr>
          <p:cNvPr id="26" name="TextBox 25"/>
          <p:cNvSpPr txBox="1"/>
          <p:nvPr/>
        </p:nvSpPr>
        <p:spPr>
          <a:xfrm>
            <a:off x="2316262" y="3127248"/>
            <a:ext cx="548640" cy="237744"/>
          </a:xfrm>
          <a:prstGeom prst="rect">
            <a:avLst/>
          </a:prstGeom>
          <a:noFill/>
        </p:spPr>
        <p:txBody>
          <a:bodyPr wrap="square" anchor="ctr" lIns="0" rIns="0" tIns="0" bIns="0">
            <a:spAutoFit/>
          </a:bodyPr>
          <a:lstStyle/>
          <a:p>
            <a:pPr algn="l"/>
            <a:r>
              <a:rPr sz="1000" b="0" i="0">
                <a:solidFill>
                  <a:srgbClr val="4F6A73"/>
                </a:solidFill>
                <a:latin typeface="Nanum Gothic"/>
              </a:rPr>
              <a:t>0.001</a:t>
            </a:r>
          </a:p>
        </p:txBody>
      </p:sp>
      <p:sp>
        <p:nvSpPr>
          <p:cNvPr id="27" name="TextBox 26"/>
          <p:cNvSpPr txBox="1"/>
          <p:nvPr/>
        </p:nvSpPr>
        <p:spPr>
          <a:xfrm>
            <a:off x="722376" y="3401568"/>
            <a:ext cx="1417320" cy="237744"/>
          </a:xfrm>
          <a:prstGeom prst="rect">
            <a:avLst/>
          </a:prstGeom>
          <a:noFill/>
        </p:spPr>
        <p:txBody>
          <a:bodyPr wrap="square" anchor="ctr" lIns="0" rIns="0" tIns="0" bIns="0">
            <a:spAutoFit/>
          </a:bodyPr>
          <a:lstStyle/>
          <a:p>
            <a:pPr algn="r"/>
            <a:r>
              <a:rPr sz="1100" b="0" i="0">
                <a:solidFill>
                  <a:srgbClr val="0D3C4C"/>
                </a:solidFill>
                <a:latin typeface="Nanum Gothic"/>
              </a:rPr>
              <a:t>sex</a:t>
            </a:r>
          </a:p>
        </p:txBody>
      </p:sp>
      <p:sp>
        <p:nvSpPr>
          <p:cNvPr id="28" name="TextBox 27"/>
          <p:cNvSpPr txBox="1"/>
          <p:nvPr/>
        </p:nvSpPr>
        <p:spPr>
          <a:xfrm>
            <a:off x="2304288" y="3401568"/>
            <a:ext cx="548640" cy="237744"/>
          </a:xfrm>
          <a:prstGeom prst="rect">
            <a:avLst/>
          </a:prstGeom>
          <a:noFill/>
        </p:spPr>
        <p:txBody>
          <a:bodyPr wrap="square" anchor="ctr" lIns="0" rIns="0" tIns="0" bIns="0">
            <a:spAutoFit/>
          </a:bodyPr>
          <a:lstStyle/>
          <a:p>
            <a:pPr algn="l"/>
            <a:r>
              <a:rPr sz="1000" b="0" i="0">
                <a:solidFill>
                  <a:srgbClr val="4F6A73"/>
                </a:solidFill>
                <a:latin typeface="Nanum Gothic"/>
              </a:rPr>
              <a:t>0.000</a:t>
            </a:r>
          </a:p>
        </p:txBody>
      </p:sp>
      <p:sp>
        <p:nvSpPr>
          <p:cNvPr id="29" name="TextBox 28"/>
          <p:cNvSpPr txBox="1"/>
          <p:nvPr/>
        </p:nvSpPr>
        <p:spPr>
          <a:xfrm>
            <a:off x="722376" y="3749039"/>
            <a:ext cx="4663440" cy="868680"/>
          </a:xfrm>
          <a:prstGeom prst="rect">
            <a:avLst/>
          </a:prstGeom>
          <a:noFill/>
        </p:spPr>
        <p:txBody>
          <a:bodyPr wrap="square" anchor="t" lIns="0" rIns="0" tIns="0" bIns="0">
            <a:spAutoFit/>
          </a:bodyPr>
          <a:lstStyle/>
          <a:p>
            <a:pPr algn="l"/>
            <a:r>
              <a:rPr sz="1150" b="1" i="0">
                <a:solidFill>
                  <a:srgbClr val="0D3C4C"/>
                </a:solidFill>
                <a:latin typeface="Nanum Gothic"/>
              </a:rPr>
              <a:t>Drop in test AUC when a factor is scrambled. </a:t>
            </a:r>
            <a:r>
              <a:rPr sz="1150" b="0" i="0">
                <a:solidFill>
                  <a:srgbClr val="0D3C4C"/>
                </a:solidFill>
                <a:latin typeface="Nanum Gothic"/>
              </a:rPr>
              <a:t>Blood pressure dominates; glucose, the lifestyle answers and sex add almost nothing.</a:t>
            </a:r>
          </a:p>
        </p:txBody>
      </p:sp>
      <p:sp>
        <p:nvSpPr>
          <p:cNvPr id="30" name="Rounded Rectangle 29"/>
          <p:cNvSpPr/>
          <p:nvPr/>
        </p:nvSpPr>
        <p:spPr>
          <a:xfrm>
            <a:off x="5623560" y="1188720"/>
            <a:ext cx="2807208" cy="3474720"/>
          </a:xfrm>
          <a:prstGeom prst="roundRect">
            <a:avLst>
              <a:gd name="adj" fmla="val 12000"/>
            </a:avLst>
          </a:prstGeom>
          <a:solidFill>
            <a:srgbClr val="EEF6F9"/>
          </a:solidFill>
          <a:ln>
            <a:noFill/>
          </a:ln>
        </p:spPr>
        <p:txBody>
          <a:bodyPr rtlCol="0" anchor="ctr" lIns="73152" rIns="73152" tIns="27432" bIns="27432"/>
          <a:lstStyle/>
          <a:p>
            <a:pPr algn="ctr"/>
          </a:p>
        </p:txBody>
      </p:sp>
      <p:pic>
        <p:nvPicPr>
          <p:cNvPr id="31" name="Picture 30" descr="crop_fig11_partial_dependence.png"/>
          <p:cNvPicPr>
            <a:picLocks noChangeAspect="1"/>
          </p:cNvPicPr>
          <p:nvPr/>
        </p:nvPicPr>
        <p:blipFill>
          <a:blip r:embed="rId2"/>
          <a:stretch>
            <a:fillRect/>
          </a:stretch>
        </p:blipFill>
        <p:spPr>
          <a:xfrm>
            <a:off x="5715000" y="1298448"/>
            <a:ext cx="2624328" cy="1880453"/>
          </a:xfrm>
          <a:prstGeom prst="rect">
            <a:avLst/>
          </a:prstGeom>
        </p:spPr>
      </p:pic>
      <p:sp>
        <p:nvSpPr>
          <p:cNvPr id="32" name="TextBox 31"/>
          <p:cNvSpPr txBox="1"/>
          <p:nvPr/>
        </p:nvSpPr>
        <p:spPr>
          <a:xfrm>
            <a:off x="5806440" y="3310128"/>
            <a:ext cx="2468880" cy="1280160"/>
          </a:xfrm>
          <a:prstGeom prst="rect">
            <a:avLst/>
          </a:prstGeom>
          <a:noFill/>
        </p:spPr>
        <p:txBody>
          <a:bodyPr wrap="square" anchor="t" lIns="0" rIns="0" tIns="0" bIns="0">
            <a:spAutoFit/>
          </a:bodyPr>
          <a:lstStyle/>
          <a:p>
            <a:pPr algn="l"/>
            <a:r>
              <a:rPr sz="1150" b="1" i="0">
                <a:solidFill>
                  <a:srgbClr val="B23A2E"/>
                </a:solidFill>
                <a:latin typeface="Nanum Gothic"/>
              </a:rPr>
              <a:t>A switch, not a slope: </a:t>
            </a:r>
            <a:r>
              <a:rPr sz="1150" b="0" i="0">
                <a:solidFill>
                  <a:srgbClr val="0D3C4C"/>
                </a:solidFill>
                <a:latin typeface="Nanum Gothic"/>
              </a:rPr>
              <a:t>predicted risk jumps from about 35% to 84% between 125 and 150 mmHg, at the guideline's thresholds.</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xmlns:p14="http://schemas.microsoft.com/office/powerpoint/2010/main" spd="slow" p14:dur="900">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marL="0" indent="0">
              <a:buNone/>
            </a:pPr>
            <a:r>
              <a:t>A score a doctor can add up</a:t>
            </a:r>
          </a:p>
        </p:txBody>
      </p:sp>
      <p:sp>
        <p:nvSpPr>
          <p:cNvPr id="3" name="Rounded Rectangle 2"/>
          <p:cNvSpPr/>
          <p:nvPr/>
        </p:nvSpPr>
        <p:spPr>
          <a:xfrm>
            <a:off x="722376" y="1188720"/>
            <a:ext cx="1874519" cy="566928"/>
          </a:xfrm>
          <a:prstGeom prst="roundRect">
            <a:avLst>
              <a:gd name="adj" fmla="val 20000"/>
            </a:avLst>
          </a:prstGeom>
          <a:solidFill>
            <a:srgbClr val="0D3C4C"/>
          </a:solidFill>
          <a:ln>
            <a:noFill/>
          </a:ln>
        </p:spPr>
        <p:txBody>
          <a:bodyPr rtlCol="0" anchor="ctr" lIns="73152" rIns="73152" tIns="27432" bIns="27432"/>
          <a:lstStyle/>
          <a:p>
            <a:pPr algn="ctr"/>
          </a:p>
        </p:txBody>
      </p:sp>
      <p:sp>
        <p:nvSpPr>
          <p:cNvPr id="4" name="icon hourglass"/>
          <p:cNvSpPr/>
          <p:nvPr/>
        </p:nvSpPr>
        <p:spPr>
          <a:xfrm>
            <a:off x="871475" y="1298448"/>
            <a:ext cx="250441" cy="347472"/>
          </a:xfrm>
          <a:custGeom>
            <a:rect b="b" l="l" r="r" t="t"/>
            <a:pathLst>
              <a:path extrusionOk="0" h="12634" w="9106">
                <a:moveTo>
                  <a:pt x="7499" y="788"/>
                </a:moveTo>
                <a:lnTo>
                  <a:pt x="7499" y="1859"/>
                </a:lnTo>
                <a:cubicBezTo>
                  <a:pt x="7499" y="2426"/>
                  <a:pt x="7373" y="3025"/>
                  <a:pt x="7121" y="3529"/>
                </a:cubicBezTo>
                <a:cubicBezTo>
                  <a:pt x="6806" y="3466"/>
                  <a:pt x="6554" y="3434"/>
                  <a:pt x="6239" y="3434"/>
                </a:cubicBezTo>
                <a:cubicBezTo>
                  <a:pt x="5546" y="3434"/>
                  <a:pt x="4916" y="3592"/>
                  <a:pt x="4380" y="3844"/>
                </a:cubicBezTo>
                <a:cubicBezTo>
                  <a:pt x="3907" y="4096"/>
                  <a:pt x="3403" y="4222"/>
                  <a:pt x="2931" y="4222"/>
                </a:cubicBezTo>
                <a:cubicBezTo>
                  <a:pt x="2710" y="4222"/>
                  <a:pt x="2521" y="4159"/>
                  <a:pt x="2364" y="4127"/>
                </a:cubicBezTo>
                <a:cubicBezTo>
                  <a:pt x="2301" y="4001"/>
                  <a:pt x="2206" y="3938"/>
                  <a:pt x="2175" y="3812"/>
                </a:cubicBezTo>
                <a:cubicBezTo>
                  <a:pt x="1860" y="3277"/>
                  <a:pt x="1702" y="2552"/>
                  <a:pt x="1702" y="1859"/>
                </a:cubicBezTo>
                <a:lnTo>
                  <a:pt x="1702" y="788"/>
                </a:lnTo>
                <a:close/>
                <a:moveTo>
                  <a:pt x="5357" y="7278"/>
                </a:moveTo>
                <a:cubicBezTo>
                  <a:pt x="5451" y="7372"/>
                  <a:pt x="5546" y="7435"/>
                  <a:pt x="5672" y="7467"/>
                </a:cubicBezTo>
                <a:cubicBezTo>
                  <a:pt x="6869" y="8066"/>
                  <a:pt x="7436" y="9420"/>
                  <a:pt x="7436" y="10743"/>
                </a:cubicBezTo>
                <a:lnTo>
                  <a:pt x="7436" y="11279"/>
                </a:lnTo>
                <a:lnTo>
                  <a:pt x="4821" y="9294"/>
                </a:lnTo>
                <a:cubicBezTo>
                  <a:pt x="4742" y="9231"/>
                  <a:pt x="4648" y="9200"/>
                  <a:pt x="4553" y="9200"/>
                </a:cubicBezTo>
                <a:cubicBezTo>
                  <a:pt x="4459" y="9200"/>
                  <a:pt x="4364" y="9231"/>
                  <a:pt x="4285" y="9294"/>
                </a:cubicBezTo>
                <a:lnTo>
                  <a:pt x="1671" y="11279"/>
                </a:lnTo>
                <a:lnTo>
                  <a:pt x="1671" y="10743"/>
                </a:lnTo>
                <a:cubicBezTo>
                  <a:pt x="1671" y="9357"/>
                  <a:pt x="2238" y="8066"/>
                  <a:pt x="3435" y="7467"/>
                </a:cubicBezTo>
                <a:cubicBezTo>
                  <a:pt x="3561" y="7435"/>
                  <a:pt x="3624" y="7372"/>
                  <a:pt x="3750" y="7278"/>
                </a:cubicBezTo>
                <a:lnTo>
                  <a:pt x="4191" y="8160"/>
                </a:lnTo>
                <a:cubicBezTo>
                  <a:pt x="4270" y="8318"/>
                  <a:pt x="4411" y="8396"/>
                  <a:pt x="4557" y="8396"/>
                </a:cubicBezTo>
                <a:cubicBezTo>
                  <a:pt x="4703" y="8396"/>
                  <a:pt x="4853" y="8318"/>
                  <a:pt x="4947" y="8160"/>
                </a:cubicBezTo>
                <a:lnTo>
                  <a:pt x="5357" y="7278"/>
                </a:lnTo>
                <a:close/>
                <a:moveTo>
                  <a:pt x="410" y="0"/>
                </a:moveTo>
                <a:cubicBezTo>
                  <a:pt x="158" y="0"/>
                  <a:pt x="1" y="189"/>
                  <a:pt x="1" y="410"/>
                </a:cubicBezTo>
                <a:cubicBezTo>
                  <a:pt x="1" y="630"/>
                  <a:pt x="190" y="788"/>
                  <a:pt x="410" y="788"/>
                </a:cubicBezTo>
                <a:lnTo>
                  <a:pt x="820" y="788"/>
                </a:lnTo>
                <a:lnTo>
                  <a:pt x="820" y="1859"/>
                </a:lnTo>
                <a:cubicBezTo>
                  <a:pt x="820" y="3749"/>
                  <a:pt x="1734" y="5199"/>
                  <a:pt x="3088" y="5860"/>
                </a:cubicBezTo>
                <a:cubicBezTo>
                  <a:pt x="3403" y="6018"/>
                  <a:pt x="3403" y="6585"/>
                  <a:pt x="3088" y="6742"/>
                </a:cubicBezTo>
                <a:cubicBezTo>
                  <a:pt x="1576" y="7467"/>
                  <a:pt x="820" y="9042"/>
                  <a:pt x="820" y="10743"/>
                </a:cubicBezTo>
                <a:lnTo>
                  <a:pt x="820" y="11815"/>
                </a:lnTo>
                <a:lnTo>
                  <a:pt x="410" y="11815"/>
                </a:lnTo>
                <a:cubicBezTo>
                  <a:pt x="158" y="11815"/>
                  <a:pt x="1" y="12004"/>
                  <a:pt x="1" y="12256"/>
                </a:cubicBezTo>
                <a:cubicBezTo>
                  <a:pt x="1" y="12476"/>
                  <a:pt x="190" y="12634"/>
                  <a:pt x="410" y="12634"/>
                </a:cubicBezTo>
                <a:lnTo>
                  <a:pt x="8665" y="12634"/>
                </a:lnTo>
                <a:cubicBezTo>
                  <a:pt x="8917" y="12634"/>
                  <a:pt x="9106" y="12445"/>
                  <a:pt x="9106" y="12256"/>
                </a:cubicBezTo>
                <a:cubicBezTo>
                  <a:pt x="9106" y="12004"/>
                  <a:pt x="8917" y="11815"/>
                  <a:pt x="8665" y="11815"/>
                </a:cubicBezTo>
                <a:lnTo>
                  <a:pt x="8287" y="11815"/>
                </a:lnTo>
                <a:lnTo>
                  <a:pt x="8287" y="10743"/>
                </a:lnTo>
                <a:cubicBezTo>
                  <a:pt x="8287" y="9042"/>
                  <a:pt x="7530" y="7467"/>
                  <a:pt x="6018" y="6742"/>
                </a:cubicBezTo>
                <a:cubicBezTo>
                  <a:pt x="5703" y="6585"/>
                  <a:pt x="5672" y="6018"/>
                  <a:pt x="6018" y="5860"/>
                </a:cubicBezTo>
                <a:cubicBezTo>
                  <a:pt x="7530" y="5136"/>
                  <a:pt x="8287" y="3560"/>
                  <a:pt x="8287" y="1859"/>
                </a:cubicBezTo>
                <a:lnTo>
                  <a:pt x="8287" y="788"/>
                </a:lnTo>
                <a:lnTo>
                  <a:pt x="8665" y="788"/>
                </a:lnTo>
                <a:cubicBezTo>
                  <a:pt x="8917" y="788"/>
                  <a:pt x="9106" y="599"/>
                  <a:pt x="9106" y="410"/>
                </a:cubicBezTo>
                <a:cubicBezTo>
                  <a:pt x="9106" y="158"/>
                  <a:pt x="8917" y="0"/>
                  <a:pt x="866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 name="TextBox 4"/>
          <p:cNvSpPr txBox="1"/>
          <p:nvPr/>
        </p:nvSpPr>
        <p:spPr>
          <a:xfrm>
            <a:off x="1243584" y="1188720"/>
            <a:ext cx="1325880" cy="566928"/>
          </a:xfrm>
          <a:prstGeom prst="rect">
            <a:avLst/>
          </a:prstGeom>
          <a:noFill/>
        </p:spPr>
        <p:txBody>
          <a:bodyPr wrap="square" anchor="ctr" lIns="0" rIns="0" tIns="0" bIns="0">
            <a:spAutoFit/>
          </a:bodyPr>
          <a:lstStyle/>
          <a:p>
            <a:pPr algn="l"/>
            <a:r>
              <a:rPr sz="1050" b="1" i="0">
                <a:solidFill>
                  <a:srgbClr val="FFFFFF"/>
                </a:solidFill>
                <a:latin typeface="Cabin"/>
              </a:rPr>
              <a:t>Age
(years)</a:t>
            </a:r>
          </a:p>
        </p:txBody>
      </p:sp>
      <p:sp>
        <p:nvSpPr>
          <p:cNvPr id="6" name="Rounded Rectangle 5"/>
          <p:cNvSpPr/>
          <p:nvPr/>
        </p:nvSpPr>
        <p:spPr>
          <a:xfrm>
            <a:off x="2724912" y="1188720"/>
            <a:ext cx="1024128" cy="566928"/>
          </a:xfrm>
          <a:prstGeom prst="roundRect">
            <a:avLst>
              <a:gd name="adj" fmla="val 12000"/>
            </a:avLst>
          </a:prstGeom>
          <a:solidFill>
            <a:srgbClr val="EEF6F9"/>
          </a:solidFill>
          <a:ln>
            <a:noFill/>
          </a:ln>
        </p:spPr>
        <p:txBody>
          <a:bodyPr rtlCol="0" anchor="ctr" lIns="73152" rIns="73152" tIns="27432" bIns="27432"/>
          <a:lstStyle/>
          <a:p>
            <a:pPr algn="ctr"/>
          </a:p>
        </p:txBody>
      </p:sp>
      <p:sp>
        <p:nvSpPr>
          <p:cNvPr id="7" name="TextBox 6"/>
          <p:cNvSpPr txBox="1"/>
          <p:nvPr/>
        </p:nvSpPr>
        <p:spPr>
          <a:xfrm>
            <a:off x="2724912" y="1225296"/>
            <a:ext cx="1024128" cy="228600"/>
          </a:xfrm>
          <a:prstGeom prst="rect">
            <a:avLst/>
          </a:prstGeom>
          <a:noFill/>
        </p:spPr>
        <p:txBody>
          <a:bodyPr wrap="square" anchor="t" lIns="0" rIns="0" tIns="0" bIns="0">
            <a:spAutoFit/>
          </a:bodyPr>
          <a:lstStyle/>
          <a:p>
            <a:pPr algn="ctr"/>
            <a:r>
              <a:rPr sz="1000" b="0" i="0">
                <a:solidFill>
                  <a:srgbClr val="4F6A73"/>
                </a:solidFill>
                <a:latin typeface="Nanum Gothic"/>
              </a:rPr>
              <a:t>&lt;45</a:t>
            </a:r>
          </a:p>
        </p:txBody>
      </p:sp>
      <p:sp>
        <p:nvSpPr>
          <p:cNvPr id="8" name="TextBox 7"/>
          <p:cNvSpPr txBox="1"/>
          <p:nvPr/>
        </p:nvSpPr>
        <p:spPr>
          <a:xfrm>
            <a:off x="2724912" y="1426464"/>
            <a:ext cx="1024128" cy="310896"/>
          </a:xfrm>
          <a:prstGeom prst="rect">
            <a:avLst/>
          </a:prstGeom>
          <a:noFill/>
        </p:spPr>
        <p:txBody>
          <a:bodyPr wrap="square" anchor="t" lIns="0" rIns="0" tIns="0" bIns="0">
            <a:spAutoFit/>
          </a:bodyPr>
          <a:lstStyle/>
          <a:p>
            <a:pPr algn="ctr"/>
            <a:r>
              <a:rPr sz="1700" b="1" i="0">
                <a:solidFill>
                  <a:srgbClr val="4F6A73"/>
                </a:solidFill>
                <a:latin typeface="Cabin"/>
              </a:rPr>
              <a:t>0</a:t>
            </a:r>
          </a:p>
        </p:txBody>
      </p:sp>
      <p:sp>
        <p:nvSpPr>
          <p:cNvPr id="9" name="Rounded Rectangle 8"/>
          <p:cNvSpPr/>
          <p:nvPr/>
        </p:nvSpPr>
        <p:spPr>
          <a:xfrm>
            <a:off x="3867912" y="1188720"/>
            <a:ext cx="1024128" cy="566928"/>
          </a:xfrm>
          <a:prstGeom prst="roundRect">
            <a:avLst>
              <a:gd name="adj" fmla="val 12000"/>
            </a:avLst>
          </a:prstGeom>
          <a:solidFill>
            <a:srgbClr val="EEF6F9"/>
          </a:solidFill>
          <a:ln>
            <a:noFill/>
          </a:ln>
        </p:spPr>
        <p:txBody>
          <a:bodyPr rtlCol="0" anchor="ctr" lIns="73152" rIns="73152" tIns="27432" bIns="27432"/>
          <a:lstStyle/>
          <a:p>
            <a:pPr algn="ctr"/>
          </a:p>
        </p:txBody>
      </p:sp>
      <p:sp>
        <p:nvSpPr>
          <p:cNvPr id="10" name="TextBox 9"/>
          <p:cNvSpPr txBox="1"/>
          <p:nvPr/>
        </p:nvSpPr>
        <p:spPr>
          <a:xfrm>
            <a:off x="3867912" y="1225296"/>
            <a:ext cx="1024128" cy="228600"/>
          </a:xfrm>
          <a:prstGeom prst="rect">
            <a:avLst/>
          </a:prstGeom>
          <a:noFill/>
        </p:spPr>
        <p:txBody>
          <a:bodyPr wrap="square" anchor="t" lIns="0" rIns="0" tIns="0" bIns="0">
            <a:spAutoFit/>
          </a:bodyPr>
          <a:lstStyle/>
          <a:p>
            <a:pPr algn="ctr"/>
            <a:r>
              <a:rPr sz="1000" b="0" i="0">
                <a:solidFill>
                  <a:srgbClr val="4F6A73"/>
                </a:solidFill>
                <a:latin typeface="Nanum Gothic"/>
              </a:rPr>
              <a:t>45-49</a:t>
            </a:r>
          </a:p>
        </p:txBody>
      </p:sp>
      <p:sp>
        <p:nvSpPr>
          <p:cNvPr id="11" name="TextBox 10"/>
          <p:cNvSpPr txBox="1"/>
          <p:nvPr/>
        </p:nvSpPr>
        <p:spPr>
          <a:xfrm>
            <a:off x="3867912" y="1426464"/>
            <a:ext cx="1024128" cy="310896"/>
          </a:xfrm>
          <a:prstGeom prst="rect">
            <a:avLst/>
          </a:prstGeom>
          <a:noFill/>
        </p:spPr>
        <p:txBody>
          <a:bodyPr wrap="square" anchor="t" lIns="0" rIns="0" tIns="0" bIns="0">
            <a:spAutoFit/>
          </a:bodyPr>
          <a:lstStyle/>
          <a:p>
            <a:pPr algn="ctr"/>
            <a:r>
              <a:rPr sz="1700" b="1" i="0">
                <a:solidFill>
                  <a:srgbClr val="B23A2E"/>
                </a:solidFill>
                <a:latin typeface="Cabin"/>
              </a:rPr>
              <a:t>4</a:t>
            </a:r>
          </a:p>
        </p:txBody>
      </p:sp>
      <p:sp>
        <p:nvSpPr>
          <p:cNvPr id="12" name="Rounded Rectangle 11"/>
          <p:cNvSpPr/>
          <p:nvPr/>
        </p:nvSpPr>
        <p:spPr>
          <a:xfrm>
            <a:off x="5010912" y="1188720"/>
            <a:ext cx="1024128" cy="566928"/>
          </a:xfrm>
          <a:prstGeom prst="roundRect">
            <a:avLst>
              <a:gd name="adj" fmla="val 12000"/>
            </a:avLst>
          </a:prstGeom>
          <a:solidFill>
            <a:srgbClr val="EEF6F9"/>
          </a:solidFill>
          <a:ln>
            <a:noFill/>
          </a:ln>
        </p:spPr>
        <p:txBody>
          <a:bodyPr rtlCol="0" anchor="ctr" lIns="73152" rIns="73152" tIns="27432" bIns="27432"/>
          <a:lstStyle/>
          <a:p>
            <a:pPr algn="ctr"/>
          </a:p>
        </p:txBody>
      </p:sp>
      <p:sp>
        <p:nvSpPr>
          <p:cNvPr id="13" name="TextBox 12"/>
          <p:cNvSpPr txBox="1"/>
          <p:nvPr/>
        </p:nvSpPr>
        <p:spPr>
          <a:xfrm>
            <a:off x="5010912" y="1225296"/>
            <a:ext cx="1024128" cy="228600"/>
          </a:xfrm>
          <a:prstGeom prst="rect">
            <a:avLst/>
          </a:prstGeom>
          <a:noFill/>
        </p:spPr>
        <p:txBody>
          <a:bodyPr wrap="square" anchor="t" lIns="0" rIns="0" tIns="0" bIns="0">
            <a:spAutoFit/>
          </a:bodyPr>
          <a:lstStyle/>
          <a:p>
            <a:pPr algn="ctr"/>
            <a:r>
              <a:rPr sz="1000" b="0" i="0">
                <a:solidFill>
                  <a:srgbClr val="4F6A73"/>
                </a:solidFill>
                <a:latin typeface="Nanum Gothic"/>
              </a:rPr>
              <a:t>50-54</a:t>
            </a:r>
          </a:p>
        </p:txBody>
      </p:sp>
      <p:sp>
        <p:nvSpPr>
          <p:cNvPr id="14" name="TextBox 13"/>
          <p:cNvSpPr txBox="1"/>
          <p:nvPr/>
        </p:nvSpPr>
        <p:spPr>
          <a:xfrm>
            <a:off x="5010912" y="1426464"/>
            <a:ext cx="1024128" cy="310896"/>
          </a:xfrm>
          <a:prstGeom prst="rect">
            <a:avLst/>
          </a:prstGeom>
          <a:noFill/>
        </p:spPr>
        <p:txBody>
          <a:bodyPr wrap="square" anchor="t" lIns="0" rIns="0" tIns="0" bIns="0">
            <a:spAutoFit/>
          </a:bodyPr>
          <a:lstStyle/>
          <a:p>
            <a:pPr algn="ctr"/>
            <a:r>
              <a:rPr sz="1700" b="1" i="0">
                <a:solidFill>
                  <a:srgbClr val="B23A2E"/>
                </a:solidFill>
                <a:latin typeface="Cabin"/>
              </a:rPr>
              <a:t>5</a:t>
            </a:r>
          </a:p>
        </p:txBody>
      </p:sp>
      <p:sp>
        <p:nvSpPr>
          <p:cNvPr id="15" name="Rounded Rectangle 14"/>
          <p:cNvSpPr/>
          <p:nvPr/>
        </p:nvSpPr>
        <p:spPr>
          <a:xfrm>
            <a:off x="6153912" y="1188720"/>
            <a:ext cx="1024128" cy="566928"/>
          </a:xfrm>
          <a:prstGeom prst="roundRect">
            <a:avLst>
              <a:gd name="adj" fmla="val 12000"/>
            </a:avLst>
          </a:prstGeom>
          <a:solidFill>
            <a:srgbClr val="EEF6F9"/>
          </a:solidFill>
          <a:ln>
            <a:noFill/>
          </a:ln>
        </p:spPr>
        <p:txBody>
          <a:bodyPr rtlCol="0" anchor="ctr" lIns="73152" rIns="73152" tIns="27432" bIns="27432"/>
          <a:lstStyle/>
          <a:p>
            <a:pPr algn="ctr"/>
          </a:p>
        </p:txBody>
      </p:sp>
      <p:sp>
        <p:nvSpPr>
          <p:cNvPr id="16" name="TextBox 15"/>
          <p:cNvSpPr txBox="1"/>
          <p:nvPr/>
        </p:nvSpPr>
        <p:spPr>
          <a:xfrm>
            <a:off x="6153912" y="1225296"/>
            <a:ext cx="1024128" cy="228600"/>
          </a:xfrm>
          <a:prstGeom prst="rect">
            <a:avLst/>
          </a:prstGeom>
          <a:noFill/>
        </p:spPr>
        <p:txBody>
          <a:bodyPr wrap="square" anchor="t" lIns="0" rIns="0" tIns="0" bIns="0">
            <a:spAutoFit/>
          </a:bodyPr>
          <a:lstStyle/>
          <a:p>
            <a:pPr algn="ctr"/>
            <a:r>
              <a:rPr sz="1000" b="0" i="0">
                <a:solidFill>
                  <a:srgbClr val="4F6A73"/>
                </a:solidFill>
                <a:latin typeface="Nanum Gothic"/>
              </a:rPr>
              <a:t>55-59</a:t>
            </a:r>
          </a:p>
        </p:txBody>
      </p:sp>
      <p:sp>
        <p:nvSpPr>
          <p:cNvPr id="17" name="TextBox 16"/>
          <p:cNvSpPr txBox="1"/>
          <p:nvPr/>
        </p:nvSpPr>
        <p:spPr>
          <a:xfrm>
            <a:off x="6153912" y="1426464"/>
            <a:ext cx="1024128" cy="310896"/>
          </a:xfrm>
          <a:prstGeom prst="rect">
            <a:avLst/>
          </a:prstGeom>
          <a:noFill/>
        </p:spPr>
        <p:txBody>
          <a:bodyPr wrap="square" anchor="t" lIns="0" rIns="0" tIns="0" bIns="0">
            <a:spAutoFit/>
          </a:bodyPr>
          <a:lstStyle/>
          <a:p>
            <a:pPr algn="ctr"/>
            <a:r>
              <a:rPr sz="1700" b="1" i="0">
                <a:solidFill>
                  <a:srgbClr val="B23A2E"/>
                </a:solidFill>
                <a:latin typeface="Cabin"/>
              </a:rPr>
              <a:t>8</a:t>
            </a:r>
          </a:p>
        </p:txBody>
      </p:sp>
      <p:sp>
        <p:nvSpPr>
          <p:cNvPr id="18" name="Rounded Rectangle 17"/>
          <p:cNvSpPr/>
          <p:nvPr/>
        </p:nvSpPr>
        <p:spPr>
          <a:xfrm>
            <a:off x="7296912" y="1188720"/>
            <a:ext cx="1024128" cy="566928"/>
          </a:xfrm>
          <a:prstGeom prst="roundRect">
            <a:avLst>
              <a:gd name="adj" fmla="val 12000"/>
            </a:avLst>
          </a:prstGeom>
          <a:solidFill>
            <a:srgbClr val="EEF6F9"/>
          </a:solidFill>
          <a:ln>
            <a:noFill/>
          </a:ln>
        </p:spPr>
        <p:txBody>
          <a:bodyPr rtlCol="0" anchor="ctr" lIns="73152" rIns="73152" tIns="27432" bIns="27432"/>
          <a:lstStyle/>
          <a:p>
            <a:pPr algn="ctr"/>
          </a:p>
        </p:txBody>
      </p:sp>
      <p:sp>
        <p:nvSpPr>
          <p:cNvPr id="19" name="TextBox 18"/>
          <p:cNvSpPr txBox="1"/>
          <p:nvPr/>
        </p:nvSpPr>
        <p:spPr>
          <a:xfrm>
            <a:off x="7296912" y="1225296"/>
            <a:ext cx="1024128" cy="228600"/>
          </a:xfrm>
          <a:prstGeom prst="rect">
            <a:avLst/>
          </a:prstGeom>
          <a:noFill/>
        </p:spPr>
        <p:txBody>
          <a:bodyPr wrap="square" anchor="t" lIns="0" rIns="0" tIns="0" bIns="0">
            <a:spAutoFit/>
          </a:bodyPr>
          <a:lstStyle/>
          <a:p>
            <a:pPr algn="ctr"/>
            <a:r>
              <a:rPr sz="1000" b="0" i="0">
                <a:solidFill>
                  <a:srgbClr val="4F6A73"/>
                </a:solidFill>
                <a:latin typeface="Nanum Gothic"/>
              </a:rPr>
              <a:t>60+</a:t>
            </a:r>
          </a:p>
        </p:txBody>
      </p:sp>
      <p:sp>
        <p:nvSpPr>
          <p:cNvPr id="20" name="TextBox 19"/>
          <p:cNvSpPr txBox="1"/>
          <p:nvPr/>
        </p:nvSpPr>
        <p:spPr>
          <a:xfrm>
            <a:off x="7296912" y="1426464"/>
            <a:ext cx="1024128" cy="310896"/>
          </a:xfrm>
          <a:prstGeom prst="rect">
            <a:avLst/>
          </a:prstGeom>
          <a:noFill/>
        </p:spPr>
        <p:txBody>
          <a:bodyPr wrap="square" anchor="t" lIns="0" rIns="0" tIns="0" bIns="0">
            <a:spAutoFit/>
          </a:bodyPr>
          <a:lstStyle/>
          <a:p>
            <a:pPr algn="ctr"/>
            <a:r>
              <a:rPr sz="1700" b="1" i="0">
                <a:solidFill>
                  <a:srgbClr val="B23A2E"/>
                </a:solidFill>
                <a:latin typeface="Cabin"/>
              </a:rPr>
              <a:t>11</a:t>
            </a:r>
          </a:p>
        </p:txBody>
      </p:sp>
      <p:sp>
        <p:nvSpPr>
          <p:cNvPr id="21" name="Rounded Rectangle 20"/>
          <p:cNvSpPr/>
          <p:nvPr/>
        </p:nvSpPr>
        <p:spPr>
          <a:xfrm>
            <a:off x="722376" y="1901952"/>
            <a:ext cx="1874519" cy="566928"/>
          </a:xfrm>
          <a:prstGeom prst="roundRect">
            <a:avLst>
              <a:gd name="adj" fmla="val 20000"/>
            </a:avLst>
          </a:prstGeom>
          <a:solidFill>
            <a:srgbClr val="0D3C4C"/>
          </a:solidFill>
          <a:ln>
            <a:noFill/>
          </a:ln>
        </p:spPr>
        <p:txBody>
          <a:bodyPr rtlCol="0" anchor="ctr" lIns="73152" rIns="73152" tIns="27432" bIns="27432"/>
          <a:lstStyle/>
          <a:p>
            <a:pPr algn="ctr"/>
          </a:p>
        </p:txBody>
      </p:sp>
      <p:grpSp>
        <p:nvGrpSpPr>
          <p:cNvPr id="22" name="icon heart"/>
          <p:cNvGrpSpPr/>
          <p:nvPr/>
        </p:nvGrpSpPr>
        <p:grpSpPr>
          <a:xfrm>
            <a:off x="822960" y="2034609"/>
            <a:ext cx="347472" cy="301614"/>
            <a:chOff x="-28462125" y="3199700"/>
            <a:chExt cx="298550" cy="259150"/>
          </a:xfrm>
        </p:grpSpPr>
        <p:sp>
          <p:nvSpPr>
            <p:cNvPr id="23" name="Google Shape;6328;p61"/>
            <p:cNvSpPr/>
            <p:nvPr/>
          </p:nvSpPr>
          <p:spPr>
            <a:xfrm>
              <a:off x="-28459750" y="3284775"/>
              <a:ext cx="296175" cy="104775"/>
            </a:xfrm>
            <a:custGeom>
              <a:rect b="b" l="l" r="r" t="t"/>
              <a:pathLst>
                <a:path extrusionOk="0" h="4191" w="11847">
                  <a:moveTo>
                    <a:pt x="5230" y="0"/>
                  </a:moveTo>
                  <a:cubicBezTo>
                    <a:pt x="5073" y="0"/>
                    <a:pt x="4947" y="63"/>
                    <a:pt x="4915" y="189"/>
                  </a:cubicBezTo>
                  <a:lnTo>
                    <a:pt x="4096" y="2080"/>
                  </a:lnTo>
                  <a:lnTo>
                    <a:pt x="347" y="2080"/>
                  </a:lnTo>
                  <a:cubicBezTo>
                    <a:pt x="158" y="2080"/>
                    <a:pt x="0" y="2237"/>
                    <a:pt x="0" y="2426"/>
                  </a:cubicBezTo>
                  <a:cubicBezTo>
                    <a:pt x="0" y="2615"/>
                    <a:pt x="158" y="2773"/>
                    <a:pt x="347" y="2773"/>
                  </a:cubicBezTo>
                  <a:lnTo>
                    <a:pt x="4316" y="2773"/>
                  </a:lnTo>
                  <a:cubicBezTo>
                    <a:pt x="4411" y="2773"/>
                    <a:pt x="4505" y="2710"/>
                    <a:pt x="4600" y="2584"/>
                  </a:cubicBezTo>
                  <a:lnTo>
                    <a:pt x="5199" y="1292"/>
                  </a:lnTo>
                  <a:lnTo>
                    <a:pt x="6238" y="3970"/>
                  </a:lnTo>
                  <a:cubicBezTo>
                    <a:pt x="6301" y="4096"/>
                    <a:pt x="6396" y="4159"/>
                    <a:pt x="6522" y="4191"/>
                  </a:cubicBezTo>
                  <a:lnTo>
                    <a:pt x="6553" y="4191"/>
                  </a:lnTo>
                  <a:cubicBezTo>
                    <a:pt x="6679" y="4191"/>
                    <a:pt x="6805" y="4127"/>
                    <a:pt x="6868" y="4033"/>
                  </a:cubicBezTo>
                  <a:lnTo>
                    <a:pt x="7624" y="2836"/>
                  </a:lnTo>
                  <a:lnTo>
                    <a:pt x="11500" y="2836"/>
                  </a:lnTo>
                  <a:cubicBezTo>
                    <a:pt x="11689" y="2836"/>
                    <a:pt x="11846" y="2678"/>
                    <a:pt x="11846" y="2458"/>
                  </a:cubicBezTo>
                  <a:cubicBezTo>
                    <a:pt x="11846" y="2269"/>
                    <a:pt x="11689" y="2111"/>
                    <a:pt x="11500" y="2111"/>
                  </a:cubicBezTo>
                  <a:lnTo>
                    <a:pt x="7435" y="2111"/>
                  </a:lnTo>
                  <a:cubicBezTo>
                    <a:pt x="7309" y="2111"/>
                    <a:pt x="7183" y="2206"/>
                    <a:pt x="7120" y="2269"/>
                  </a:cubicBezTo>
                  <a:lnTo>
                    <a:pt x="6648" y="3056"/>
                  </a:lnTo>
                  <a:lnTo>
                    <a:pt x="5545" y="221"/>
                  </a:lnTo>
                  <a:cubicBezTo>
                    <a:pt x="5514" y="95"/>
                    <a:pt x="5388" y="0"/>
                    <a:pt x="523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6329;p61"/>
            <p:cNvSpPr/>
            <p:nvPr/>
          </p:nvSpPr>
          <p:spPr>
            <a:xfrm>
              <a:off x="-28462125" y="3199700"/>
              <a:ext cx="295400" cy="125275"/>
            </a:xfrm>
            <a:custGeom>
              <a:rect b="b" l="l" r="r" t="t"/>
              <a:pathLst>
                <a:path extrusionOk="0" h="5011" w="11816">
                  <a:moveTo>
                    <a:pt x="3151" y="1"/>
                  </a:moveTo>
                  <a:cubicBezTo>
                    <a:pt x="1387" y="1"/>
                    <a:pt x="1" y="1419"/>
                    <a:pt x="1" y="3277"/>
                  </a:cubicBezTo>
                  <a:cubicBezTo>
                    <a:pt x="1" y="3876"/>
                    <a:pt x="158" y="4349"/>
                    <a:pt x="442" y="4821"/>
                  </a:cubicBezTo>
                  <a:lnTo>
                    <a:pt x="3655" y="4821"/>
                  </a:lnTo>
                  <a:lnTo>
                    <a:pt x="4285" y="3340"/>
                  </a:lnTo>
                  <a:cubicBezTo>
                    <a:pt x="4443" y="2994"/>
                    <a:pt x="4821" y="2773"/>
                    <a:pt x="5199" y="2710"/>
                  </a:cubicBezTo>
                  <a:cubicBezTo>
                    <a:pt x="5672" y="2710"/>
                    <a:pt x="6018" y="2994"/>
                    <a:pt x="6176" y="3403"/>
                  </a:cubicBezTo>
                  <a:lnTo>
                    <a:pt x="6806" y="5010"/>
                  </a:lnTo>
                  <a:cubicBezTo>
                    <a:pt x="6963" y="4884"/>
                    <a:pt x="7215" y="4821"/>
                    <a:pt x="7404" y="4821"/>
                  </a:cubicBezTo>
                  <a:lnTo>
                    <a:pt x="11374" y="4821"/>
                  </a:lnTo>
                  <a:cubicBezTo>
                    <a:pt x="11626" y="4349"/>
                    <a:pt x="11815" y="3813"/>
                    <a:pt x="11815" y="3277"/>
                  </a:cubicBezTo>
                  <a:cubicBezTo>
                    <a:pt x="11815" y="1419"/>
                    <a:pt x="10429" y="1"/>
                    <a:pt x="8665" y="1"/>
                  </a:cubicBezTo>
                  <a:cubicBezTo>
                    <a:pt x="7247" y="1"/>
                    <a:pt x="6396" y="977"/>
                    <a:pt x="5924" y="1860"/>
                  </a:cubicBezTo>
                  <a:cubicBezTo>
                    <a:pt x="5451" y="977"/>
                    <a:pt x="4537" y="1"/>
                    <a:pt x="315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6330;p61"/>
            <p:cNvSpPr/>
            <p:nvPr/>
          </p:nvSpPr>
          <p:spPr>
            <a:xfrm>
              <a:off x="-28405400" y="3360375"/>
              <a:ext cx="186675" cy="98475"/>
            </a:xfrm>
            <a:custGeom>
              <a:rect b="b" l="l" r="r" t="t"/>
              <a:pathLst>
                <a:path extrusionOk="0" h="3939" w="7467">
                  <a:moveTo>
                    <a:pt x="2962" y="1"/>
                  </a:moveTo>
                  <a:cubicBezTo>
                    <a:pt x="2773" y="284"/>
                    <a:pt x="2458" y="442"/>
                    <a:pt x="2111" y="442"/>
                  </a:cubicBezTo>
                  <a:lnTo>
                    <a:pt x="0" y="442"/>
                  </a:lnTo>
                  <a:cubicBezTo>
                    <a:pt x="158" y="599"/>
                    <a:pt x="347" y="757"/>
                    <a:pt x="536" y="914"/>
                  </a:cubicBezTo>
                  <a:cubicBezTo>
                    <a:pt x="1449" y="1734"/>
                    <a:pt x="2426" y="2647"/>
                    <a:pt x="3434" y="3813"/>
                  </a:cubicBezTo>
                  <a:cubicBezTo>
                    <a:pt x="3529" y="3907"/>
                    <a:pt x="3592" y="3939"/>
                    <a:pt x="3718" y="3939"/>
                  </a:cubicBezTo>
                  <a:cubicBezTo>
                    <a:pt x="3844" y="3939"/>
                    <a:pt x="3907" y="3907"/>
                    <a:pt x="4001" y="3813"/>
                  </a:cubicBezTo>
                  <a:cubicBezTo>
                    <a:pt x="4978" y="2584"/>
                    <a:pt x="6018" y="1734"/>
                    <a:pt x="6900" y="914"/>
                  </a:cubicBezTo>
                  <a:cubicBezTo>
                    <a:pt x="7120" y="757"/>
                    <a:pt x="7278" y="599"/>
                    <a:pt x="7467" y="442"/>
                  </a:cubicBezTo>
                  <a:lnTo>
                    <a:pt x="5860" y="442"/>
                  </a:lnTo>
                  <a:lnTo>
                    <a:pt x="5293" y="1324"/>
                  </a:lnTo>
                  <a:cubicBezTo>
                    <a:pt x="5104" y="1639"/>
                    <a:pt x="4789" y="1860"/>
                    <a:pt x="4379" y="1860"/>
                  </a:cubicBezTo>
                  <a:lnTo>
                    <a:pt x="4316" y="1860"/>
                  </a:lnTo>
                  <a:cubicBezTo>
                    <a:pt x="3907" y="1797"/>
                    <a:pt x="3592" y="1576"/>
                    <a:pt x="3434" y="1167"/>
                  </a:cubicBezTo>
                  <a:lnTo>
                    <a:pt x="2962"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 name="TextBox 25"/>
          <p:cNvSpPr txBox="1"/>
          <p:nvPr/>
        </p:nvSpPr>
        <p:spPr>
          <a:xfrm>
            <a:off x="1243584" y="1901952"/>
            <a:ext cx="1325880" cy="566928"/>
          </a:xfrm>
          <a:prstGeom prst="rect">
            <a:avLst/>
          </a:prstGeom>
          <a:noFill/>
        </p:spPr>
        <p:txBody>
          <a:bodyPr wrap="square" anchor="ctr" lIns="0" rIns="0" tIns="0" bIns="0">
            <a:spAutoFit/>
          </a:bodyPr>
          <a:lstStyle/>
          <a:p>
            <a:pPr algn="l"/>
            <a:r>
              <a:rPr sz="1050" b="1" i="0">
                <a:solidFill>
                  <a:srgbClr val="FFFFFF"/>
                </a:solidFill>
                <a:latin typeface="Cabin"/>
              </a:rPr>
              <a:t>Systolic pressure
(mmHg)</a:t>
            </a:r>
          </a:p>
        </p:txBody>
      </p:sp>
      <p:sp>
        <p:nvSpPr>
          <p:cNvPr id="27" name="Rounded Rectangle 26"/>
          <p:cNvSpPr/>
          <p:nvPr/>
        </p:nvSpPr>
        <p:spPr>
          <a:xfrm>
            <a:off x="2724912" y="1901952"/>
            <a:ext cx="1024128" cy="566928"/>
          </a:xfrm>
          <a:prstGeom prst="roundRect">
            <a:avLst>
              <a:gd name="adj" fmla="val 12000"/>
            </a:avLst>
          </a:prstGeom>
          <a:solidFill>
            <a:srgbClr val="EEF6F9"/>
          </a:solidFill>
          <a:ln>
            <a:noFill/>
          </a:ln>
        </p:spPr>
        <p:txBody>
          <a:bodyPr rtlCol="0" anchor="ctr" lIns="73152" rIns="73152" tIns="27432" bIns="27432"/>
          <a:lstStyle/>
          <a:p>
            <a:pPr algn="ctr"/>
          </a:p>
        </p:txBody>
      </p:sp>
      <p:sp>
        <p:nvSpPr>
          <p:cNvPr id="28" name="TextBox 27"/>
          <p:cNvSpPr txBox="1"/>
          <p:nvPr/>
        </p:nvSpPr>
        <p:spPr>
          <a:xfrm>
            <a:off x="2724912" y="1938528"/>
            <a:ext cx="1024128" cy="228600"/>
          </a:xfrm>
          <a:prstGeom prst="rect">
            <a:avLst/>
          </a:prstGeom>
          <a:noFill/>
        </p:spPr>
        <p:txBody>
          <a:bodyPr wrap="square" anchor="t" lIns="0" rIns="0" tIns="0" bIns="0">
            <a:spAutoFit/>
          </a:bodyPr>
          <a:lstStyle/>
          <a:p>
            <a:pPr algn="ctr"/>
            <a:r>
              <a:rPr sz="1000" b="0" i="0">
                <a:solidFill>
                  <a:srgbClr val="4F6A73"/>
                </a:solidFill>
                <a:latin typeface="Nanum Gothic"/>
              </a:rPr>
              <a:t>&lt;120</a:t>
            </a:r>
          </a:p>
        </p:txBody>
      </p:sp>
      <p:sp>
        <p:nvSpPr>
          <p:cNvPr id="29" name="TextBox 28"/>
          <p:cNvSpPr txBox="1"/>
          <p:nvPr/>
        </p:nvSpPr>
        <p:spPr>
          <a:xfrm>
            <a:off x="2724912" y="2139696"/>
            <a:ext cx="1024128" cy="310896"/>
          </a:xfrm>
          <a:prstGeom prst="rect">
            <a:avLst/>
          </a:prstGeom>
          <a:noFill/>
        </p:spPr>
        <p:txBody>
          <a:bodyPr wrap="square" anchor="t" lIns="0" rIns="0" tIns="0" bIns="0">
            <a:spAutoFit/>
          </a:bodyPr>
          <a:lstStyle/>
          <a:p>
            <a:pPr algn="ctr"/>
            <a:r>
              <a:rPr sz="1700" b="1" i="0">
                <a:solidFill>
                  <a:srgbClr val="4F6A73"/>
                </a:solidFill>
                <a:latin typeface="Cabin"/>
              </a:rPr>
              <a:t>0</a:t>
            </a:r>
          </a:p>
        </p:txBody>
      </p:sp>
      <p:sp>
        <p:nvSpPr>
          <p:cNvPr id="30" name="Rounded Rectangle 29"/>
          <p:cNvSpPr/>
          <p:nvPr/>
        </p:nvSpPr>
        <p:spPr>
          <a:xfrm>
            <a:off x="3867912" y="1901952"/>
            <a:ext cx="1024128" cy="566928"/>
          </a:xfrm>
          <a:prstGeom prst="roundRect">
            <a:avLst>
              <a:gd name="adj" fmla="val 12000"/>
            </a:avLst>
          </a:prstGeom>
          <a:solidFill>
            <a:srgbClr val="EEF6F9"/>
          </a:solidFill>
          <a:ln>
            <a:noFill/>
          </a:ln>
        </p:spPr>
        <p:txBody>
          <a:bodyPr rtlCol="0" anchor="ctr" lIns="73152" rIns="73152" tIns="27432" bIns="27432"/>
          <a:lstStyle/>
          <a:p>
            <a:pPr algn="ctr"/>
          </a:p>
        </p:txBody>
      </p:sp>
      <p:sp>
        <p:nvSpPr>
          <p:cNvPr id="31" name="TextBox 30"/>
          <p:cNvSpPr txBox="1"/>
          <p:nvPr/>
        </p:nvSpPr>
        <p:spPr>
          <a:xfrm>
            <a:off x="3867912" y="1938528"/>
            <a:ext cx="1024128" cy="228600"/>
          </a:xfrm>
          <a:prstGeom prst="rect">
            <a:avLst/>
          </a:prstGeom>
          <a:noFill/>
        </p:spPr>
        <p:txBody>
          <a:bodyPr wrap="square" anchor="t" lIns="0" rIns="0" tIns="0" bIns="0">
            <a:spAutoFit/>
          </a:bodyPr>
          <a:lstStyle/>
          <a:p>
            <a:pPr algn="ctr"/>
            <a:r>
              <a:rPr sz="1000" b="0" i="0">
                <a:solidFill>
                  <a:srgbClr val="4F6A73"/>
                </a:solidFill>
                <a:latin typeface="Nanum Gothic"/>
              </a:rPr>
              <a:t>120-129</a:t>
            </a:r>
          </a:p>
        </p:txBody>
      </p:sp>
      <p:sp>
        <p:nvSpPr>
          <p:cNvPr id="32" name="TextBox 31"/>
          <p:cNvSpPr txBox="1"/>
          <p:nvPr/>
        </p:nvSpPr>
        <p:spPr>
          <a:xfrm>
            <a:off x="3867912" y="2139696"/>
            <a:ext cx="1024128" cy="310896"/>
          </a:xfrm>
          <a:prstGeom prst="rect">
            <a:avLst/>
          </a:prstGeom>
          <a:noFill/>
        </p:spPr>
        <p:txBody>
          <a:bodyPr wrap="square" anchor="t" lIns="0" rIns="0" tIns="0" bIns="0">
            <a:spAutoFit/>
          </a:bodyPr>
          <a:lstStyle/>
          <a:p>
            <a:pPr algn="ctr"/>
            <a:r>
              <a:rPr sz="1700" b="1" i="0">
                <a:solidFill>
                  <a:srgbClr val="B23A2E"/>
                </a:solidFill>
                <a:latin typeface="Cabin"/>
              </a:rPr>
              <a:t>5</a:t>
            </a:r>
          </a:p>
        </p:txBody>
      </p:sp>
      <p:sp>
        <p:nvSpPr>
          <p:cNvPr id="33" name="Rounded Rectangle 32"/>
          <p:cNvSpPr/>
          <p:nvPr/>
        </p:nvSpPr>
        <p:spPr>
          <a:xfrm>
            <a:off x="5010912" y="1901952"/>
            <a:ext cx="1024128" cy="566928"/>
          </a:xfrm>
          <a:prstGeom prst="roundRect">
            <a:avLst>
              <a:gd name="adj" fmla="val 12000"/>
            </a:avLst>
          </a:prstGeom>
          <a:solidFill>
            <a:srgbClr val="EEF6F9"/>
          </a:solidFill>
          <a:ln>
            <a:noFill/>
          </a:ln>
        </p:spPr>
        <p:txBody>
          <a:bodyPr rtlCol="0" anchor="ctr" lIns="73152" rIns="73152" tIns="27432" bIns="27432"/>
          <a:lstStyle/>
          <a:p>
            <a:pPr algn="ctr"/>
          </a:p>
        </p:txBody>
      </p:sp>
      <p:sp>
        <p:nvSpPr>
          <p:cNvPr id="34" name="TextBox 33"/>
          <p:cNvSpPr txBox="1"/>
          <p:nvPr/>
        </p:nvSpPr>
        <p:spPr>
          <a:xfrm>
            <a:off x="5010912" y="1938528"/>
            <a:ext cx="1024128" cy="228600"/>
          </a:xfrm>
          <a:prstGeom prst="rect">
            <a:avLst/>
          </a:prstGeom>
          <a:noFill/>
        </p:spPr>
        <p:txBody>
          <a:bodyPr wrap="square" anchor="t" lIns="0" rIns="0" tIns="0" bIns="0">
            <a:spAutoFit/>
          </a:bodyPr>
          <a:lstStyle/>
          <a:p>
            <a:pPr algn="ctr"/>
            <a:r>
              <a:rPr sz="1000" b="0" i="0">
                <a:solidFill>
                  <a:srgbClr val="4F6A73"/>
                </a:solidFill>
                <a:latin typeface="Nanum Gothic"/>
              </a:rPr>
              <a:t>130-139</a:t>
            </a:r>
          </a:p>
        </p:txBody>
      </p:sp>
      <p:sp>
        <p:nvSpPr>
          <p:cNvPr id="35" name="TextBox 34"/>
          <p:cNvSpPr txBox="1"/>
          <p:nvPr/>
        </p:nvSpPr>
        <p:spPr>
          <a:xfrm>
            <a:off x="5010912" y="2139696"/>
            <a:ext cx="1024128" cy="310896"/>
          </a:xfrm>
          <a:prstGeom prst="rect">
            <a:avLst/>
          </a:prstGeom>
          <a:noFill/>
        </p:spPr>
        <p:txBody>
          <a:bodyPr wrap="square" anchor="t" lIns="0" rIns="0" tIns="0" bIns="0">
            <a:spAutoFit/>
          </a:bodyPr>
          <a:lstStyle/>
          <a:p>
            <a:pPr algn="ctr"/>
            <a:r>
              <a:rPr sz="1700" b="1" i="0">
                <a:solidFill>
                  <a:srgbClr val="B23A2E"/>
                </a:solidFill>
                <a:latin typeface="Cabin"/>
              </a:rPr>
              <a:t>13</a:t>
            </a:r>
          </a:p>
        </p:txBody>
      </p:sp>
      <p:sp>
        <p:nvSpPr>
          <p:cNvPr id="36" name="Rounded Rectangle 35"/>
          <p:cNvSpPr/>
          <p:nvPr/>
        </p:nvSpPr>
        <p:spPr>
          <a:xfrm>
            <a:off x="6153912" y="1901952"/>
            <a:ext cx="1024128" cy="566928"/>
          </a:xfrm>
          <a:prstGeom prst="roundRect">
            <a:avLst>
              <a:gd name="adj" fmla="val 12000"/>
            </a:avLst>
          </a:prstGeom>
          <a:solidFill>
            <a:srgbClr val="EEF6F9"/>
          </a:solidFill>
          <a:ln>
            <a:noFill/>
          </a:ln>
        </p:spPr>
        <p:txBody>
          <a:bodyPr rtlCol="0" anchor="ctr" lIns="73152" rIns="73152" tIns="27432" bIns="27432"/>
          <a:lstStyle/>
          <a:p>
            <a:pPr algn="ctr"/>
          </a:p>
        </p:txBody>
      </p:sp>
      <p:sp>
        <p:nvSpPr>
          <p:cNvPr id="37" name="TextBox 36"/>
          <p:cNvSpPr txBox="1"/>
          <p:nvPr/>
        </p:nvSpPr>
        <p:spPr>
          <a:xfrm>
            <a:off x="6153912" y="1938528"/>
            <a:ext cx="1024128" cy="228600"/>
          </a:xfrm>
          <a:prstGeom prst="rect">
            <a:avLst/>
          </a:prstGeom>
          <a:noFill/>
        </p:spPr>
        <p:txBody>
          <a:bodyPr wrap="square" anchor="t" lIns="0" rIns="0" tIns="0" bIns="0">
            <a:spAutoFit/>
          </a:bodyPr>
          <a:lstStyle/>
          <a:p>
            <a:pPr algn="ctr"/>
            <a:r>
              <a:rPr sz="1000" b="0" i="0">
                <a:solidFill>
                  <a:srgbClr val="4F6A73"/>
                </a:solidFill>
                <a:latin typeface="Nanum Gothic"/>
              </a:rPr>
              <a:t>140-159</a:t>
            </a:r>
          </a:p>
        </p:txBody>
      </p:sp>
      <p:sp>
        <p:nvSpPr>
          <p:cNvPr id="38" name="TextBox 37"/>
          <p:cNvSpPr txBox="1"/>
          <p:nvPr/>
        </p:nvSpPr>
        <p:spPr>
          <a:xfrm>
            <a:off x="6153912" y="2139696"/>
            <a:ext cx="1024128" cy="310896"/>
          </a:xfrm>
          <a:prstGeom prst="rect">
            <a:avLst/>
          </a:prstGeom>
          <a:noFill/>
        </p:spPr>
        <p:txBody>
          <a:bodyPr wrap="square" anchor="t" lIns="0" rIns="0" tIns="0" bIns="0">
            <a:spAutoFit/>
          </a:bodyPr>
          <a:lstStyle/>
          <a:p>
            <a:pPr algn="ctr"/>
            <a:r>
              <a:rPr sz="1700" b="1" i="0">
                <a:solidFill>
                  <a:srgbClr val="B23A2E"/>
                </a:solidFill>
                <a:latin typeface="Cabin"/>
              </a:rPr>
              <a:t>25</a:t>
            </a:r>
          </a:p>
        </p:txBody>
      </p:sp>
      <p:sp>
        <p:nvSpPr>
          <p:cNvPr id="39" name="Rounded Rectangle 38"/>
          <p:cNvSpPr/>
          <p:nvPr/>
        </p:nvSpPr>
        <p:spPr>
          <a:xfrm>
            <a:off x="7296912" y="1901952"/>
            <a:ext cx="1024128" cy="566928"/>
          </a:xfrm>
          <a:prstGeom prst="roundRect">
            <a:avLst>
              <a:gd name="adj" fmla="val 12000"/>
            </a:avLst>
          </a:prstGeom>
          <a:solidFill>
            <a:srgbClr val="EEF6F9"/>
          </a:solidFill>
          <a:ln>
            <a:noFill/>
          </a:ln>
        </p:spPr>
        <p:txBody>
          <a:bodyPr rtlCol="0" anchor="ctr" lIns="73152" rIns="73152" tIns="27432" bIns="27432"/>
          <a:lstStyle/>
          <a:p>
            <a:pPr algn="ctr"/>
          </a:p>
        </p:txBody>
      </p:sp>
      <p:sp>
        <p:nvSpPr>
          <p:cNvPr id="40" name="TextBox 39"/>
          <p:cNvSpPr txBox="1"/>
          <p:nvPr/>
        </p:nvSpPr>
        <p:spPr>
          <a:xfrm>
            <a:off x="7296912" y="1938528"/>
            <a:ext cx="1024128" cy="228600"/>
          </a:xfrm>
          <a:prstGeom prst="rect">
            <a:avLst/>
          </a:prstGeom>
          <a:noFill/>
        </p:spPr>
        <p:txBody>
          <a:bodyPr wrap="square" anchor="t" lIns="0" rIns="0" tIns="0" bIns="0">
            <a:spAutoFit/>
          </a:bodyPr>
          <a:lstStyle/>
          <a:p>
            <a:pPr algn="ctr"/>
            <a:r>
              <a:rPr sz="1000" b="0" i="0">
                <a:solidFill>
                  <a:srgbClr val="4F6A73"/>
                </a:solidFill>
                <a:latin typeface="Nanum Gothic"/>
              </a:rPr>
              <a:t>160+</a:t>
            </a:r>
          </a:p>
        </p:txBody>
      </p:sp>
      <p:sp>
        <p:nvSpPr>
          <p:cNvPr id="41" name="TextBox 40"/>
          <p:cNvSpPr txBox="1"/>
          <p:nvPr/>
        </p:nvSpPr>
        <p:spPr>
          <a:xfrm>
            <a:off x="7296912" y="2139696"/>
            <a:ext cx="1024128" cy="310896"/>
          </a:xfrm>
          <a:prstGeom prst="rect">
            <a:avLst/>
          </a:prstGeom>
          <a:noFill/>
        </p:spPr>
        <p:txBody>
          <a:bodyPr wrap="square" anchor="t" lIns="0" rIns="0" tIns="0" bIns="0">
            <a:spAutoFit/>
          </a:bodyPr>
          <a:lstStyle/>
          <a:p>
            <a:pPr algn="ctr"/>
            <a:r>
              <a:rPr sz="1700" b="1" i="0">
                <a:solidFill>
                  <a:srgbClr val="B23A2E"/>
                </a:solidFill>
                <a:latin typeface="Cabin"/>
              </a:rPr>
              <a:t>27</a:t>
            </a:r>
          </a:p>
        </p:txBody>
      </p:sp>
      <p:sp>
        <p:nvSpPr>
          <p:cNvPr id="42" name="Rounded Rectangle 41"/>
          <p:cNvSpPr/>
          <p:nvPr/>
        </p:nvSpPr>
        <p:spPr>
          <a:xfrm>
            <a:off x="722376" y="2615184"/>
            <a:ext cx="1874519" cy="566928"/>
          </a:xfrm>
          <a:prstGeom prst="roundRect">
            <a:avLst>
              <a:gd name="adj" fmla="val 20000"/>
            </a:avLst>
          </a:prstGeom>
          <a:solidFill>
            <a:srgbClr val="0D3C4C"/>
          </a:solidFill>
          <a:ln>
            <a:noFill/>
          </a:ln>
        </p:spPr>
        <p:txBody>
          <a:bodyPr rtlCol="0" anchor="ctr" lIns="73152" rIns="73152" tIns="27432" bIns="27432"/>
          <a:lstStyle/>
          <a:p>
            <a:pPr algn="ctr"/>
          </a:p>
        </p:txBody>
      </p:sp>
      <p:grpSp>
        <p:nvGrpSpPr>
          <p:cNvPr id="43" name="icon scale"/>
          <p:cNvGrpSpPr/>
          <p:nvPr/>
        </p:nvGrpSpPr>
        <p:grpSpPr>
          <a:xfrm>
            <a:off x="822960" y="2725770"/>
            <a:ext cx="347472" cy="345756"/>
            <a:chOff x="-42994575" y="3950300"/>
            <a:chExt cx="319025" cy="317450"/>
          </a:xfrm>
        </p:grpSpPr>
        <p:sp>
          <p:nvSpPr>
            <p:cNvPr id="44" name="Google Shape;6172;p61"/>
            <p:cNvSpPr/>
            <p:nvPr/>
          </p:nvSpPr>
          <p:spPr>
            <a:xfrm>
              <a:off x="-42930775" y="4225200"/>
              <a:ext cx="191425" cy="42550"/>
            </a:xfrm>
            <a:custGeom>
              <a:rect b="b" l="l" r="r" t="t"/>
              <a:pathLst>
                <a:path extrusionOk="0" h="1702" w="7657">
                  <a:moveTo>
                    <a:pt x="442" y="0"/>
                  </a:moveTo>
                  <a:cubicBezTo>
                    <a:pt x="190" y="0"/>
                    <a:pt x="1" y="221"/>
                    <a:pt x="1" y="441"/>
                  </a:cubicBezTo>
                  <a:lnTo>
                    <a:pt x="1" y="1292"/>
                  </a:lnTo>
                  <a:cubicBezTo>
                    <a:pt x="1" y="1512"/>
                    <a:pt x="190" y="1701"/>
                    <a:pt x="442" y="1701"/>
                  </a:cubicBezTo>
                  <a:lnTo>
                    <a:pt x="7215" y="1701"/>
                  </a:lnTo>
                  <a:cubicBezTo>
                    <a:pt x="7499" y="1701"/>
                    <a:pt x="7656" y="1512"/>
                    <a:pt x="7656" y="1292"/>
                  </a:cubicBezTo>
                  <a:lnTo>
                    <a:pt x="7656" y="441"/>
                  </a:lnTo>
                  <a:cubicBezTo>
                    <a:pt x="7656" y="221"/>
                    <a:pt x="7436" y="0"/>
                    <a:pt x="7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6173;p61"/>
            <p:cNvSpPr/>
            <p:nvPr/>
          </p:nvSpPr>
          <p:spPr>
            <a:xfrm>
              <a:off x="-42908725" y="4163750"/>
              <a:ext cx="148900" cy="42550"/>
            </a:xfrm>
            <a:custGeom>
              <a:rect b="b" l="l" r="r" t="t"/>
              <a:pathLst>
                <a:path extrusionOk="0" h="1702" w="5956">
                  <a:moveTo>
                    <a:pt x="442" y="1"/>
                  </a:moveTo>
                  <a:cubicBezTo>
                    <a:pt x="190" y="1"/>
                    <a:pt x="1" y="190"/>
                    <a:pt x="1" y="410"/>
                  </a:cubicBezTo>
                  <a:lnTo>
                    <a:pt x="1" y="1261"/>
                  </a:lnTo>
                  <a:cubicBezTo>
                    <a:pt x="1" y="1481"/>
                    <a:pt x="190" y="1702"/>
                    <a:pt x="442" y="1702"/>
                  </a:cubicBezTo>
                  <a:lnTo>
                    <a:pt x="5514" y="1702"/>
                  </a:lnTo>
                  <a:cubicBezTo>
                    <a:pt x="5735" y="1702"/>
                    <a:pt x="5955" y="1481"/>
                    <a:pt x="5955" y="1261"/>
                  </a:cubicBezTo>
                  <a:lnTo>
                    <a:pt x="5955" y="410"/>
                  </a:lnTo>
                  <a:cubicBezTo>
                    <a:pt x="5955" y="190"/>
                    <a:pt x="5735" y="1"/>
                    <a:pt x="551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6174;p61"/>
            <p:cNvSpPr/>
            <p:nvPr/>
          </p:nvSpPr>
          <p:spPr>
            <a:xfrm>
              <a:off x="-42994575" y="3950300"/>
              <a:ext cx="319025" cy="211125"/>
            </a:xfrm>
            <a:custGeom>
              <a:rect b="b" l="l" r="r" t="t"/>
              <a:pathLst>
                <a:path extrusionOk="0" h="8445" w="12761">
                  <a:moveTo>
                    <a:pt x="6428" y="852"/>
                  </a:moveTo>
                  <a:cubicBezTo>
                    <a:pt x="6648" y="852"/>
                    <a:pt x="6806" y="1009"/>
                    <a:pt x="6869" y="1261"/>
                  </a:cubicBezTo>
                  <a:lnTo>
                    <a:pt x="6869" y="1324"/>
                  </a:lnTo>
                  <a:cubicBezTo>
                    <a:pt x="6806" y="1513"/>
                    <a:pt x="6648" y="1702"/>
                    <a:pt x="6428" y="1702"/>
                  </a:cubicBezTo>
                  <a:cubicBezTo>
                    <a:pt x="6176" y="1702"/>
                    <a:pt x="6018" y="1576"/>
                    <a:pt x="5987" y="1324"/>
                  </a:cubicBezTo>
                  <a:lnTo>
                    <a:pt x="5987" y="1261"/>
                  </a:lnTo>
                  <a:cubicBezTo>
                    <a:pt x="6018" y="1041"/>
                    <a:pt x="6176" y="852"/>
                    <a:pt x="6428" y="852"/>
                  </a:cubicBezTo>
                  <a:close/>
                  <a:moveTo>
                    <a:pt x="2112" y="2742"/>
                  </a:moveTo>
                  <a:lnTo>
                    <a:pt x="3340" y="6396"/>
                  </a:lnTo>
                  <a:lnTo>
                    <a:pt x="914" y="6396"/>
                  </a:lnTo>
                  <a:lnTo>
                    <a:pt x="2112" y="2742"/>
                  </a:lnTo>
                  <a:close/>
                  <a:moveTo>
                    <a:pt x="10681" y="2742"/>
                  </a:moveTo>
                  <a:lnTo>
                    <a:pt x="11878" y="6396"/>
                  </a:lnTo>
                  <a:lnTo>
                    <a:pt x="9452" y="6396"/>
                  </a:lnTo>
                  <a:lnTo>
                    <a:pt x="10681" y="2742"/>
                  </a:lnTo>
                  <a:close/>
                  <a:moveTo>
                    <a:pt x="6333" y="1"/>
                  </a:moveTo>
                  <a:cubicBezTo>
                    <a:pt x="5798" y="1"/>
                    <a:pt x="5325" y="347"/>
                    <a:pt x="5168" y="852"/>
                  </a:cubicBezTo>
                  <a:lnTo>
                    <a:pt x="1292" y="852"/>
                  </a:lnTo>
                  <a:cubicBezTo>
                    <a:pt x="1103" y="852"/>
                    <a:pt x="914" y="1009"/>
                    <a:pt x="883" y="1198"/>
                  </a:cubicBezTo>
                  <a:cubicBezTo>
                    <a:pt x="820" y="1482"/>
                    <a:pt x="1040" y="1702"/>
                    <a:pt x="1292" y="1702"/>
                  </a:cubicBezTo>
                  <a:lnTo>
                    <a:pt x="1576" y="1702"/>
                  </a:lnTo>
                  <a:cubicBezTo>
                    <a:pt x="1" y="6491"/>
                    <a:pt x="32" y="6333"/>
                    <a:pt x="32" y="6459"/>
                  </a:cubicBezTo>
                  <a:cubicBezTo>
                    <a:pt x="64" y="7562"/>
                    <a:pt x="1009" y="8444"/>
                    <a:pt x="2112" y="8444"/>
                  </a:cubicBezTo>
                  <a:cubicBezTo>
                    <a:pt x="3277" y="8444"/>
                    <a:pt x="4159" y="7562"/>
                    <a:pt x="4159" y="6459"/>
                  </a:cubicBezTo>
                  <a:cubicBezTo>
                    <a:pt x="4159" y="6333"/>
                    <a:pt x="4222" y="6491"/>
                    <a:pt x="2647" y="1702"/>
                  </a:cubicBezTo>
                  <a:lnTo>
                    <a:pt x="5105" y="1702"/>
                  </a:lnTo>
                  <a:lnTo>
                    <a:pt x="5105" y="7342"/>
                  </a:lnTo>
                  <a:cubicBezTo>
                    <a:pt x="5105" y="7594"/>
                    <a:pt x="5325" y="7783"/>
                    <a:pt x="5546" y="7783"/>
                  </a:cubicBezTo>
                  <a:lnTo>
                    <a:pt x="7247" y="7783"/>
                  </a:lnTo>
                  <a:cubicBezTo>
                    <a:pt x="7499" y="7783"/>
                    <a:pt x="7688" y="7594"/>
                    <a:pt x="7688" y="7342"/>
                  </a:cubicBezTo>
                  <a:lnTo>
                    <a:pt x="7688" y="1702"/>
                  </a:lnTo>
                  <a:lnTo>
                    <a:pt x="10177" y="1702"/>
                  </a:lnTo>
                  <a:cubicBezTo>
                    <a:pt x="8602" y="6491"/>
                    <a:pt x="8633" y="6333"/>
                    <a:pt x="8633" y="6459"/>
                  </a:cubicBezTo>
                  <a:cubicBezTo>
                    <a:pt x="8665" y="7562"/>
                    <a:pt x="9578" y="8444"/>
                    <a:pt x="10681" y="8444"/>
                  </a:cubicBezTo>
                  <a:cubicBezTo>
                    <a:pt x="11815" y="8444"/>
                    <a:pt x="12729" y="7562"/>
                    <a:pt x="12729" y="6459"/>
                  </a:cubicBezTo>
                  <a:cubicBezTo>
                    <a:pt x="12729" y="6333"/>
                    <a:pt x="12760" y="6491"/>
                    <a:pt x="11185" y="1702"/>
                  </a:cubicBezTo>
                  <a:lnTo>
                    <a:pt x="11437" y="1702"/>
                  </a:lnTo>
                  <a:cubicBezTo>
                    <a:pt x="11626" y="1702"/>
                    <a:pt x="11815" y="1576"/>
                    <a:pt x="11847" y="1356"/>
                  </a:cubicBezTo>
                  <a:cubicBezTo>
                    <a:pt x="11910" y="1104"/>
                    <a:pt x="11689" y="852"/>
                    <a:pt x="11437" y="852"/>
                  </a:cubicBezTo>
                  <a:lnTo>
                    <a:pt x="7530" y="852"/>
                  </a:lnTo>
                  <a:cubicBezTo>
                    <a:pt x="7373" y="347"/>
                    <a:pt x="6900" y="1"/>
                    <a:pt x="633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 name="TextBox 46"/>
          <p:cNvSpPr txBox="1"/>
          <p:nvPr/>
        </p:nvSpPr>
        <p:spPr>
          <a:xfrm>
            <a:off x="1243584" y="2615184"/>
            <a:ext cx="1325880" cy="566928"/>
          </a:xfrm>
          <a:prstGeom prst="rect">
            <a:avLst/>
          </a:prstGeom>
          <a:noFill/>
        </p:spPr>
        <p:txBody>
          <a:bodyPr wrap="square" anchor="ctr" lIns="0" rIns="0" tIns="0" bIns="0">
            <a:spAutoFit/>
          </a:bodyPr>
          <a:lstStyle/>
          <a:p>
            <a:pPr algn="l"/>
            <a:r>
              <a:rPr sz="1050" b="1" i="0">
                <a:solidFill>
                  <a:srgbClr val="FFFFFF"/>
                </a:solidFill>
                <a:latin typeface="Cabin"/>
              </a:rPr>
              <a:t>BMI
(kg/m²)</a:t>
            </a:r>
          </a:p>
        </p:txBody>
      </p:sp>
      <p:sp>
        <p:nvSpPr>
          <p:cNvPr id="48" name="Rounded Rectangle 47"/>
          <p:cNvSpPr/>
          <p:nvPr/>
        </p:nvSpPr>
        <p:spPr>
          <a:xfrm>
            <a:off x="2724912" y="2615184"/>
            <a:ext cx="1024128" cy="566928"/>
          </a:xfrm>
          <a:prstGeom prst="roundRect">
            <a:avLst>
              <a:gd name="adj" fmla="val 12000"/>
            </a:avLst>
          </a:prstGeom>
          <a:solidFill>
            <a:srgbClr val="EEF6F9"/>
          </a:solidFill>
          <a:ln>
            <a:noFill/>
          </a:ln>
        </p:spPr>
        <p:txBody>
          <a:bodyPr rtlCol="0" anchor="ctr" lIns="73152" rIns="73152" tIns="27432" bIns="27432"/>
          <a:lstStyle/>
          <a:p>
            <a:pPr algn="ctr"/>
          </a:p>
        </p:txBody>
      </p:sp>
      <p:sp>
        <p:nvSpPr>
          <p:cNvPr id="49" name="TextBox 48"/>
          <p:cNvSpPr txBox="1"/>
          <p:nvPr/>
        </p:nvSpPr>
        <p:spPr>
          <a:xfrm>
            <a:off x="2724912" y="2651760"/>
            <a:ext cx="1024128" cy="228600"/>
          </a:xfrm>
          <a:prstGeom prst="rect">
            <a:avLst/>
          </a:prstGeom>
          <a:noFill/>
        </p:spPr>
        <p:txBody>
          <a:bodyPr wrap="square" anchor="t" lIns="0" rIns="0" tIns="0" bIns="0">
            <a:spAutoFit/>
          </a:bodyPr>
          <a:lstStyle/>
          <a:p>
            <a:pPr algn="ctr"/>
            <a:r>
              <a:rPr sz="1000" b="0" i="0">
                <a:solidFill>
                  <a:srgbClr val="4F6A73"/>
                </a:solidFill>
                <a:latin typeface="Nanum Gothic"/>
              </a:rPr>
              <a:t>&lt;25</a:t>
            </a:r>
          </a:p>
        </p:txBody>
      </p:sp>
      <p:sp>
        <p:nvSpPr>
          <p:cNvPr id="50" name="TextBox 49"/>
          <p:cNvSpPr txBox="1"/>
          <p:nvPr/>
        </p:nvSpPr>
        <p:spPr>
          <a:xfrm>
            <a:off x="2724912" y="2852928"/>
            <a:ext cx="1024128" cy="310896"/>
          </a:xfrm>
          <a:prstGeom prst="rect">
            <a:avLst/>
          </a:prstGeom>
          <a:noFill/>
        </p:spPr>
        <p:txBody>
          <a:bodyPr wrap="square" anchor="t" lIns="0" rIns="0" tIns="0" bIns="0">
            <a:spAutoFit/>
          </a:bodyPr>
          <a:lstStyle/>
          <a:p>
            <a:pPr algn="ctr"/>
            <a:r>
              <a:rPr sz="1700" b="1" i="0">
                <a:solidFill>
                  <a:srgbClr val="4F6A73"/>
                </a:solidFill>
                <a:latin typeface="Cabin"/>
              </a:rPr>
              <a:t>0</a:t>
            </a:r>
          </a:p>
        </p:txBody>
      </p:sp>
      <p:sp>
        <p:nvSpPr>
          <p:cNvPr id="51" name="Rounded Rectangle 50"/>
          <p:cNvSpPr/>
          <p:nvPr/>
        </p:nvSpPr>
        <p:spPr>
          <a:xfrm>
            <a:off x="3867912" y="2615184"/>
            <a:ext cx="1024128" cy="566928"/>
          </a:xfrm>
          <a:prstGeom prst="roundRect">
            <a:avLst>
              <a:gd name="adj" fmla="val 12000"/>
            </a:avLst>
          </a:prstGeom>
          <a:solidFill>
            <a:srgbClr val="EEF6F9"/>
          </a:solidFill>
          <a:ln>
            <a:noFill/>
          </a:ln>
        </p:spPr>
        <p:txBody>
          <a:bodyPr rtlCol="0" anchor="ctr" lIns="73152" rIns="73152" tIns="27432" bIns="27432"/>
          <a:lstStyle/>
          <a:p>
            <a:pPr algn="ctr"/>
          </a:p>
        </p:txBody>
      </p:sp>
      <p:sp>
        <p:nvSpPr>
          <p:cNvPr id="52" name="TextBox 51"/>
          <p:cNvSpPr txBox="1"/>
          <p:nvPr/>
        </p:nvSpPr>
        <p:spPr>
          <a:xfrm>
            <a:off x="3867912" y="2651760"/>
            <a:ext cx="1024128" cy="228600"/>
          </a:xfrm>
          <a:prstGeom prst="rect">
            <a:avLst/>
          </a:prstGeom>
          <a:noFill/>
        </p:spPr>
        <p:txBody>
          <a:bodyPr wrap="square" anchor="t" lIns="0" rIns="0" tIns="0" bIns="0">
            <a:spAutoFit/>
          </a:bodyPr>
          <a:lstStyle/>
          <a:p>
            <a:pPr algn="ctr"/>
            <a:r>
              <a:rPr sz="1000" b="0" i="0">
                <a:solidFill>
                  <a:srgbClr val="4F6A73"/>
                </a:solidFill>
                <a:latin typeface="Nanum Gothic"/>
              </a:rPr>
              <a:t>25-29.9</a:t>
            </a:r>
          </a:p>
        </p:txBody>
      </p:sp>
      <p:sp>
        <p:nvSpPr>
          <p:cNvPr id="53" name="TextBox 52"/>
          <p:cNvSpPr txBox="1"/>
          <p:nvPr/>
        </p:nvSpPr>
        <p:spPr>
          <a:xfrm>
            <a:off x="3867912" y="2852928"/>
            <a:ext cx="1024128" cy="310896"/>
          </a:xfrm>
          <a:prstGeom prst="rect">
            <a:avLst/>
          </a:prstGeom>
          <a:noFill/>
        </p:spPr>
        <p:txBody>
          <a:bodyPr wrap="square" anchor="t" lIns="0" rIns="0" tIns="0" bIns="0">
            <a:spAutoFit/>
          </a:bodyPr>
          <a:lstStyle/>
          <a:p>
            <a:pPr algn="ctr"/>
            <a:r>
              <a:rPr sz="1700" b="1" i="0">
                <a:solidFill>
                  <a:srgbClr val="B23A2E"/>
                </a:solidFill>
                <a:latin typeface="Cabin"/>
              </a:rPr>
              <a:t>2</a:t>
            </a:r>
          </a:p>
        </p:txBody>
      </p:sp>
      <p:sp>
        <p:nvSpPr>
          <p:cNvPr id="54" name="Rounded Rectangle 53"/>
          <p:cNvSpPr/>
          <p:nvPr/>
        </p:nvSpPr>
        <p:spPr>
          <a:xfrm>
            <a:off x="5010912" y="2615184"/>
            <a:ext cx="1024128" cy="566928"/>
          </a:xfrm>
          <a:prstGeom prst="roundRect">
            <a:avLst>
              <a:gd name="adj" fmla="val 12000"/>
            </a:avLst>
          </a:prstGeom>
          <a:solidFill>
            <a:srgbClr val="EEF6F9"/>
          </a:solidFill>
          <a:ln>
            <a:noFill/>
          </a:ln>
        </p:spPr>
        <p:txBody>
          <a:bodyPr rtlCol="0" anchor="ctr" lIns="73152" rIns="73152" tIns="27432" bIns="27432"/>
          <a:lstStyle/>
          <a:p>
            <a:pPr algn="ctr"/>
          </a:p>
        </p:txBody>
      </p:sp>
      <p:sp>
        <p:nvSpPr>
          <p:cNvPr id="55" name="TextBox 54"/>
          <p:cNvSpPr txBox="1"/>
          <p:nvPr/>
        </p:nvSpPr>
        <p:spPr>
          <a:xfrm>
            <a:off x="5010912" y="2651760"/>
            <a:ext cx="1024128" cy="228600"/>
          </a:xfrm>
          <a:prstGeom prst="rect">
            <a:avLst/>
          </a:prstGeom>
          <a:noFill/>
        </p:spPr>
        <p:txBody>
          <a:bodyPr wrap="square" anchor="t" lIns="0" rIns="0" tIns="0" bIns="0">
            <a:spAutoFit/>
          </a:bodyPr>
          <a:lstStyle/>
          <a:p>
            <a:pPr algn="ctr"/>
            <a:r>
              <a:rPr sz="1000" b="0" i="0">
                <a:solidFill>
                  <a:srgbClr val="4F6A73"/>
                </a:solidFill>
                <a:latin typeface="Nanum Gothic"/>
              </a:rPr>
              <a:t>30-34.9</a:t>
            </a:r>
          </a:p>
        </p:txBody>
      </p:sp>
      <p:sp>
        <p:nvSpPr>
          <p:cNvPr id="56" name="TextBox 55"/>
          <p:cNvSpPr txBox="1"/>
          <p:nvPr/>
        </p:nvSpPr>
        <p:spPr>
          <a:xfrm>
            <a:off x="5010912" y="2852928"/>
            <a:ext cx="1024128" cy="310896"/>
          </a:xfrm>
          <a:prstGeom prst="rect">
            <a:avLst/>
          </a:prstGeom>
          <a:noFill/>
        </p:spPr>
        <p:txBody>
          <a:bodyPr wrap="square" anchor="t" lIns="0" rIns="0" tIns="0" bIns="0">
            <a:spAutoFit/>
          </a:bodyPr>
          <a:lstStyle/>
          <a:p>
            <a:pPr algn="ctr"/>
            <a:r>
              <a:rPr sz="1700" b="1" i="0">
                <a:solidFill>
                  <a:srgbClr val="B23A2E"/>
                </a:solidFill>
                <a:latin typeface="Cabin"/>
              </a:rPr>
              <a:t>3</a:t>
            </a:r>
          </a:p>
        </p:txBody>
      </p:sp>
      <p:sp>
        <p:nvSpPr>
          <p:cNvPr id="57" name="Rounded Rectangle 56"/>
          <p:cNvSpPr/>
          <p:nvPr/>
        </p:nvSpPr>
        <p:spPr>
          <a:xfrm>
            <a:off x="6153912" y="2615184"/>
            <a:ext cx="1024128" cy="566928"/>
          </a:xfrm>
          <a:prstGeom prst="roundRect">
            <a:avLst>
              <a:gd name="adj" fmla="val 12000"/>
            </a:avLst>
          </a:prstGeom>
          <a:solidFill>
            <a:srgbClr val="EEF6F9"/>
          </a:solidFill>
          <a:ln>
            <a:noFill/>
          </a:ln>
        </p:spPr>
        <p:txBody>
          <a:bodyPr rtlCol="0" anchor="ctr" lIns="73152" rIns="73152" tIns="27432" bIns="27432"/>
          <a:lstStyle/>
          <a:p>
            <a:pPr algn="ctr"/>
          </a:p>
        </p:txBody>
      </p:sp>
      <p:sp>
        <p:nvSpPr>
          <p:cNvPr id="58" name="TextBox 57"/>
          <p:cNvSpPr txBox="1"/>
          <p:nvPr/>
        </p:nvSpPr>
        <p:spPr>
          <a:xfrm>
            <a:off x="6153912" y="2651760"/>
            <a:ext cx="1024128" cy="228600"/>
          </a:xfrm>
          <a:prstGeom prst="rect">
            <a:avLst/>
          </a:prstGeom>
          <a:noFill/>
        </p:spPr>
        <p:txBody>
          <a:bodyPr wrap="square" anchor="t" lIns="0" rIns="0" tIns="0" bIns="0">
            <a:spAutoFit/>
          </a:bodyPr>
          <a:lstStyle/>
          <a:p>
            <a:pPr algn="ctr"/>
            <a:r>
              <a:rPr sz="1000" b="0" i="0">
                <a:solidFill>
                  <a:srgbClr val="4F6A73"/>
                </a:solidFill>
                <a:latin typeface="Nanum Gothic"/>
              </a:rPr>
              <a:t>35+</a:t>
            </a:r>
          </a:p>
        </p:txBody>
      </p:sp>
      <p:sp>
        <p:nvSpPr>
          <p:cNvPr id="59" name="TextBox 58"/>
          <p:cNvSpPr txBox="1"/>
          <p:nvPr/>
        </p:nvSpPr>
        <p:spPr>
          <a:xfrm>
            <a:off x="6153912" y="2852928"/>
            <a:ext cx="1024128" cy="310896"/>
          </a:xfrm>
          <a:prstGeom prst="rect">
            <a:avLst/>
          </a:prstGeom>
          <a:noFill/>
        </p:spPr>
        <p:txBody>
          <a:bodyPr wrap="square" anchor="t" lIns="0" rIns="0" tIns="0" bIns="0">
            <a:spAutoFit/>
          </a:bodyPr>
          <a:lstStyle/>
          <a:p>
            <a:pPr algn="ctr"/>
            <a:r>
              <a:rPr sz="1700" b="1" i="0">
                <a:solidFill>
                  <a:srgbClr val="B23A2E"/>
                </a:solidFill>
                <a:latin typeface="Cabin"/>
              </a:rPr>
              <a:t>4</a:t>
            </a:r>
          </a:p>
        </p:txBody>
      </p:sp>
      <p:sp>
        <p:nvSpPr>
          <p:cNvPr id="60" name="Rounded Rectangle 59"/>
          <p:cNvSpPr/>
          <p:nvPr/>
        </p:nvSpPr>
        <p:spPr>
          <a:xfrm>
            <a:off x="722376" y="3328415"/>
            <a:ext cx="1874519" cy="566928"/>
          </a:xfrm>
          <a:prstGeom prst="roundRect">
            <a:avLst>
              <a:gd name="adj" fmla="val 20000"/>
            </a:avLst>
          </a:prstGeom>
          <a:solidFill>
            <a:srgbClr val="0D3C4C"/>
          </a:solidFill>
          <a:ln>
            <a:noFill/>
          </a:ln>
        </p:spPr>
        <p:txBody>
          <a:bodyPr rtlCol="0" anchor="ctr" lIns="73152" rIns="73152" tIns="27432" bIns="27432"/>
          <a:lstStyle/>
          <a:p>
            <a:pPr algn="ctr"/>
          </a:p>
        </p:txBody>
      </p:sp>
      <p:grpSp>
        <p:nvGrpSpPr>
          <p:cNvPr id="61" name="icon flask"/>
          <p:cNvGrpSpPr/>
          <p:nvPr/>
        </p:nvGrpSpPr>
        <p:grpSpPr>
          <a:xfrm>
            <a:off x="884102" y="3438144"/>
            <a:ext cx="225188" cy="347472"/>
            <a:chOff x="-28032075" y="3916450"/>
            <a:chExt cx="191425" cy="295375"/>
          </a:xfrm>
        </p:grpSpPr>
        <p:sp>
          <p:nvSpPr>
            <p:cNvPr id="62" name="Google Shape;6381;p61"/>
            <p:cNvSpPr/>
            <p:nvPr/>
          </p:nvSpPr>
          <p:spPr>
            <a:xfrm>
              <a:off x="-27996625" y="3916450"/>
              <a:ext cx="120525" cy="51225"/>
            </a:xfrm>
            <a:custGeom>
              <a:rect b="b" l="l" r="r" t="t"/>
              <a:pathLst>
                <a:path extrusionOk="0" h="2049" w="4821">
                  <a:moveTo>
                    <a:pt x="1040" y="0"/>
                  </a:moveTo>
                  <a:cubicBezTo>
                    <a:pt x="441" y="0"/>
                    <a:pt x="0" y="473"/>
                    <a:pt x="0" y="1040"/>
                  </a:cubicBezTo>
                  <a:cubicBezTo>
                    <a:pt x="0" y="1607"/>
                    <a:pt x="473" y="2048"/>
                    <a:pt x="1040" y="2048"/>
                  </a:cubicBezTo>
                  <a:lnTo>
                    <a:pt x="3781" y="2048"/>
                  </a:lnTo>
                  <a:cubicBezTo>
                    <a:pt x="4379" y="2048"/>
                    <a:pt x="4820" y="1575"/>
                    <a:pt x="4820" y="1040"/>
                  </a:cubicBezTo>
                  <a:cubicBezTo>
                    <a:pt x="4820" y="441"/>
                    <a:pt x="4348" y="0"/>
                    <a:pt x="378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82;p61"/>
            <p:cNvSpPr/>
            <p:nvPr/>
          </p:nvSpPr>
          <p:spPr>
            <a:xfrm>
              <a:off x="-28032075" y="4089975"/>
              <a:ext cx="191425" cy="121850"/>
            </a:xfrm>
            <a:custGeom>
              <a:rect b="b" l="l" r="r" t="t"/>
              <a:pathLst>
                <a:path extrusionOk="0" h="4874" w="7657">
                  <a:moveTo>
                    <a:pt x="1733" y="715"/>
                  </a:moveTo>
                  <a:cubicBezTo>
                    <a:pt x="1954" y="715"/>
                    <a:pt x="2111" y="872"/>
                    <a:pt x="2111" y="1061"/>
                  </a:cubicBezTo>
                  <a:cubicBezTo>
                    <a:pt x="2111" y="1250"/>
                    <a:pt x="1954" y="1408"/>
                    <a:pt x="1733" y="1408"/>
                  </a:cubicBezTo>
                  <a:cubicBezTo>
                    <a:pt x="1544" y="1408"/>
                    <a:pt x="1387" y="1250"/>
                    <a:pt x="1387" y="1061"/>
                  </a:cubicBezTo>
                  <a:cubicBezTo>
                    <a:pt x="1418" y="872"/>
                    <a:pt x="1576" y="715"/>
                    <a:pt x="1733" y="715"/>
                  </a:cubicBezTo>
                  <a:close/>
                  <a:moveTo>
                    <a:pt x="3151" y="1376"/>
                  </a:moveTo>
                  <a:cubicBezTo>
                    <a:pt x="3372" y="1376"/>
                    <a:pt x="3529" y="1534"/>
                    <a:pt x="3529" y="1723"/>
                  </a:cubicBezTo>
                  <a:cubicBezTo>
                    <a:pt x="3529" y="1912"/>
                    <a:pt x="3372" y="2070"/>
                    <a:pt x="3151" y="2070"/>
                  </a:cubicBezTo>
                  <a:cubicBezTo>
                    <a:pt x="2962" y="2070"/>
                    <a:pt x="2804" y="1912"/>
                    <a:pt x="2804" y="1723"/>
                  </a:cubicBezTo>
                  <a:cubicBezTo>
                    <a:pt x="2804" y="1534"/>
                    <a:pt x="2962" y="1376"/>
                    <a:pt x="3151" y="1376"/>
                  </a:cubicBezTo>
                  <a:close/>
                  <a:moveTo>
                    <a:pt x="5199" y="2070"/>
                  </a:moveTo>
                  <a:cubicBezTo>
                    <a:pt x="5419" y="2070"/>
                    <a:pt x="5577" y="2227"/>
                    <a:pt x="5577" y="2448"/>
                  </a:cubicBezTo>
                  <a:cubicBezTo>
                    <a:pt x="5577" y="2637"/>
                    <a:pt x="5419" y="2794"/>
                    <a:pt x="5199" y="2794"/>
                  </a:cubicBezTo>
                  <a:cubicBezTo>
                    <a:pt x="5010" y="2794"/>
                    <a:pt x="4852" y="2637"/>
                    <a:pt x="4852" y="2448"/>
                  </a:cubicBezTo>
                  <a:cubicBezTo>
                    <a:pt x="4884" y="2227"/>
                    <a:pt x="5041" y="2070"/>
                    <a:pt x="5199" y="2070"/>
                  </a:cubicBezTo>
                  <a:close/>
                  <a:moveTo>
                    <a:pt x="3151" y="2794"/>
                  </a:moveTo>
                  <a:cubicBezTo>
                    <a:pt x="3372" y="2794"/>
                    <a:pt x="3529" y="2952"/>
                    <a:pt x="3529" y="3141"/>
                  </a:cubicBezTo>
                  <a:cubicBezTo>
                    <a:pt x="3529" y="3330"/>
                    <a:pt x="3372" y="3487"/>
                    <a:pt x="3151" y="3487"/>
                  </a:cubicBezTo>
                  <a:cubicBezTo>
                    <a:pt x="2962" y="3487"/>
                    <a:pt x="2804" y="3330"/>
                    <a:pt x="2804" y="3141"/>
                  </a:cubicBezTo>
                  <a:cubicBezTo>
                    <a:pt x="2804" y="2952"/>
                    <a:pt x="2962" y="2794"/>
                    <a:pt x="3151" y="2794"/>
                  </a:cubicBezTo>
                  <a:close/>
                  <a:moveTo>
                    <a:pt x="1748" y="1"/>
                  </a:moveTo>
                  <a:cubicBezTo>
                    <a:pt x="1181" y="1"/>
                    <a:pt x="615" y="166"/>
                    <a:pt x="63" y="494"/>
                  </a:cubicBezTo>
                  <a:cubicBezTo>
                    <a:pt x="63" y="715"/>
                    <a:pt x="0" y="872"/>
                    <a:pt x="0" y="1061"/>
                  </a:cubicBezTo>
                  <a:cubicBezTo>
                    <a:pt x="0" y="2196"/>
                    <a:pt x="536" y="3298"/>
                    <a:pt x="1418" y="4023"/>
                  </a:cubicBezTo>
                  <a:cubicBezTo>
                    <a:pt x="2111" y="4558"/>
                    <a:pt x="2962" y="4874"/>
                    <a:pt x="3844" y="4874"/>
                  </a:cubicBezTo>
                  <a:cubicBezTo>
                    <a:pt x="4096" y="4874"/>
                    <a:pt x="4380" y="4842"/>
                    <a:pt x="4663" y="4811"/>
                  </a:cubicBezTo>
                  <a:cubicBezTo>
                    <a:pt x="6144" y="4495"/>
                    <a:pt x="7341" y="3267"/>
                    <a:pt x="7625" y="1723"/>
                  </a:cubicBezTo>
                  <a:cubicBezTo>
                    <a:pt x="7656" y="1439"/>
                    <a:pt x="7656" y="1219"/>
                    <a:pt x="7656" y="935"/>
                  </a:cubicBezTo>
                  <a:lnTo>
                    <a:pt x="7656" y="935"/>
                  </a:lnTo>
                  <a:cubicBezTo>
                    <a:pt x="7033" y="1235"/>
                    <a:pt x="6444" y="1354"/>
                    <a:pt x="5904" y="1354"/>
                  </a:cubicBezTo>
                  <a:cubicBezTo>
                    <a:pt x="4969" y="1354"/>
                    <a:pt x="4183" y="1000"/>
                    <a:pt x="3624" y="620"/>
                  </a:cubicBezTo>
                  <a:cubicBezTo>
                    <a:pt x="3010" y="206"/>
                    <a:pt x="2378" y="1"/>
                    <a:pt x="174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383;p61"/>
            <p:cNvSpPr/>
            <p:nvPr/>
          </p:nvSpPr>
          <p:spPr>
            <a:xfrm>
              <a:off x="-28024975" y="3985750"/>
              <a:ext cx="181950" cy="121975"/>
            </a:xfrm>
            <a:custGeom>
              <a:rect b="b" l="l" r="r" t="t"/>
              <a:pathLst>
                <a:path extrusionOk="0" h="4879" w="7278">
                  <a:moveTo>
                    <a:pt x="1827" y="1"/>
                  </a:moveTo>
                  <a:lnTo>
                    <a:pt x="1827" y="1639"/>
                  </a:lnTo>
                  <a:cubicBezTo>
                    <a:pt x="1827" y="1765"/>
                    <a:pt x="1733" y="1891"/>
                    <a:pt x="1607" y="1922"/>
                  </a:cubicBezTo>
                  <a:cubicBezTo>
                    <a:pt x="914" y="2363"/>
                    <a:pt x="315" y="3025"/>
                    <a:pt x="0" y="3813"/>
                  </a:cubicBezTo>
                  <a:cubicBezTo>
                    <a:pt x="492" y="3611"/>
                    <a:pt x="988" y="3505"/>
                    <a:pt x="1488" y="3505"/>
                  </a:cubicBezTo>
                  <a:cubicBezTo>
                    <a:pt x="2237" y="3505"/>
                    <a:pt x="2993" y="3743"/>
                    <a:pt x="3749" y="4254"/>
                  </a:cubicBezTo>
                  <a:cubicBezTo>
                    <a:pt x="4370" y="4673"/>
                    <a:pt x="5000" y="4878"/>
                    <a:pt x="5629" y="4878"/>
                  </a:cubicBezTo>
                  <a:cubicBezTo>
                    <a:pt x="6181" y="4878"/>
                    <a:pt x="6733" y="4721"/>
                    <a:pt x="7278" y="4411"/>
                  </a:cubicBezTo>
                  <a:cubicBezTo>
                    <a:pt x="7057" y="3372"/>
                    <a:pt x="6427" y="2427"/>
                    <a:pt x="5450" y="1922"/>
                  </a:cubicBezTo>
                  <a:cubicBezTo>
                    <a:pt x="5356" y="1859"/>
                    <a:pt x="5293" y="1765"/>
                    <a:pt x="5293" y="1639"/>
                  </a:cubicBezTo>
                  <a:lnTo>
                    <a:pt x="5293"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5" name="TextBox 64"/>
          <p:cNvSpPr txBox="1"/>
          <p:nvPr/>
        </p:nvSpPr>
        <p:spPr>
          <a:xfrm>
            <a:off x="1243584" y="3328415"/>
            <a:ext cx="1325880" cy="566928"/>
          </a:xfrm>
          <a:prstGeom prst="rect">
            <a:avLst/>
          </a:prstGeom>
          <a:noFill/>
        </p:spPr>
        <p:txBody>
          <a:bodyPr wrap="square" anchor="ctr" lIns="0" rIns="0" tIns="0" bIns="0">
            <a:spAutoFit/>
          </a:bodyPr>
          <a:lstStyle/>
          <a:p>
            <a:pPr algn="l"/>
            <a:r>
              <a:rPr sz="1050" b="1" i="0">
                <a:solidFill>
                  <a:srgbClr val="FFFFFF"/>
                </a:solidFill>
                <a:latin typeface="Cabin"/>
              </a:rPr>
              <a:t>Cholesterol</a:t>
            </a:r>
          </a:p>
        </p:txBody>
      </p:sp>
      <p:sp>
        <p:nvSpPr>
          <p:cNvPr id="66" name="Rounded Rectangle 65"/>
          <p:cNvSpPr/>
          <p:nvPr/>
        </p:nvSpPr>
        <p:spPr>
          <a:xfrm>
            <a:off x="2724912" y="3328415"/>
            <a:ext cx="1024128" cy="566928"/>
          </a:xfrm>
          <a:prstGeom prst="roundRect">
            <a:avLst>
              <a:gd name="adj" fmla="val 12000"/>
            </a:avLst>
          </a:prstGeom>
          <a:solidFill>
            <a:srgbClr val="EEF6F9"/>
          </a:solidFill>
          <a:ln>
            <a:noFill/>
          </a:ln>
        </p:spPr>
        <p:txBody>
          <a:bodyPr rtlCol="0" anchor="ctr" lIns="73152" rIns="73152" tIns="27432" bIns="27432"/>
          <a:lstStyle/>
          <a:p>
            <a:pPr algn="ctr"/>
          </a:p>
        </p:txBody>
      </p:sp>
      <p:sp>
        <p:nvSpPr>
          <p:cNvPr id="67" name="TextBox 66"/>
          <p:cNvSpPr txBox="1"/>
          <p:nvPr/>
        </p:nvSpPr>
        <p:spPr>
          <a:xfrm>
            <a:off x="2724912" y="3364991"/>
            <a:ext cx="1024128" cy="228600"/>
          </a:xfrm>
          <a:prstGeom prst="rect">
            <a:avLst/>
          </a:prstGeom>
          <a:noFill/>
        </p:spPr>
        <p:txBody>
          <a:bodyPr wrap="square" anchor="t" lIns="0" rIns="0" tIns="0" bIns="0">
            <a:spAutoFit/>
          </a:bodyPr>
          <a:lstStyle/>
          <a:p>
            <a:pPr algn="ctr"/>
            <a:r>
              <a:rPr sz="1000" b="0" i="0">
                <a:solidFill>
                  <a:srgbClr val="4F6A73"/>
                </a:solidFill>
                <a:latin typeface="Nanum Gothic"/>
              </a:rPr>
              <a:t>normal</a:t>
            </a:r>
          </a:p>
        </p:txBody>
      </p:sp>
      <p:sp>
        <p:nvSpPr>
          <p:cNvPr id="68" name="TextBox 67"/>
          <p:cNvSpPr txBox="1"/>
          <p:nvPr/>
        </p:nvSpPr>
        <p:spPr>
          <a:xfrm>
            <a:off x="2724912" y="3566159"/>
            <a:ext cx="1024128" cy="310896"/>
          </a:xfrm>
          <a:prstGeom prst="rect">
            <a:avLst/>
          </a:prstGeom>
          <a:noFill/>
        </p:spPr>
        <p:txBody>
          <a:bodyPr wrap="square" anchor="t" lIns="0" rIns="0" tIns="0" bIns="0">
            <a:spAutoFit/>
          </a:bodyPr>
          <a:lstStyle/>
          <a:p>
            <a:pPr algn="ctr"/>
            <a:r>
              <a:rPr sz="1700" b="1" i="0">
                <a:solidFill>
                  <a:srgbClr val="4F6A73"/>
                </a:solidFill>
                <a:latin typeface="Cabin"/>
              </a:rPr>
              <a:t>0</a:t>
            </a:r>
          </a:p>
        </p:txBody>
      </p:sp>
      <p:sp>
        <p:nvSpPr>
          <p:cNvPr id="69" name="Rounded Rectangle 68"/>
          <p:cNvSpPr/>
          <p:nvPr/>
        </p:nvSpPr>
        <p:spPr>
          <a:xfrm>
            <a:off x="3867912" y="3328415"/>
            <a:ext cx="1024128" cy="566928"/>
          </a:xfrm>
          <a:prstGeom prst="roundRect">
            <a:avLst>
              <a:gd name="adj" fmla="val 12000"/>
            </a:avLst>
          </a:prstGeom>
          <a:solidFill>
            <a:srgbClr val="EEF6F9"/>
          </a:solidFill>
          <a:ln>
            <a:noFill/>
          </a:ln>
        </p:spPr>
        <p:txBody>
          <a:bodyPr rtlCol="0" anchor="ctr" lIns="73152" rIns="73152" tIns="27432" bIns="27432"/>
          <a:lstStyle/>
          <a:p>
            <a:pPr algn="ctr"/>
          </a:p>
        </p:txBody>
      </p:sp>
      <p:sp>
        <p:nvSpPr>
          <p:cNvPr id="70" name="TextBox 69"/>
          <p:cNvSpPr txBox="1"/>
          <p:nvPr/>
        </p:nvSpPr>
        <p:spPr>
          <a:xfrm>
            <a:off x="3867912" y="3364991"/>
            <a:ext cx="1024128" cy="228600"/>
          </a:xfrm>
          <a:prstGeom prst="rect">
            <a:avLst/>
          </a:prstGeom>
          <a:noFill/>
        </p:spPr>
        <p:txBody>
          <a:bodyPr wrap="square" anchor="t" lIns="0" rIns="0" tIns="0" bIns="0">
            <a:spAutoFit/>
          </a:bodyPr>
          <a:lstStyle/>
          <a:p>
            <a:pPr algn="ctr"/>
            <a:r>
              <a:rPr sz="1000" b="0" i="0">
                <a:solidFill>
                  <a:srgbClr val="4F6A73"/>
                </a:solidFill>
                <a:latin typeface="Nanum Gothic"/>
              </a:rPr>
              <a:t>above</a:t>
            </a:r>
          </a:p>
        </p:txBody>
      </p:sp>
      <p:sp>
        <p:nvSpPr>
          <p:cNvPr id="71" name="TextBox 70"/>
          <p:cNvSpPr txBox="1"/>
          <p:nvPr/>
        </p:nvSpPr>
        <p:spPr>
          <a:xfrm>
            <a:off x="3867912" y="3566159"/>
            <a:ext cx="1024128" cy="310896"/>
          </a:xfrm>
          <a:prstGeom prst="rect">
            <a:avLst/>
          </a:prstGeom>
          <a:noFill/>
        </p:spPr>
        <p:txBody>
          <a:bodyPr wrap="square" anchor="t" lIns="0" rIns="0" tIns="0" bIns="0">
            <a:spAutoFit/>
          </a:bodyPr>
          <a:lstStyle/>
          <a:p>
            <a:pPr algn="ctr"/>
            <a:r>
              <a:rPr sz="1700" b="1" i="0">
                <a:solidFill>
                  <a:srgbClr val="B23A2E"/>
                </a:solidFill>
                <a:latin typeface="Cabin"/>
              </a:rPr>
              <a:t>3</a:t>
            </a:r>
          </a:p>
        </p:txBody>
      </p:sp>
      <p:sp>
        <p:nvSpPr>
          <p:cNvPr id="72" name="Rounded Rectangle 71"/>
          <p:cNvSpPr/>
          <p:nvPr/>
        </p:nvSpPr>
        <p:spPr>
          <a:xfrm>
            <a:off x="5010912" y="3328415"/>
            <a:ext cx="1024128" cy="566928"/>
          </a:xfrm>
          <a:prstGeom prst="roundRect">
            <a:avLst>
              <a:gd name="adj" fmla="val 12000"/>
            </a:avLst>
          </a:prstGeom>
          <a:solidFill>
            <a:srgbClr val="EEF6F9"/>
          </a:solidFill>
          <a:ln>
            <a:noFill/>
          </a:ln>
        </p:spPr>
        <p:txBody>
          <a:bodyPr rtlCol="0" anchor="ctr" lIns="73152" rIns="73152" tIns="27432" bIns="27432"/>
          <a:lstStyle/>
          <a:p>
            <a:pPr algn="ctr"/>
          </a:p>
        </p:txBody>
      </p:sp>
      <p:sp>
        <p:nvSpPr>
          <p:cNvPr id="73" name="TextBox 72"/>
          <p:cNvSpPr txBox="1"/>
          <p:nvPr/>
        </p:nvSpPr>
        <p:spPr>
          <a:xfrm>
            <a:off x="5010912" y="3364991"/>
            <a:ext cx="1024128" cy="228600"/>
          </a:xfrm>
          <a:prstGeom prst="rect">
            <a:avLst/>
          </a:prstGeom>
          <a:noFill/>
        </p:spPr>
        <p:txBody>
          <a:bodyPr wrap="square" anchor="t" lIns="0" rIns="0" tIns="0" bIns="0">
            <a:spAutoFit/>
          </a:bodyPr>
          <a:lstStyle/>
          <a:p>
            <a:pPr algn="ctr"/>
            <a:r>
              <a:rPr sz="1000" b="0" i="0">
                <a:solidFill>
                  <a:srgbClr val="4F6A73"/>
                </a:solidFill>
                <a:latin typeface="Nanum Gothic"/>
              </a:rPr>
              <a:t>well above</a:t>
            </a:r>
          </a:p>
        </p:txBody>
      </p:sp>
      <p:sp>
        <p:nvSpPr>
          <p:cNvPr id="74" name="TextBox 73"/>
          <p:cNvSpPr txBox="1"/>
          <p:nvPr/>
        </p:nvSpPr>
        <p:spPr>
          <a:xfrm>
            <a:off x="5010912" y="3566159"/>
            <a:ext cx="1024128" cy="310896"/>
          </a:xfrm>
          <a:prstGeom prst="rect">
            <a:avLst/>
          </a:prstGeom>
          <a:noFill/>
        </p:spPr>
        <p:txBody>
          <a:bodyPr wrap="square" anchor="t" lIns="0" rIns="0" tIns="0" bIns="0">
            <a:spAutoFit/>
          </a:bodyPr>
          <a:lstStyle/>
          <a:p>
            <a:pPr algn="ctr"/>
            <a:r>
              <a:rPr sz="1700" b="1" i="0">
                <a:solidFill>
                  <a:srgbClr val="B23A2E"/>
                </a:solidFill>
                <a:latin typeface="Cabin"/>
              </a:rPr>
              <a:t>9</a:t>
            </a:r>
          </a:p>
        </p:txBody>
      </p:sp>
      <p:sp>
        <p:nvSpPr>
          <p:cNvPr id="75" name="TextBox 74"/>
          <p:cNvSpPr txBox="1"/>
          <p:nvPr/>
        </p:nvSpPr>
        <p:spPr>
          <a:xfrm>
            <a:off x="722376" y="4069080"/>
            <a:ext cx="7708392" cy="274320"/>
          </a:xfrm>
          <a:prstGeom prst="rect">
            <a:avLst/>
          </a:prstGeom>
          <a:noFill/>
        </p:spPr>
        <p:txBody>
          <a:bodyPr wrap="square" anchor="t" lIns="0" rIns="0" tIns="0" bIns="0">
            <a:spAutoFit/>
          </a:bodyPr>
          <a:lstStyle/>
          <a:p>
            <a:pPr algn="ctr"/>
            <a:r>
              <a:rPr sz="1200" b="1" i="0">
                <a:solidFill>
                  <a:srgbClr val="0D3C4C"/>
                </a:solidFill>
                <a:latin typeface="Nanum Gothic"/>
              </a:rPr>
              <a:t>0 points → 13%   ·   10 points → 28%   ·   20 points → 52%   ·   30 points → 74%   ·   40 points → 89%</a:t>
            </a:r>
          </a:p>
        </p:txBody>
      </p:sp>
      <p:sp>
        <p:nvSpPr>
          <p:cNvPr id="76" name="TextBox 75"/>
          <p:cNvSpPr txBox="1"/>
          <p:nvPr/>
        </p:nvSpPr>
        <p:spPr>
          <a:xfrm>
            <a:off x="722376" y="4407408"/>
            <a:ext cx="7708392" cy="274320"/>
          </a:xfrm>
          <a:prstGeom prst="rect">
            <a:avLst/>
          </a:prstGeom>
          <a:noFill/>
        </p:spPr>
        <p:txBody>
          <a:bodyPr wrap="square" anchor="t" lIns="0" rIns="0" tIns="0" bIns="0">
            <a:spAutoFit/>
          </a:bodyPr>
          <a:lstStyle/>
          <a:p>
            <a:pPr algn="ctr"/>
            <a:r>
              <a:rPr sz="1100" b="0" i="0">
                <a:solidFill>
                  <a:srgbClr val="4F6A73"/>
                </a:solidFill>
                <a:latin typeface="Nanum Gothic"/>
              </a:rPr>
              <a:t>AUC 0.793 on the test patients, against 0.804 for the best model. The lifestyle answers are left out: they would earn negative points.</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xmlns:p14="http://schemas.microsoft.com/office/powerpoint/2010/main" spd="slow" p14:dur="900">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marL="0" indent="0">
              <a:buNone/>
            </a:pPr>
            <a:r>
              <a:t>How 90% accuracy happens</a:t>
            </a:r>
          </a:p>
        </p:txBody>
      </p:sp>
      <p:sp>
        <p:nvSpPr>
          <p:cNvPr id="3" name="!!lab_a"/>
          <p:cNvSpPr txBox="1"/>
          <p:nvPr/>
        </p:nvSpPr>
        <p:spPr>
          <a:xfrm>
            <a:off x="722376" y="1325880"/>
            <a:ext cx="2423160" cy="329184"/>
          </a:xfrm>
          <a:prstGeom prst="rect">
            <a:avLst/>
          </a:prstGeom>
          <a:noFill/>
        </p:spPr>
        <p:txBody>
          <a:bodyPr wrap="square" anchor="ctr" lIns="0" rIns="0" tIns="0" bIns="0">
            <a:spAutoFit/>
          </a:bodyPr>
          <a:lstStyle/>
          <a:p>
            <a:pPr algn="r"/>
            <a:r>
              <a:rPr sz="1200" b="1" i="0">
                <a:solidFill>
                  <a:srgbClr val="0D3C4C"/>
                </a:solidFill>
                <a:latin typeface="Cabin"/>
              </a:rPr>
              <a:t>Honest: unseen patients</a:t>
            </a:r>
          </a:p>
        </p:txBody>
      </p:sp>
      <p:sp>
        <p:nvSpPr>
          <p:cNvPr id="4" name="!!bar_a"/>
          <p:cNvSpPr/>
          <p:nvPr/>
        </p:nvSpPr>
        <p:spPr>
          <a:xfrm>
            <a:off x="3246120" y="1371600"/>
            <a:ext cx="2157983" cy="237744"/>
          </a:xfrm>
          <a:prstGeom prst="rect">
            <a:avLst/>
          </a:prstGeom>
          <a:solidFill>
            <a:srgbClr val="0D3C4C"/>
          </a:solidFill>
          <a:ln>
            <a:noFill/>
          </a:ln>
        </p:spPr>
        <p:txBody>
          <a:bodyPr rtlCol="0" anchor="ctr" lIns="73152" rIns="73152" tIns="27432" bIns="27432"/>
          <a:lstStyle/>
          <a:p>
            <a:pPr algn="ctr"/>
          </a:p>
        </p:txBody>
      </p:sp>
      <p:sp>
        <p:nvSpPr>
          <p:cNvPr id="5" name="!!val_a"/>
          <p:cNvSpPr txBox="1"/>
          <p:nvPr/>
        </p:nvSpPr>
        <p:spPr>
          <a:xfrm>
            <a:off x="5477255" y="1325880"/>
            <a:ext cx="2103120" cy="329184"/>
          </a:xfrm>
          <a:prstGeom prst="rect">
            <a:avLst/>
          </a:prstGeom>
          <a:noFill/>
        </p:spPr>
        <p:txBody>
          <a:bodyPr wrap="square" anchor="ctr" lIns="0" rIns="0" tIns="0" bIns="0">
            <a:spAutoFit/>
          </a:bodyPr>
          <a:lstStyle/>
          <a:p>
            <a:pPr algn="l"/>
            <a:r>
              <a:rPr sz="1100" b="1" i="0">
                <a:solidFill>
                  <a:srgbClr val="0D3C4C"/>
                </a:solidFill>
                <a:latin typeface="Nanum Gothic"/>
              </a:rPr>
              <a:t>73.6%</a:t>
            </a:r>
            <a:r>
              <a:rPr sz="1100" b="0" i="0">
                <a:solidFill>
                  <a:srgbClr val="4F6A73"/>
                </a:solidFill>
                <a:latin typeface="Nanum Gothic"/>
              </a:rPr>
              <a:t>  gradient boosting</a:t>
            </a:r>
          </a:p>
        </p:txBody>
      </p:sp>
      <p:sp>
        <p:nvSpPr>
          <p:cNvPr id="6" name="!!lab_b"/>
          <p:cNvSpPr txBox="1"/>
          <p:nvPr/>
        </p:nvSpPr>
        <p:spPr>
          <a:xfrm>
            <a:off x="722376" y="1892807"/>
            <a:ext cx="2423160" cy="329184"/>
          </a:xfrm>
          <a:prstGeom prst="rect">
            <a:avLst/>
          </a:prstGeom>
          <a:noFill/>
        </p:spPr>
        <p:txBody>
          <a:bodyPr wrap="square" anchor="ctr" lIns="0" rIns="0" tIns="0" bIns="0">
            <a:spAutoFit/>
          </a:bodyPr>
          <a:lstStyle/>
          <a:p>
            <a:pPr algn="r"/>
            <a:r>
              <a:rPr sz="1200" b="1" i="0">
                <a:solidFill>
                  <a:srgbClr val="0D3C4C"/>
                </a:solidFill>
                <a:latin typeface="Cabin"/>
              </a:rPr>
              <a:t>Luckiest of 50 random splits</a:t>
            </a:r>
          </a:p>
        </p:txBody>
      </p:sp>
      <p:sp>
        <p:nvSpPr>
          <p:cNvPr id="7" name="!!bar_b"/>
          <p:cNvSpPr/>
          <p:nvPr/>
        </p:nvSpPr>
        <p:spPr>
          <a:xfrm>
            <a:off x="3246120" y="1938527"/>
            <a:ext cx="2139696" cy="237744"/>
          </a:xfrm>
          <a:prstGeom prst="rect">
            <a:avLst/>
          </a:prstGeom>
          <a:solidFill>
            <a:srgbClr val="ADBAC1"/>
          </a:solidFill>
          <a:ln>
            <a:noFill/>
          </a:ln>
        </p:spPr>
        <p:txBody>
          <a:bodyPr rtlCol="0" anchor="ctr" lIns="73152" rIns="73152" tIns="27432" bIns="27432"/>
          <a:lstStyle/>
          <a:p>
            <a:pPr algn="ctr"/>
          </a:p>
        </p:txBody>
      </p:sp>
      <p:sp>
        <p:nvSpPr>
          <p:cNvPr id="8" name="!!val_b"/>
          <p:cNvSpPr txBox="1"/>
          <p:nvPr/>
        </p:nvSpPr>
        <p:spPr>
          <a:xfrm>
            <a:off x="5458968" y="1892807"/>
            <a:ext cx="2103120" cy="329184"/>
          </a:xfrm>
          <a:prstGeom prst="rect">
            <a:avLst/>
          </a:prstGeom>
          <a:noFill/>
        </p:spPr>
        <p:txBody>
          <a:bodyPr wrap="square" anchor="ctr" lIns="0" rIns="0" tIns="0" bIns="0">
            <a:spAutoFit/>
          </a:bodyPr>
          <a:lstStyle/>
          <a:p>
            <a:pPr algn="l"/>
            <a:r>
              <a:rPr sz="1100" b="1" i="0">
                <a:solidFill>
                  <a:srgbClr val="0D3C4C"/>
                </a:solidFill>
                <a:latin typeface="Nanum Gothic"/>
              </a:rPr>
              <a:t>73.4%</a:t>
            </a:r>
            <a:r>
              <a:rPr sz="1100" b="0" i="0">
                <a:solidFill>
                  <a:srgbClr val="4F6A73"/>
                </a:solidFill>
                <a:latin typeface="Nanum Gothic"/>
              </a:rPr>
              <a:t/>
            </a:r>
          </a:p>
        </p:txBody>
      </p:sp>
      <p:sp>
        <p:nvSpPr>
          <p:cNvPr id="9" name="!!lab_c"/>
          <p:cNvSpPr txBox="1"/>
          <p:nvPr/>
        </p:nvSpPr>
        <p:spPr>
          <a:xfrm>
            <a:off x="722376" y="2459736"/>
            <a:ext cx="2423160" cy="329184"/>
          </a:xfrm>
          <a:prstGeom prst="rect">
            <a:avLst/>
          </a:prstGeom>
          <a:noFill/>
        </p:spPr>
        <p:txBody>
          <a:bodyPr wrap="square" anchor="ctr" lIns="0" rIns="0" tIns="0" bIns="0">
            <a:spAutoFit/>
          </a:bodyPr>
          <a:lstStyle/>
          <a:p>
            <a:pPr algn="r"/>
            <a:r>
              <a:rPr sz="1200" b="1" i="0">
                <a:solidFill>
                  <a:srgbClr val="0D3C4C"/>
                </a:solidFill>
                <a:latin typeface="Cabin"/>
              </a:rPr>
              <a:t>SMOTE before the split</a:t>
            </a:r>
          </a:p>
        </p:txBody>
      </p:sp>
      <p:sp>
        <p:nvSpPr>
          <p:cNvPr id="10" name="!!bar_c"/>
          <p:cNvSpPr/>
          <p:nvPr/>
        </p:nvSpPr>
        <p:spPr>
          <a:xfrm>
            <a:off x="3246120" y="2505456"/>
            <a:ext cx="3355848" cy="237744"/>
          </a:xfrm>
          <a:prstGeom prst="rect">
            <a:avLst/>
          </a:prstGeom>
          <a:solidFill>
            <a:srgbClr val="E05A4F"/>
          </a:solidFill>
          <a:ln>
            <a:noFill/>
          </a:ln>
        </p:spPr>
        <p:txBody>
          <a:bodyPr rtlCol="0" anchor="ctr" lIns="73152" rIns="73152" tIns="27432" bIns="27432"/>
          <a:lstStyle/>
          <a:p>
            <a:pPr algn="ctr"/>
          </a:p>
        </p:txBody>
      </p:sp>
      <p:sp>
        <p:nvSpPr>
          <p:cNvPr id="11" name="!!val_c"/>
          <p:cNvSpPr txBox="1"/>
          <p:nvPr/>
        </p:nvSpPr>
        <p:spPr>
          <a:xfrm>
            <a:off x="5687568" y="2459736"/>
            <a:ext cx="841248" cy="329184"/>
          </a:xfrm>
          <a:prstGeom prst="rect">
            <a:avLst/>
          </a:prstGeom>
          <a:noFill/>
        </p:spPr>
        <p:txBody>
          <a:bodyPr wrap="square" anchor="ctr" lIns="0" rIns="0" tIns="0" bIns="0">
            <a:spAutoFit/>
          </a:bodyPr>
          <a:lstStyle/>
          <a:p>
            <a:pPr algn="r"/>
            <a:r>
              <a:rPr sz="1100" b="1" i="0">
                <a:solidFill>
                  <a:srgbClr val="FFFFFF"/>
                </a:solidFill>
                <a:latin typeface="Nanum Gothic"/>
              </a:rPr>
              <a:t>86.7%</a:t>
            </a:r>
          </a:p>
        </p:txBody>
      </p:sp>
      <p:sp>
        <p:nvSpPr>
          <p:cNvPr id="12" name="!!lab_d"/>
          <p:cNvSpPr txBox="1"/>
          <p:nvPr/>
        </p:nvSpPr>
        <p:spPr>
          <a:xfrm>
            <a:off x="722376" y="3026663"/>
            <a:ext cx="2423160" cy="329184"/>
          </a:xfrm>
          <a:prstGeom prst="rect">
            <a:avLst/>
          </a:prstGeom>
          <a:noFill/>
        </p:spPr>
        <p:txBody>
          <a:bodyPr wrap="square" anchor="ctr" lIns="0" rIns="0" tIns="0" bIns="0">
            <a:spAutoFit/>
          </a:bodyPr>
          <a:lstStyle/>
          <a:p>
            <a:pPr algn="r"/>
            <a:r>
              <a:rPr sz="1200" b="1" i="0">
                <a:solidFill>
                  <a:srgbClr val="0D3C4C"/>
                </a:solidFill>
                <a:latin typeface="Cabin"/>
              </a:rPr>
              <a:t>Scored on its own training data</a:t>
            </a:r>
          </a:p>
        </p:txBody>
      </p:sp>
      <p:sp>
        <p:nvSpPr>
          <p:cNvPr id="13" name="!!bar_d"/>
          <p:cNvSpPr/>
          <p:nvPr/>
        </p:nvSpPr>
        <p:spPr>
          <a:xfrm>
            <a:off x="3246120" y="3072383"/>
            <a:ext cx="4562855" cy="237744"/>
          </a:xfrm>
          <a:prstGeom prst="rect">
            <a:avLst/>
          </a:prstGeom>
          <a:solidFill>
            <a:srgbClr val="E05A4F"/>
          </a:solidFill>
          <a:ln>
            <a:noFill/>
          </a:ln>
        </p:spPr>
        <p:txBody>
          <a:bodyPr rtlCol="0" anchor="ctr" lIns="73152" rIns="73152" tIns="27432" bIns="27432"/>
          <a:lstStyle/>
          <a:p>
            <a:pPr algn="ctr"/>
          </a:p>
        </p:txBody>
      </p:sp>
      <p:sp>
        <p:nvSpPr>
          <p:cNvPr id="14" name="!!val_d"/>
          <p:cNvSpPr txBox="1"/>
          <p:nvPr/>
        </p:nvSpPr>
        <p:spPr>
          <a:xfrm>
            <a:off x="6894575" y="3026663"/>
            <a:ext cx="841248" cy="329184"/>
          </a:xfrm>
          <a:prstGeom prst="rect">
            <a:avLst/>
          </a:prstGeom>
          <a:noFill/>
        </p:spPr>
        <p:txBody>
          <a:bodyPr wrap="square" anchor="ctr" lIns="0" rIns="0" tIns="0" bIns="0">
            <a:spAutoFit/>
          </a:bodyPr>
          <a:lstStyle/>
          <a:p>
            <a:pPr algn="r"/>
            <a:r>
              <a:rPr sz="1100" b="1" i="0">
                <a:solidFill>
                  <a:srgbClr val="FFFFFF"/>
                </a:solidFill>
                <a:latin typeface="Nanum Gothic"/>
              </a:rPr>
              <a:t>99.9%</a:t>
            </a:r>
          </a:p>
        </p:txBody>
      </p:sp>
      <p:sp>
        <p:nvSpPr>
          <p:cNvPr id="15" name="!!axis"/>
          <p:cNvSpPr/>
          <p:nvPr/>
        </p:nvSpPr>
        <p:spPr>
          <a:xfrm>
            <a:off x="3246120" y="1280160"/>
            <a:ext cx="10972" cy="2331720"/>
          </a:xfrm>
          <a:prstGeom prst="rect">
            <a:avLst/>
          </a:prstGeom>
          <a:solidFill>
            <a:srgbClr val="ADBAC1"/>
          </a:solidFill>
          <a:ln>
            <a:noFill/>
          </a:ln>
        </p:spPr>
        <p:txBody>
          <a:bodyPr rtlCol="0" anchor="ctr" lIns="73152" rIns="73152" tIns="27432" bIns="27432"/>
          <a:lstStyle/>
          <a:p>
            <a:pPr algn="ctr"/>
          </a:p>
        </p:txBody>
      </p:sp>
      <p:sp>
        <p:nvSpPr>
          <p:cNvPr id="16" name="!!tick50"/>
          <p:cNvSpPr txBox="1"/>
          <p:nvPr/>
        </p:nvSpPr>
        <p:spPr>
          <a:xfrm>
            <a:off x="2880360" y="3630168"/>
            <a:ext cx="731520" cy="228600"/>
          </a:xfrm>
          <a:prstGeom prst="rect">
            <a:avLst/>
          </a:prstGeom>
          <a:noFill/>
        </p:spPr>
        <p:txBody>
          <a:bodyPr wrap="square" anchor="t" lIns="0" rIns="0" tIns="0" bIns="0">
            <a:spAutoFit/>
          </a:bodyPr>
          <a:lstStyle/>
          <a:p>
            <a:pPr algn="ctr"/>
            <a:r>
              <a:rPr sz="950" b="0" i="0">
                <a:solidFill>
                  <a:srgbClr val="4F6A73"/>
                </a:solidFill>
                <a:latin typeface="Nanum Gothic"/>
              </a:rPr>
              <a:t>50%</a:t>
            </a:r>
          </a:p>
        </p:txBody>
      </p:sp>
      <p:sp>
        <p:nvSpPr>
          <p:cNvPr id="17" name="!!tick75"/>
          <p:cNvSpPr txBox="1"/>
          <p:nvPr/>
        </p:nvSpPr>
        <p:spPr>
          <a:xfrm>
            <a:off x="5166359" y="3630168"/>
            <a:ext cx="731520" cy="228600"/>
          </a:xfrm>
          <a:prstGeom prst="rect">
            <a:avLst/>
          </a:prstGeom>
          <a:noFill/>
        </p:spPr>
        <p:txBody>
          <a:bodyPr wrap="square" anchor="t" lIns="0" rIns="0" tIns="0" bIns="0">
            <a:spAutoFit/>
          </a:bodyPr>
          <a:lstStyle/>
          <a:p>
            <a:pPr algn="ctr"/>
            <a:r>
              <a:rPr sz="950" b="0" i="0">
                <a:solidFill>
                  <a:srgbClr val="4F6A73"/>
                </a:solidFill>
                <a:latin typeface="Nanum Gothic"/>
              </a:rPr>
              <a:t>75%</a:t>
            </a:r>
          </a:p>
        </p:txBody>
      </p:sp>
      <p:sp>
        <p:nvSpPr>
          <p:cNvPr id="18" name="!!tick100"/>
          <p:cNvSpPr txBox="1"/>
          <p:nvPr/>
        </p:nvSpPr>
        <p:spPr>
          <a:xfrm>
            <a:off x="7452360" y="3630168"/>
            <a:ext cx="731520" cy="228600"/>
          </a:xfrm>
          <a:prstGeom prst="rect">
            <a:avLst/>
          </a:prstGeom>
          <a:noFill/>
        </p:spPr>
        <p:txBody>
          <a:bodyPr wrap="square" anchor="t" lIns="0" rIns="0" tIns="0" bIns="0">
            <a:spAutoFit/>
          </a:bodyPr>
          <a:lstStyle/>
          <a:p>
            <a:pPr algn="ctr"/>
            <a:r>
              <a:rPr sz="950" b="0" i="0">
                <a:solidFill>
                  <a:srgbClr val="4F6A73"/>
                </a:solidFill>
                <a:latin typeface="Nanum Gothic"/>
              </a:rPr>
              <a:t>100%</a:t>
            </a:r>
          </a:p>
        </p:txBody>
      </p:sp>
      <p:sp>
        <p:nvSpPr>
          <p:cNvPr id="19" name="Isosceles Triangle 18"/>
          <p:cNvSpPr/>
          <p:nvPr/>
        </p:nvSpPr>
        <p:spPr>
          <a:xfrm>
            <a:off x="6665061" y="3785615"/>
            <a:ext cx="128016" cy="128016"/>
          </a:xfrm>
          <a:prstGeom prst="triangle">
            <a:avLst/>
          </a:prstGeom>
          <a:solidFill>
            <a:srgbClr val="B23A2E"/>
          </a:solidFill>
          <a:ln>
            <a:noFill/>
          </a:ln>
        </p:spPr>
        <p:txBody>
          <a:bodyPr rtlCol="0" anchor="ctr" lIns="73152" rIns="73152" tIns="27432" bIns="27432"/>
          <a:lstStyle/>
          <a:p>
            <a:pPr algn="ctr"/>
          </a:p>
        </p:txBody>
      </p:sp>
      <p:sp>
        <p:nvSpPr>
          <p:cNvPr id="20" name="TextBox 19"/>
          <p:cNvSpPr txBox="1"/>
          <p:nvPr/>
        </p:nvSpPr>
        <p:spPr>
          <a:xfrm>
            <a:off x="5220309" y="3959352"/>
            <a:ext cx="1463040" cy="228600"/>
          </a:xfrm>
          <a:prstGeom prst="rect">
            <a:avLst/>
          </a:prstGeom>
          <a:noFill/>
        </p:spPr>
        <p:txBody>
          <a:bodyPr wrap="square" anchor="t" lIns="0" rIns="0" tIns="0" bIns="0">
            <a:spAutoFit/>
          </a:bodyPr>
          <a:lstStyle/>
          <a:p>
            <a:pPr algn="r"/>
            <a:r>
              <a:rPr sz="1000" b="1" i="0">
                <a:solidFill>
                  <a:srgbClr val="B23A2E"/>
                </a:solidFill>
                <a:latin typeface="Nanum Gothic"/>
              </a:rPr>
              <a:t>88% (Omkari 2024)</a:t>
            </a:r>
          </a:p>
        </p:txBody>
      </p:sp>
      <p:sp>
        <p:nvSpPr>
          <p:cNvPr id="21" name="Isosceles Triangle 20"/>
          <p:cNvSpPr/>
          <p:nvPr/>
        </p:nvSpPr>
        <p:spPr>
          <a:xfrm>
            <a:off x="7251192" y="3785615"/>
            <a:ext cx="128016" cy="128016"/>
          </a:xfrm>
          <a:prstGeom prst="triangle">
            <a:avLst/>
          </a:prstGeom>
          <a:solidFill>
            <a:srgbClr val="B23A2E"/>
          </a:solidFill>
          <a:ln>
            <a:noFill/>
          </a:ln>
        </p:spPr>
        <p:txBody>
          <a:bodyPr rtlCol="0" anchor="ctr" lIns="73152" rIns="73152" tIns="27432" bIns="27432"/>
          <a:lstStyle/>
          <a:p>
            <a:pPr algn="ctr"/>
          </a:p>
        </p:txBody>
      </p:sp>
      <p:sp>
        <p:nvSpPr>
          <p:cNvPr id="22" name="TextBox 21"/>
          <p:cNvSpPr txBox="1"/>
          <p:nvPr/>
        </p:nvSpPr>
        <p:spPr>
          <a:xfrm>
            <a:off x="7360920" y="3959352"/>
            <a:ext cx="1463040" cy="228600"/>
          </a:xfrm>
          <a:prstGeom prst="rect">
            <a:avLst/>
          </a:prstGeom>
          <a:noFill/>
        </p:spPr>
        <p:txBody>
          <a:bodyPr wrap="square" anchor="t" lIns="0" rIns="0" tIns="0" bIns="0">
            <a:spAutoFit/>
          </a:bodyPr>
          <a:lstStyle/>
          <a:p>
            <a:pPr algn="l"/>
            <a:r>
              <a:rPr sz="1000" b="1" i="0">
                <a:solidFill>
                  <a:srgbClr val="B23A2E"/>
                </a:solidFill>
                <a:latin typeface="Nanum Gothic"/>
              </a:rPr>
              <a:t>94.5% (Zafar 2026)</a:t>
            </a:r>
          </a:p>
        </p:txBody>
      </p:sp>
      <p:sp>
        <p:nvSpPr>
          <p:cNvPr id="23" name="TextBox 22"/>
          <p:cNvSpPr txBox="1"/>
          <p:nvPr/>
        </p:nvSpPr>
        <p:spPr>
          <a:xfrm>
            <a:off x="722376" y="4343400"/>
            <a:ext cx="7708392" cy="411480"/>
          </a:xfrm>
          <a:prstGeom prst="rect">
            <a:avLst/>
          </a:prstGeom>
          <a:noFill/>
        </p:spPr>
        <p:txBody>
          <a:bodyPr wrap="square" anchor="t" lIns="0" rIns="0" tIns="0" bIns="0">
            <a:spAutoFit/>
          </a:bodyPr>
          <a:lstStyle/>
          <a:p>
            <a:pPr algn="ctr"/>
            <a:r>
              <a:rPr sz="1200" b="1" i="0">
                <a:solidFill>
                  <a:srgbClr val="0D3C4C"/>
                </a:solidFill>
                <a:latin typeface="Nanum Gothic"/>
              </a:rPr>
              <a:t>Same data, same models; only the evaluation changes. </a:t>
            </a:r>
            <a:r>
              <a:rPr sz="1200" b="0" i="0">
                <a:solidFill>
                  <a:srgbClr val="4F6A73"/>
                </a:solidFill>
                <a:latin typeface="Nanum Gothic"/>
              </a:rPr>
              <a:t>Red markers: accuracies published for this dataset.</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800">
        <p159:morph option="byObject"/>
      </p:transition>
    </mc:Choice>
    <mc:Fallback>
      <p:transition xmlns:p14="http://schemas.microsoft.com/office/powerpoint/2010/main" spd="slow" p14:dur="1800">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marL="0" indent="0">
              <a:buNone/>
            </a:pPr>
            <a:r>
              <a:t>Can the predictions be trusted?</a:t>
            </a:r>
          </a:p>
        </p:txBody>
      </p:sp>
      <p:pic>
        <p:nvPicPr>
          <p:cNvPr id="3" name="Picture 2" descr="crop_fig13_calibration.png"/>
          <p:cNvPicPr>
            <a:picLocks noChangeAspect="1"/>
          </p:cNvPicPr>
          <p:nvPr/>
        </p:nvPicPr>
        <p:blipFill>
          <a:blip r:embed="rId2"/>
          <a:stretch>
            <a:fillRect/>
          </a:stretch>
        </p:blipFill>
        <p:spPr>
          <a:xfrm>
            <a:off x="566928" y="1143000"/>
            <a:ext cx="4101975" cy="3611880"/>
          </a:xfrm>
          <a:prstGeom prst="rect">
            <a:avLst/>
          </a:prstGeom>
        </p:spPr>
      </p:pic>
      <p:sp>
        <p:nvSpPr>
          <p:cNvPr id="4" name="Oval 3"/>
          <p:cNvSpPr/>
          <p:nvPr/>
        </p:nvSpPr>
        <p:spPr>
          <a:xfrm>
            <a:off x="4709160" y="1207008"/>
            <a:ext cx="502920" cy="502920"/>
          </a:xfrm>
          <a:prstGeom prst="ellipse">
            <a:avLst/>
          </a:prstGeom>
          <a:solidFill>
            <a:srgbClr val="0D3C4C"/>
          </a:solidFill>
          <a:ln>
            <a:noFill/>
          </a:ln>
        </p:spPr>
        <p:txBody>
          <a:bodyPr rtlCol="0" anchor="ctr" lIns="73152" rIns="73152" tIns="27432" bIns="27432"/>
          <a:lstStyle/>
          <a:p>
            <a:pPr algn="ctr"/>
          </a:p>
        </p:txBody>
      </p:sp>
      <p:grpSp>
        <p:nvGrpSpPr>
          <p:cNvPr id="5" name="icon scale"/>
          <p:cNvGrpSpPr/>
          <p:nvPr/>
        </p:nvGrpSpPr>
        <p:grpSpPr>
          <a:xfrm>
            <a:off x="4819802" y="1318345"/>
            <a:ext cx="281635" cy="280244"/>
            <a:chOff x="-42994575" y="3950300"/>
            <a:chExt cx="319025" cy="317450"/>
          </a:xfrm>
        </p:grpSpPr>
        <p:sp>
          <p:nvSpPr>
            <p:cNvPr id="6" name="Google Shape;6172;p61"/>
            <p:cNvSpPr/>
            <p:nvPr/>
          </p:nvSpPr>
          <p:spPr>
            <a:xfrm>
              <a:off x="-42930775" y="4225200"/>
              <a:ext cx="191425" cy="42550"/>
            </a:xfrm>
            <a:custGeom>
              <a:rect b="b" l="l" r="r" t="t"/>
              <a:pathLst>
                <a:path extrusionOk="0" h="1702" w="7657">
                  <a:moveTo>
                    <a:pt x="442" y="0"/>
                  </a:moveTo>
                  <a:cubicBezTo>
                    <a:pt x="190" y="0"/>
                    <a:pt x="1" y="221"/>
                    <a:pt x="1" y="441"/>
                  </a:cubicBezTo>
                  <a:lnTo>
                    <a:pt x="1" y="1292"/>
                  </a:lnTo>
                  <a:cubicBezTo>
                    <a:pt x="1" y="1512"/>
                    <a:pt x="190" y="1701"/>
                    <a:pt x="442" y="1701"/>
                  </a:cubicBezTo>
                  <a:lnTo>
                    <a:pt x="7215" y="1701"/>
                  </a:lnTo>
                  <a:cubicBezTo>
                    <a:pt x="7499" y="1701"/>
                    <a:pt x="7656" y="1512"/>
                    <a:pt x="7656" y="1292"/>
                  </a:cubicBezTo>
                  <a:lnTo>
                    <a:pt x="7656" y="441"/>
                  </a:lnTo>
                  <a:cubicBezTo>
                    <a:pt x="7656" y="221"/>
                    <a:pt x="7436" y="0"/>
                    <a:pt x="7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 name="Google Shape;6173;p61"/>
            <p:cNvSpPr/>
            <p:nvPr/>
          </p:nvSpPr>
          <p:spPr>
            <a:xfrm>
              <a:off x="-42908725" y="4163750"/>
              <a:ext cx="148900" cy="42550"/>
            </a:xfrm>
            <a:custGeom>
              <a:rect b="b" l="l" r="r" t="t"/>
              <a:pathLst>
                <a:path extrusionOk="0" h="1702" w="5956">
                  <a:moveTo>
                    <a:pt x="442" y="1"/>
                  </a:moveTo>
                  <a:cubicBezTo>
                    <a:pt x="190" y="1"/>
                    <a:pt x="1" y="190"/>
                    <a:pt x="1" y="410"/>
                  </a:cubicBezTo>
                  <a:lnTo>
                    <a:pt x="1" y="1261"/>
                  </a:lnTo>
                  <a:cubicBezTo>
                    <a:pt x="1" y="1481"/>
                    <a:pt x="190" y="1702"/>
                    <a:pt x="442" y="1702"/>
                  </a:cubicBezTo>
                  <a:lnTo>
                    <a:pt x="5514" y="1702"/>
                  </a:lnTo>
                  <a:cubicBezTo>
                    <a:pt x="5735" y="1702"/>
                    <a:pt x="5955" y="1481"/>
                    <a:pt x="5955" y="1261"/>
                  </a:cubicBezTo>
                  <a:lnTo>
                    <a:pt x="5955" y="410"/>
                  </a:lnTo>
                  <a:cubicBezTo>
                    <a:pt x="5955" y="190"/>
                    <a:pt x="5735" y="1"/>
                    <a:pt x="551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 name="Google Shape;6174;p61"/>
            <p:cNvSpPr/>
            <p:nvPr/>
          </p:nvSpPr>
          <p:spPr>
            <a:xfrm>
              <a:off x="-42994575" y="3950300"/>
              <a:ext cx="319025" cy="211125"/>
            </a:xfrm>
            <a:custGeom>
              <a:rect b="b" l="l" r="r" t="t"/>
              <a:pathLst>
                <a:path extrusionOk="0" h="8445" w="12761">
                  <a:moveTo>
                    <a:pt x="6428" y="852"/>
                  </a:moveTo>
                  <a:cubicBezTo>
                    <a:pt x="6648" y="852"/>
                    <a:pt x="6806" y="1009"/>
                    <a:pt x="6869" y="1261"/>
                  </a:cubicBezTo>
                  <a:lnTo>
                    <a:pt x="6869" y="1324"/>
                  </a:lnTo>
                  <a:cubicBezTo>
                    <a:pt x="6806" y="1513"/>
                    <a:pt x="6648" y="1702"/>
                    <a:pt x="6428" y="1702"/>
                  </a:cubicBezTo>
                  <a:cubicBezTo>
                    <a:pt x="6176" y="1702"/>
                    <a:pt x="6018" y="1576"/>
                    <a:pt x="5987" y="1324"/>
                  </a:cubicBezTo>
                  <a:lnTo>
                    <a:pt x="5987" y="1261"/>
                  </a:lnTo>
                  <a:cubicBezTo>
                    <a:pt x="6018" y="1041"/>
                    <a:pt x="6176" y="852"/>
                    <a:pt x="6428" y="852"/>
                  </a:cubicBezTo>
                  <a:close/>
                  <a:moveTo>
                    <a:pt x="2112" y="2742"/>
                  </a:moveTo>
                  <a:lnTo>
                    <a:pt x="3340" y="6396"/>
                  </a:lnTo>
                  <a:lnTo>
                    <a:pt x="914" y="6396"/>
                  </a:lnTo>
                  <a:lnTo>
                    <a:pt x="2112" y="2742"/>
                  </a:lnTo>
                  <a:close/>
                  <a:moveTo>
                    <a:pt x="10681" y="2742"/>
                  </a:moveTo>
                  <a:lnTo>
                    <a:pt x="11878" y="6396"/>
                  </a:lnTo>
                  <a:lnTo>
                    <a:pt x="9452" y="6396"/>
                  </a:lnTo>
                  <a:lnTo>
                    <a:pt x="10681" y="2742"/>
                  </a:lnTo>
                  <a:close/>
                  <a:moveTo>
                    <a:pt x="6333" y="1"/>
                  </a:moveTo>
                  <a:cubicBezTo>
                    <a:pt x="5798" y="1"/>
                    <a:pt x="5325" y="347"/>
                    <a:pt x="5168" y="852"/>
                  </a:cubicBezTo>
                  <a:lnTo>
                    <a:pt x="1292" y="852"/>
                  </a:lnTo>
                  <a:cubicBezTo>
                    <a:pt x="1103" y="852"/>
                    <a:pt x="914" y="1009"/>
                    <a:pt x="883" y="1198"/>
                  </a:cubicBezTo>
                  <a:cubicBezTo>
                    <a:pt x="820" y="1482"/>
                    <a:pt x="1040" y="1702"/>
                    <a:pt x="1292" y="1702"/>
                  </a:cubicBezTo>
                  <a:lnTo>
                    <a:pt x="1576" y="1702"/>
                  </a:lnTo>
                  <a:cubicBezTo>
                    <a:pt x="1" y="6491"/>
                    <a:pt x="32" y="6333"/>
                    <a:pt x="32" y="6459"/>
                  </a:cubicBezTo>
                  <a:cubicBezTo>
                    <a:pt x="64" y="7562"/>
                    <a:pt x="1009" y="8444"/>
                    <a:pt x="2112" y="8444"/>
                  </a:cubicBezTo>
                  <a:cubicBezTo>
                    <a:pt x="3277" y="8444"/>
                    <a:pt x="4159" y="7562"/>
                    <a:pt x="4159" y="6459"/>
                  </a:cubicBezTo>
                  <a:cubicBezTo>
                    <a:pt x="4159" y="6333"/>
                    <a:pt x="4222" y="6491"/>
                    <a:pt x="2647" y="1702"/>
                  </a:cubicBezTo>
                  <a:lnTo>
                    <a:pt x="5105" y="1702"/>
                  </a:lnTo>
                  <a:lnTo>
                    <a:pt x="5105" y="7342"/>
                  </a:lnTo>
                  <a:cubicBezTo>
                    <a:pt x="5105" y="7594"/>
                    <a:pt x="5325" y="7783"/>
                    <a:pt x="5546" y="7783"/>
                  </a:cubicBezTo>
                  <a:lnTo>
                    <a:pt x="7247" y="7783"/>
                  </a:lnTo>
                  <a:cubicBezTo>
                    <a:pt x="7499" y="7783"/>
                    <a:pt x="7688" y="7594"/>
                    <a:pt x="7688" y="7342"/>
                  </a:cubicBezTo>
                  <a:lnTo>
                    <a:pt x="7688" y="1702"/>
                  </a:lnTo>
                  <a:lnTo>
                    <a:pt x="10177" y="1702"/>
                  </a:lnTo>
                  <a:cubicBezTo>
                    <a:pt x="8602" y="6491"/>
                    <a:pt x="8633" y="6333"/>
                    <a:pt x="8633" y="6459"/>
                  </a:cubicBezTo>
                  <a:cubicBezTo>
                    <a:pt x="8665" y="7562"/>
                    <a:pt x="9578" y="8444"/>
                    <a:pt x="10681" y="8444"/>
                  </a:cubicBezTo>
                  <a:cubicBezTo>
                    <a:pt x="11815" y="8444"/>
                    <a:pt x="12729" y="7562"/>
                    <a:pt x="12729" y="6459"/>
                  </a:cubicBezTo>
                  <a:cubicBezTo>
                    <a:pt x="12729" y="6333"/>
                    <a:pt x="12760" y="6491"/>
                    <a:pt x="11185" y="1702"/>
                  </a:cubicBezTo>
                  <a:lnTo>
                    <a:pt x="11437" y="1702"/>
                  </a:lnTo>
                  <a:cubicBezTo>
                    <a:pt x="11626" y="1702"/>
                    <a:pt x="11815" y="1576"/>
                    <a:pt x="11847" y="1356"/>
                  </a:cubicBezTo>
                  <a:cubicBezTo>
                    <a:pt x="11910" y="1104"/>
                    <a:pt x="11689" y="852"/>
                    <a:pt x="11437" y="852"/>
                  </a:cubicBezTo>
                  <a:lnTo>
                    <a:pt x="7530" y="852"/>
                  </a:lnTo>
                  <a:cubicBezTo>
                    <a:pt x="7373" y="347"/>
                    <a:pt x="6900" y="1"/>
                    <a:pt x="633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 name="TextBox 8"/>
          <p:cNvSpPr txBox="1"/>
          <p:nvPr/>
        </p:nvSpPr>
        <p:spPr>
          <a:xfrm>
            <a:off x="5349240" y="1179576"/>
            <a:ext cx="3108960" cy="292608"/>
          </a:xfrm>
          <a:prstGeom prst="rect">
            <a:avLst/>
          </a:prstGeom>
          <a:noFill/>
        </p:spPr>
        <p:txBody>
          <a:bodyPr wrap="square" anchor="t" lIns="0" rIns="0" tIns="0" bIns="0">
            <a:spAutoFit/>
          </a:bodyPr>
          <a:lstStyle/>
          <a:p>
            <a:pPr algn="l"/>
            <a:r>
              <a:rPr sz="1350" b="1" i="0">
                <a:solidFill>
                  <a:srgbClr val="0D3C4C"/>
                </a:solidFill>
                <a:latin typeface="Cabin"/>
              </a:rPr>
              <a:t>Calibrated</a:t>
            </a:r>
          </a:p>
        </p:txBody>
      </p:sp>
      <p:sp>
        <p:nvSpPr>
          <p:cNvPr id="10" name="TextBox 9"/>
          <p:cNvSpPr txBox="1"/>
          <p:nvPr/>
        </p:nvSpPr>
        <p:spPr>
          <a:xfrm>
            <a:off x="5349240" y="1472184"/>
            <a:ext cx="3108960" cy="457200"/>
          </a:xfrm>
          <a:prstGeom prst="rect">
            <a:avLst/>
          </a:prstGeom>
          <a:noFill/>
        </p:spPr>
        <p:txBody>
          <a:bodyPr wrap="square" anchor="t" lIns="0" rIns="0" tIns="0" bIns="0">
            <a:spAutoFit/>
          </a:bodyPr>
          <a:lstStyle/>
          <a:p>
            <a:pPr algn="l"/>
            <a:r>
              <a:rPr sz="1150" b="0" i="0">
                <a:solidFill>
                  <a:srgbClr val="4F6A73"/>
                </a:solidFill>
                <a:latin typeface="Nanum Gothic"/>
              </a:rPr>
              <a:t>patients given 20% have CVD about 20% of the time</a:t>
            </a:r>
          </a:p>
        </p:txBody>
      </p:sp>
      <p:sp>
        <p:nvSpPr>
          <p:cNvPr id="11" name="Oval 10"/>
          <p:cNvSpPr/>
          <p:nvPr/>
        </p:nvSpPr>
        <p:spPr>
          <a:xfrm>
            <a:off x="4709160" y="2075688"/>
            <a:ext cx="502920" cy="502920"/>
          </a:xfrm>
          <a:prstGeom prst="ellipse">
            <a:avLst/>
          </a:prstGeom>
          <a:solidFill>
            <a:srgbClr val="0D3C4C"/>
          </a:solidFill>
          <a:ln>
            <a:noFill/>
          </a:ln>
        </p:spPr>
        <p:txBody>
          <a:bodyPr rtlCol="0" anchor="ctr" lIns="73152" rIns="73152" tIns="27432" bIns="27432"/>
          <a:lstStyle/>
          <a:p>
            <a:pPr algn="ctr"/>
          </a:p>
        </p:txBody>
      </p:sp>
      <p:grpSp>
        <p:nvGrpSpPr>
          <p:cNvPr id="12" name="icon people"/>
          <p:cNvGrpSpPr/>
          <p:nvPr/>
        </p:nvGrpSpPr>
        <p:grpSpPr>
          <a:xfrm>
            <a:off x="4819802" y="2187101"/>
            <a:ext cx="281635" cy="280093"/>
            <a:chOff x="-5971525" y="3273750"/>
            <a:chExt cx="292250" cy="290650"/>
          </a:xfrm>
        </p:grpSpPr>
        <p:sp>
          <p:nvSpPr>
            <p:cNvPr id="13" name="Google Shape;8670;p66"/>
            <p:cNvSpPr/>
            <p:nvPr/>
          </p:nvSpPr>
          <p:spPr>
            <a:xfrm>
              <a:off x="-5868325" y="3273750"/>
              <a:ext cx="85075" cy="84300"/>
            </a:xfrm>
            <a:custGeom>
              <a:rect b="b" l="l" r="r" t="t"/>
              <a:pathLst>
                <a:path extrusionOk="0" h="3372" w="3403">
                  <a:moveTo>
                    <a:pt x="1701" y="0"/>
                  </a:moveTo>
                  <a:cubicBezTo>
                    <a:pt x="788" y="0"/>
                    <a:pt x="0" y="756"/>
                    <a:pt x="0" y="1702"/>
                  </a:cubicBezTo>
                  <a:cubicBezTo>
                    <a:pt x="0" y="2615"/>
                    <a:pt x="788" y="3371"/>
                    <a:pt x="1701" y="3371"/>
                  </a:cubicBezTo>
                  <a:cubicBezTo>
                    <a:pt x="2646" y="3371"/>
                    <a:pt x="3403" y="2615"/>
                    <a:pt x="3403" y="1702"/>
                  </a:cubicBezTo>
                  <a:cubicBezTo>
                    <a:pt x="3403" y="756"/>
                    <a:pt x="2646" y="0"/>
                    <a:pt x="170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8671;p66"/>
            <p:cNvSpPr/>
            <p:nvPr/>
          </p:nvSpPr>
          <p:spPr>
            <a:xfrm>
              <a:off x="-5971525" y="3308400"/>
              <a:ext cx="292250" cy="256000"/>
            </a:xfrm>
            <a:custGeom>
              <a:rect b="b" l="l" r="r" t="t"/>
              <a:pathLst>
                <a:path extrusionOk="0" h="10240" w="11690">
                  <a:moveTo>
                    <a:pt x="2049" y="1"/>
                  </a:moveTo>
                  <a:cubicBezTo>
                    <a:pt x="1324" y="1"/>
                    <a:pt x="694" y="599"/>
                    <a:pt x="694" y="1355"/>
                  </a:cubicBezTo>
                  <a:cubicBezTo>
                    <a:pt x="694" y="1733"/>
                    <a:pt x="852" y="2080"/>
                    <a:pt x="1072" y="2300"/>
                  </a:cubicBezTo>
                  <a:cubicBezTo>
                    <a:pt x="442" y="2647"/>
                    <a:pt x="1" y="3340"/>
                    <a:pt x="1" y="4096"/>
                  </a:cubicBezTo>
                  <a:lnTo>
                    <a:pt x="1" y="5766"/>
                  </a:lnTo>
                  <a:cubicBezTo>
                    <a:pt x="1" y="6207"/>
                    <a:pt x="284" y="6617"/>
                    <a:pt x="694" y="6774"/>
                  </a:cubicBezTo>
                  <a:lnTo>
                    <a:pt x="694" y="8538"/>
                  </a:lnTo>
                  <a:cubicBezTo>
                    <a:pt x="694" y="9074"/>
                    <a:pt x="1167" y="9546"/>
                    <a:pt x="1702" y="9546"/>
                  </a:cubicBezTo>
                  <a:lnTo>
                    <a:pt x="2364" y="9546"/>
                  </a:lnTo>
                  <a:cubicBezTo>
                    <a:pt x="2931" y="9546"/>
                    <a:pt x="3403" y="9074"/>
                    <a:pt x="3403" y="8538"/>
                  </a:cubicBezTo>
                  <a:lnTo>
                    <a:pt x="3403" y="6774"/>
                  </a:lnTo>
                  <a:cubicBezTo>
                    <a:pt x="3529" y="6711"/>
                    <a:pt x="3624" y="6648"/>
                    <a:pt x="3750" y="6522"/>
                  </a:cubicBezTo>
                  <a:cubicBezTo>
                    <a:pt x="3876" y="6585"/>
                    <a:pt x="3939" y="6680"/>
                    <a:pt x="4097" y="6774"/>
                  </a:cubicBezTo>
                  <a:lnTo>
                    <a:pt x="4097" y="9200"/>
                  </a:lnTo>
                  <a:cubicBezTo>
                    <a:pt x="4097" y="9735"/>
                    <a:pt x="4569" y="10240"/>
                    <a:pt x="5136" y="10240"/>
                  </a:cubicBezTo>
                  <a:lnTo>
                    <a:pt x="6522" y="10240"/>
                  </a:lnTo>
                  <a:cubicBezTo>
                    <a:pt x="7058" y="10240"/>
                    <a:pt x="7562" y="9767"/>
                    <a:pt x="7562" y="9200"/>
                  </a:cubicBezTo>
                  <a:lnTo>
                    <a:pt x="7562" y="6774"/>
                  </a:lnTo>
                  <a:cubicBezTo>
                    <a:pt x="7688" y="6711"/>
                    <a:pt x="7814" y="6648"/>
                    <a:pt x="7940" y="6522"/>
                  </a:cubicBezTo>
                  <a:cubicBezTo>
                    <a:pt x="8035" y="6585"/>
                    <a:pt x="8129" y="6680"/>
                    <a:pt x="8287" y="6774"/>
                  </a:cubicBezTo>
                  <a:lnTo>
                    <a:pt x="8287" y="8538"/>
                  </a:lnTo>
                  <a:cubicBezTo>
                    <a:pt x="8287" y="9074"/>
                    <a:pt x="8759" y="9546"/>
                    <a:pt x="9295" y="9546"/>
                  </a:cubicBezTo>
                  <a:lnTo>
                    <a:pt x="9988" y="9546"/>
                  </a:lnTo>
                  <a:cubicBezTo>
                    <a:pt x="10524" y="9546"/>
                    <a:pt x="10996" y="9074"/>
                    <a:pt x="10996" y="8538"/>
                  </a:cubicBezTo>
                  <a:lnTo>
                    <a:pt x="10996" y="6774"/>
                  </a:lnTo>
                  <a:cubicBezTo>
                    <a:pt x="11406" y="6617"/>
                    <a:pt x="11658" y="6238"/>
                    <a:pt x="11658" y="5766"/>
                  </a:cubicBezTo>
                  <a:lnTo>
                    <a:pt x="11658" y="4096"/>
                  </a:lnTo>
                  <a:cubicBezTo>
                    <a:pt x="11689" y="3340"/>
                    <a:pt x="11280" y="2678"/>
                    <a:pt x="10650" y="2300"/>
                  </a:cubicBezTo>
                  <a:cubicBezTo>
                    <a:pt x="10870" y="2080"/>
                    <a:pt x="11028" y="1733"/>
                    <a:pt x="11028" y="1355"/>
                  </a:cubicBezTo>
                  <a:cubicBezTo>
                    <a:pt x="11028" y="599"/>
                    <a:pt x="10398" y="1"/>
                    <a:pt x="9641" y="1"/>
                  </a:cubicBezTo>
                  <a:cubicBezTo>
                    <a:pt x="8917" y="1"/>
                    <a:pt x="8287" y="599"/>
                    <a:pt x="8287" y="1355"/>
                  </a:cubicBezTo>
                  <a:cubicBezTo>
                    <a:pt x="8287" y="1733"/>
                    <a:pt x="8444" y="2080"/>
                    <a:pt x="8665" y="2300"/>
                  </a:cubicBezTo>
                  <a:cubicBezTo>
                    <a:pt x="8444" y="2426"/>
                    <a:pt x="8224" y="2584"/>
                    <a:pt x="8066" y="2773"/>
                  </a:cubicBezTo>
                  <a:cubicBezTo>
                    <a:pt x="7972" y="2521"/>
                    <a:pt x="7751" y="2237"/>
                    <a:pt x="7562" y="2017"/>
                  </a:cubicBezTo>
                  <a:cubicBezTo>
                    <a:pt x="7216" y="2395"/>
                    <a:pt x="6743" y="2584"/>
                    <a:pt x="6239" y="2647"/>
                  </a:cubicBezTo>
                  <a:lnTo>
                    <a:pt x="6239" y="4380"/>
                  </a:lnTo>
                  <a:cubicBezTo>
                    <a:pt x="6239" y="4604"/>
                    <a:pt x="6043" y="4722"/>
                    <a:pt x="5851" y="4722"/>
                  </a:cubicBezTo>
                  <a:cubicBezTo>
                    <a:pt x="5665" y="4722"/>
                    <a:pt x="5483" y="4612"/>
                    <a:pt x="5483" y="4380"/>
                  </a:cubicBezTo>
                  <a:lnTo>
                    <a:pt x="5483" y="2647"/>
                  </a:lnTo>
                  <a:cubicBezTo>
                    <a:pt x="4979" y="2584"/>
                    <a:pt x="4506" y="2332"/>
                    <a:pt x="4160" y="2017"/>
                  </a:cubicBezTo>
                  <a:cubicBezTo>
                    <a:pt x="3908" y="2237"/>
                    <a:pt x="3750" y="2521"/>
                    <a:pt x="3624" y="2773"/>
                  </a:cubicBezTo>
                  <a:cubicBezTo>
                    <a:pt x="3466" y="2584"/>
                    <a:pt x="3277" y="2426"/>
                    <a:pt x="3057" y="2300"/>
                  </a:cubicBezTo>
                  <a:cubicBezTo>
                    <a:pt x="3277" y="2080"/>
                    <a:pt x="3435" y="1733"/>
                    <a:pt x="3435" y="1355"/>
                  </a:cubicBezTo>
                  <a:cubicBezTo>
                    <a:pt x="3435" y="599"/>
                    <a:pt x="2805" y="1"/>
                    <a:pt x="204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 name="TextBox 14"/>
          <p:cNvSpPr txBox="1"/>
          <p:nvPr/>
        </p:nvSpPr>
        <p:spPr>
          <a:xfrm>
            <a:off x="5349240" y="2048256"/>
            <a:ext cx="3108960" cy="292608"/>
          </a:xfrm>
          <a:prstGeom prst="rect">
            <a:avLst/>
          </a:prstGeom>
          <a:noFill/>
        </p:spPr>
        <p:txBody>
          <a:bodyPr wrap="square" anchor="t" lIns="0" rIns="0" tIns="0" bIns="0">
            <a:spAutoFit/>
          </a:bodyPr>
          <a:lstStyle/>
          <a:p>
            <a:pPr algn="l"/>
            <a:r>
              <a:rPr sz="1350" b="1" i="0">
                <a:solidFill>
                  <a:srgbClr val="0D3C4C"/>
                </a:solidFill>
                <a:latin typeface="Cabin"/>
              </a:rPr>
              <a:t>Women and men alike</a:t>
            </a:r>
          </a:p>
        </p:txBody>
      </p:sp>
      <p:sp>
        <p:nvSpPr>
          <p:cNvPr id="16" name="TextBox 15"/>
          <p:cNvSpPr txBox="1"/>
          <p:nvPr/>
        </p:nvSpPr>
        <p:spPr>
          <a:xfrm>
            <a:off x="5349240" y="2340864"/>
            <a:ext cx="3108960" cy="457200"/>
          </a:xfrm>
          <a:prstGeom prst="rect">
            <a:avLst/>
          </a:prstGeom>
          <a:noFill/>
        </p:spPr>
        <p:txBody>
          <a:bodyPr wrap="square" anchor="t" lIns="0" rIns="0" tIns="0" bIns="0">
            <a:spAutoFit/>
          </a:bodyPr>
          <a:lstStyle/>
          <a:p>
            <a:pPr algn="l"/>
            <a:r>
              <a:rPr sz="1150" b="0" i="0">
                <a:solidFill>
                  <a:srgbClr val="4F6A73"/>
                </a:solidFill>
                <a:latin typeface="Nanum Gothic"/>
              </a:rPr>
              <a:t>AUC 0.803 and 0.808</a:t>
            </a:r>
          </a:p>
        </p:txBody>
      </p:sp>
      <p:sp>
        <p:nvSpPr>
          <p:cNvPr id="17" name="Oval 16"/>
          <p:cNvSpPr/>
          <p:nvPr/>
        </p:nvSpPr>
        <p:spPr>
          <a:xfrm>
            <a:off x="4709160" y="2944368"/>
            <a:ext cx="502920" cy="502920"/>
          </a:xfrm>
          <a:prstGeom prst="ellipse">
            <a:avLst/>
          </a:prstGeom>
          <a:solidFill>
            <a:srgbClr val="0D3C4C"/>
          </a:solidFill>
          <a:ln>
            <a:noFill/>
          </a:ln>
        </p:spPr>
        <p:txBody>
          <a:bodyPr rtlCol="0" anchor="ctr" lIns="73152" rIns="73152" tIns="27432" bIns="27432"/>
          <a:lstStyle/>
          <a:p>
            <a:pPr algn="ctr"/>
          </a:p>
        </p:txBody>
      </p:sp>
      <p:sp>
        <p:nvSpPr>
          <p:cNvPr id="18" name="icon hourglass"/>
          <p:cNvSpPr/>
          <p:nvPr/>
        </p:nvSpPr>
        <p:spPr>
          <a:xfrm>
            <a:off x="4859125" y="3055010"/>
            <a:ext cx="202989" cy="281635"/>
          </a:xfrm>
          <a:custGeom>
            <a:rect b="b" l="l" r="r" t="t"/>
            <a:pathLst>
              <a:path extrusionOk="0" h="12634" w="9106">
                <a:moveTo>
                  <a:pt x="7499" y="788"/>
                </a:moveTo>
                <a:lnTo>
                  <a:pt x="7499" y="1859"/>
                </a:lnTo>
                <a:cubicBezTo>
                  <a:pt x="7499" y="2426"/>
                  <a:pt x="7373" y="3025"/>
                  <a:pt x="7121" y="3529"/>
                </a:cubicBezTo>
                <a:cubicBezTo>
                  <a:pt x="6806" y="3466"/>
                  <a:pt x="6554" y="3434"/>
                  <a:pt x="6239" y="3434"/>
                </a:cubicBezTo>
                <a:cubicBezTo>
                  <a:pt x="5546" y="3434"/>
                  <a:pt x="4916" y="3592"/>
                  <a:pt x="4380" y="3844"/>
                </a:cubicBezTo>
                <a:cubicBezTo>
                  <a:pt x="3907" y="4096"/>
                  <a:pt x="3403" y="4222"/>
                  <a:pt x="2931" y="4222"/>
                </a:cubicBezTo>
                <a:cubicBezTo>
                  <a:pt x="2710" y="4222"/>
                  <a:pt x="2521" y="4159"/>
                  <a:pt x="2364" y="4127"/>
                </a:cubicBezTo>
                <a:cubicBezTo>
                  <a:pt x="2301" y="4001"/>
                  <a:pt x="2206" y="3938"/>
                  <a:pt x="2175" y="3812"/>
                </a:cubicBezTo>
                <a:cubicBezTo>
                  <a:pt x="1860" y="3277"/>
                  <a:pt x="1702" y="2552"/>
                  <a:pt x="1702" y="1859"/>
                </a:cubicBezTo>
                <a:lnTo>
                  <a:pt x="1702" y="788"/>
                </a:lnTo>
                <a:close/>
                <a:moveTo>
                  <a:pt x="5357" y="7278"/>
                </a:moveTo>
                <a:cubicBezTo>
                  <a:pt x="5451" y="7372"/>
                  <a:pt x="5546" y="7435"/>
                  <a:pt x="5672" y="7467"/>
                </a:cubicBezTo>
                <a:cubicBezTo>
                  <a:pt x="6869" y="8066"/>
                  <a:pt x="7436" y="9420"/>
                  <a:pt x="7436" y="10743"/>
                </a:cubicBezTo>
                <a:lnTo>
                  <a:pt x="7436" y="11279"/>
                </a:lnTo>
                <a:lnTo>
                  <a:pt x="4821" y="9294"/>
                </a:lnTo>
                <a:cubicBezTo>
                  <a:pt x="4742" y="9231"/>
                  <a:pt x="4648" y="9200"/>
                  <a:pt x="4553" y="9200"/>
                </a:cubicBezTo>
                <a:cubicBezTo>
                  <a:pt x="4459" y="9200"/>
                  <a:pt x="4364" y="9231"/>
                  <a:pt x="4285" y="9294"/>
                </a:cubicBezTo>
                <a:lnTo>
                  <a:pt x="1671" y="11279"/>
                </a:lnTo>
                <a:lnTo>
                  <a:pt x="1671" y="10743"/>
                </a:lnTo>
                <a:cubicBezTo>
                  <a:pt x="1671" y="9357"/>
                  <a:pt x="2238" y="8066"/>
                  <a:pt x="3435" y="7467"/>
                </a:cubicBezTo>
                <a:cubicBezTo>
                  <a:pt x="3561" y="7435"/>
                  <a:pt x="3624" y="7372"/>
                  <a:pt x="3750" y="7278"/>
                </a:cubicBezTo>
                <a:lnTo>
                  <a:pt x="4191" y="8160"/>
                </a:lnTo>
                <a:cubicBezTo>
                  <a:pt x="4270" y="8318"/>
                  <a:pt x="4411" y="8396"/>
                  <a:pt x="4557" y="8396"/>
                </a:cubicBezTo>
                <a:cubicBezTo>
                  <a:pt x="4703" y="8396"/>
                  <a:pt x="4853" y="8318"/>
                  <a:pt x="4947" y="8160"/>
                </a:cubicBezTo>
                <a:lnTo>
                  <a:pt x="5357" y="7278"/>
                </a:lnTo>
                <a:close/>
                <a:moveTo>
                  <a:pt x="410" y="0"/>
                </a:moveTo>
                <a:cubicBezTo>
                  <a:pt x="158" y="0"/>
                  <a:pt x="1" y="189"/>
                  <a:pt x="1" y="410"/>
                </a:cubicBezTo>
                <a:cubicBezTo>
                  <a:pt x="1" y="630"/>
                  <a:pt x="190" y="788"/>
                  <a:pt x="410" y="788"/>
                </a:cubicBezTo>
                <a:lnTo>
                  <a:pt x="820" y="788"/>
                </a:lnTo>
                <a:lnTo>
                  <a:pt x="820" y="1859"/>
                </a:lnTo>
                <a:cubicBezTo>
                  <a:pt x="820" y="3749"/>
                  <a:pt x="1734" y="5199"/>
                  <a:pt x="3088" y="5860"/>
                </a:cubicBezTo>
                <a:cubicBezTo>
                  <a:pt x="3403" y="6018"/>
                  <a:pt x="3403" y="6585"/>
                  <a:pt x="3088" y="6742"/>
                </a:cubicBezTo>
                <a:cubicBezTo>
                  <a:pt x="1576" y="7467"/>
                  <a:pt x="820" y="9042"/>
                  <a:pt x="820" y="10743"/>
                </a:cubicBezTo>
                <a:lnTo>
                  <a:pt x="820" y="11815"/>
                </a:lnTo>
                <a:lnTo>
                  <a:pt x="410" y="11815"/>
                </a:lnTo>
                <a:cubicBezTo>
                  <a:pt x="158" y="11815"/>
                  <a:pt x="1" y="12004"/>
                  <a:pt x="1" y="12256"/>
                </a:cubicBezTo>
                <a:cubicBezTo>
                  <a:pt x="1" y="12476"/>
                  <a:pt x="190" y="12634"/>
                  <a:pt x="410" y="12634"/>
                </a:cubicBezTo>
                <a:lnTo>
                  <a:pt x="8665" y="12634"/>
                </a:lnTo>
                <a:cubicBezTo>
                  <a:pt x="8917" y="12634"/>
                  <a:pt x="9106" y="12445"/>
                  <a:pt x="9106" y="12256"/>
                </a:cubicBezTo>
                <a:cubicBezTo>
                  <a:pt x="9106" y="12004"/>
                  <a:pt x="8917" y="11815"/>
                  <a:pt x="8665" y="11815"/>
                </a:cubicBezTo>
                <a:lnTo>
                  <a:pt x="8287" y="11815"/>
                </a:lnTo>
                <a:lnTo>
                  <a:pt x="8287" y="10743"/>
                </a:lnTo>
                <a:cubicBezTo>
                  <a:pt x="8287" y="9042"/>
                  <a:pt x="7530" y="7467"/>
                  <a:pt x="6018" y="6742"/>
                </a:cubicBezTo>
                <a:cubicBezTo>
                  <a:pt x="5703" y="6585"/>
                  <a:pt x="5672" y="6018"/>
                  <a:pt x="6018" y="5860"/>
                </a:cubicBezTo>
                <a:cubicBezTo>
                  <a:pt x="7530" y="5136"/>
                  <a:pt x="8287" y="3560"/>
                  <a:pt x="8287" y="1859"/>
                </a:cubicBezTo>
                <a:lnTo>
                  <a:pt x="8287" y="788"/>
                </a:lnTo>
                <a:lnTo>
                  <a:pt x="8665" y="788"/>
                </a:lnTo>
                <a:cubicBezTo>
                  <a:pt x="8917" y="788"/>
                  <a:pt x="9106" y="599"/>
                  <a:pt x="9106" y="410"/>
                </a:cubicBezTo>
                <a:cubicBezTo>
                  <a:pt x="9106" y="158"/>
                  <a:pt x="8917" y="0"/>
                  <a:pt x="866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TextBox 18"/>
          <p:cNvSpPr txBox="1"/>
          <p:nvPr/>
        </p:nvSpPr>
        <p:spPr>
          <a:xfrm>
            <a:off x="5349240" y="2916936"/>
            <a:ext cx="3108960" cy="292608"/>
          </a:xfrm>
          <a:prstGeom prst="rect">
            <a:avLst/>
          </a:prstGeom>
          <a:noFill/>
        </p:spPr>
        <p:txBody>
          <a:bodyPr wrap="square" anchor="t" lIns="0" rIns="0" tIns="0" bIns="0">
            <a:spAutoFit/>
          </a:bodyPr>
          <a:lstStyle/>
          <a:p>
            <a:pPr algn="l"/>
            <a:r>
              <a:rPr sz="1350" b="1" i="0">
                <a:solidFill>
                  <a:srgbClr val="0D3C4C"/>
                </a:solidFill>
                <a:latin typeface="Cabin"/>
              </a:rPr>
              <a:t>Weaker over 60</a:t>
            </a:r>
          </a:p>
        </p:txBody>
      </p:sp>
      <p:sp>
        <p:nvSpPr>
          <p:cNvPr id="20" name="TextBox 19"/>
          <p:cNvSpPr txBox="1"/>
          <p:nvPr/>
        </p:nvSpPr>
        <p:spPr>
          <a:xfrm>
            <a:off x="5349240" y="3209544"/>
            <a:ext cx="3108960" cy="457200"/>
          </a:xfrm>
          <a:prstGeom prst="rect">
            <a:avLst/>
          </a:prstGeom>
          <a:noFill/>
        </p:spPr>
        <p:txBody>
          <a:bodyPr wrap="square" anchor="t" lIns="0" rIns="0" tIns="0" bIns="0">
            <a:spAutoFit/>
          </a:bodyPr>
          <a:lstStyle/>
          <a:p>
            <a:pPr algn="l"/>
            <a:r>
              <a:rPr sz="1150" b="0" i="0">
                <a:solidFill>
                  <a:srgbClr val="4F6A73"/>
                </a:solidFill>
                <a:latin typeface="Nanum Gothic"/>
              </a:rPr>
              <a:t>AUC 0.72, against 0.84 under 50</a:t>
            </a:r>
          </a:p>
        </p:txBody>
      </p:sp>
      <p:sp>
        <p:nvSpPr>
          <p:cNvPr id="21" name="Oval 20"/>
          <p:cNvSpPr/>
          <p:nvPr/>
        </p:nvSpPr>
        <p:spPr>
          <a:xfrm>
            <a:off x="4709160" y="3813048"/>
            <a:ext cx="502920" cy="502920"/>
          </a:xfrm>
          <a:prstGeom prst="ellipse">
            <a:avLst/>
          </a:prstGeom>
          <a:solidFill>
            <a:srgbClr val="E05A4F"/>
          </a:solidFill>
          <a:ln>
            <a:noFill/>
          </a:ln>
        </p:spPr>
        <p:txBody>
          <a:bodyPr rtlCol="0" anchor="ctr" lIns="73152" rIns="73152" tIns="27432" bIns="27432"/>
          <a:lstStyle/>
          <a:p>
            <a:pPr algn="ctr"/>
          </a:p>
        </p:txBody>
      </p:sp>
      <p:grpSp>
        <p:nvGrpSpPr>
          <p:cNvPr id="22" name="icon target"/>
          <p:cNvGrpSpPr/>
          <p:nvPr/>
        </p:nvGrpSpPr>
        <p:grpSpPr>
          <a:xfrm>
            <a:off x="4819802" y="3924679"/>
            <a:ext cx="281635" cy="279657"/>
            <a:chOff x="-63250675" y="3744075"/>
            <a:chExt cx="320350" cy="318100"/>
          </a:xfrm>
        </p:grpSpPr>
        <p:sp>
          <p:nvSpPr>
            <p:cNvPr id="23" name="Google Shape;6534;p62"/>
            <p:cNvSpPr/>
            <p:nvPr/>
          </p:nvSpPr>
          <p:spPr>
            <a:xfrm>
              <a:off x="-63126250" y="3744075"/>
              <a:ext cx="195925" cy="192875"/>
            </a:xfrm>
            <a:custGeom>
              <a:rect b="b" l="l" r="r" t="t"/>
              <a:pathLst>
                <a:path extrusionOk="0" h="7715" w="7837">
                  <a:moveTo>
                    <a:pt x="6020" y="0"/>
                  </a:moveTo>
                  <a:cubicBezTo>
                    <a:pt x="5921" y="0"/>
                    <a:pt x="5820" y="37"/>
                    <a:pt x="5735" y="122"/>
                  </a:cubicBezTo>
                  <a:lnTo>
                    <a:pt x="4097" y="1760"/>
                  </a:lnTo>
                  <a:cubicBezTo>
                    <a:pt x="4034" y="1854"/>
                    <a:pt x="3971" y="1917"/>
                    <a:pt x="3971" y="2012"/>
                  </a:cubicBezTo>
                  <a:lnTo>
                    <a:pt x="3782" y="3304"/>
                  </a:lnTo>
                  <a:lnTo>
                    <a:pt x="1734" y="5351"/>
                  </a:lnTo>
                  <a:cubicBezTo>
                    <a:pt x="1576" y="5288"/>
                    <a:pt x="1387" y="5225"/>
                    <a:pt x="1230" y="5225"/>
                  </a:cubicBezTo>
                  <a:cubicBezTo>
                    <a:pt x="537" y="5225"/>
                    <a:pt x="1" y="5793"/>
                    <a:pt x="1" y="6486"/>
                  </a:cubicBezTo>
                  <a:cubicBezTo>
                    <a:pt x="1" y="7210"/>
                    <a:pt x="537" y="7714"/>
                    <a:pt x="1230" y="7714"/>
                  </a:cubicBezTo>
                  <a:cubicBezTo>
                    <a:pt x="1891" y="7714"/>
                    <a:pt x="2458" y="7179"/>
                    <a:pt x="2458" y="6486"/>
                  </a:cubicBezTo>
                  <a:cubicBezTo>
                    <a:pt x="2458" y="6297"/>
                    <a:pt x="2395" y="6139"/>
                    <a:pt x="2332" y="5982"/>
                  </a:cubicBezTo>
                  <a:lnTo>
                    <a:pt x="4380" y="3934"/>
                  </a:lnTo>
                  <a:lnTo>
                    <a:pt x="5672" y="3745"/>
                  </a:lnTo>
                  <a:cubicBezTo>
                    <a:pt x="5735" y="3745"/>
                    <a:pt x="5829" y="3713"/>
                    <a:pt x="5924" y="3619"/>
                  </a:cubicBezTo>
                  <a:lnTo>
                    <a:pt x="7562" y="1980"/>
                  </a:lnTo>
                  <a:cubicBezTo>
                    <a:pt x="7837" y="1706"/>
                    <a:pt x="7609" y="1254"/>
                    <a:pt x="7251" y="1254"/>
                  </a:cubicBezTo>
                  <a:cubicBezTo>
                    <a:pt x="7240" y="1254"/>
                    <a:pt x="7228" y="1255"/>
                    <a:pt x="7216" y="1256"/>
                  </a:cubicBezTo>
                  <a:lnTo>
                    <a:pt x="6302" y="1382"/>
                  </a:lnTo>
                  <a:lnTo>
                    <a:pt x="6428" y="468"/>
                  </a:lnTo>
                  <a:cubicBezTo>
                    <a:pt x="6472" y="203"/>
                    <a:pt x="6253" y="0"/>
                    <a:pt x="602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6535;p62"/>
            <p:cNvSpPr/>
            <p:nvPr/>
          </p:nvSpPr>
          <p:spPr>
            <a:xfrm>
              <a:off x="-63190025" y="3814050"/>
              <a:ext cx="186675" cy="185900"/>
            </a:xfrm>
            <a:custGeom>
              <a:rect b="b" l="l" r="r" t="t"/>
              <a:pathLst>
                <a:path extrusionOk="0" h="7436" w="7467">
                  <a:moveTo>
                    <a:pt x="3718" y="1"/>
                  </a:moveTo>
                  <a:cubicBezTo>
                    <a:pt x="1670" y="1"/>
                    <a:pt x="0" y="1670"/>
                    <a:pt x="0" y="3750"/>
                  </a:cubicBezTo>
                  <a:cubicBezTo>
                    <a:pt x="0" y="5797"/>
                    <a:pt x="1638" y="7436"/>
                    <a:pt x="3718" y="7436"/>
                  </a:cubicBezTo>
                  <a:cubicBezTo>
                    <a:pt x="5765" y="7436"/>
                    <a:pt x="7467" y="5797"/>
                    <a:pt x="7467" y="3750"/>
                  </a:cubicBezTo>
                  <a:cubicBezTo>
                    <a:pt x="7467" y="3151"/>
                    <a:pt x="7341" y="2647"/>
                    <a:pt x="7120" y="2143"/>
                  </a:cubicBezTo>
                  <a:lnTo>
                    <a:pt x="5828" y="3435"/>
                  </a:lnTo>
                  <a:cubicBezTo>
                    <a:pt x="5828" y="3498"/>
                    <a:pt x="5860" y="3624"/>
                    <a:pt x="5860" y="3718"/>
                  </a:cubicBezTo>
                  <a:cubicBezTo>
                    <a:pt x="5860" y="4852"/>
                    <a:pt x="4915" y="5797"/>
                    <a:pt x="3781" y="5797"/>
                  </a:cubicBezTo>
                  <a:cubicBezTo>
                    <a:pt x="2615" y="5797"/>
                    <a:pt x="1670" y="4852"/>
                    <a:pt x="1670" y="3718"/>
                  </a:cubicBezTo>
                  <a:cubicBezTo>
                    <a:pt x="1733" y="2552"/>
                    <a:pt x="2615" y="1607"/>
                    <a:pt x="3781" y="1607"/>
                  </a:cubicBezTo>
                  <a:cubicBezTo>
                    <a:pt x="3875" y="1607"/>
                    <a:pt x="3970" y="1607"/>
                    <a:pt x="4033" y="1670"/>
                  </a:cubicBezTo>
                  <a:lnTo>
                    <a:pt x="5356" y="347"/>
                  </a:lnTo>
                  <a:cubicBezTo>
                    <a:pt x="4883" y="127"/>
                    <a:pt x="4316" y="1"/>
                    <a:pt x="371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6536;p62"/>
            <p:cNvSpPr/>
            <p:nvPr/>
          </p:nvSpPr>
          <p:spPr>
            <a:xfrm>
              <a:off x="-63250675" y="3751050"/>
              <a:ext cx="311125" cy="311125"/>
            </a:xfrm>
            <a:custGeom>
              <a:rect b="b" l="l" r="r" t="t"/>
              <a:pathLst>
                <a:path extrusionOk="0" h="12445" w="12445">
                  <a:moveTo>
                    <a:pt x="6270" y="0"/>
                  </a:moveTo>
                  <a:cubicBezTo>
                    <a:pt x="2773" y="0"/>
                    <a:pt x="0" y="2804"/>
                    <a:pt x="0" y="6238"/>
                  </a:cubicBezTo>
                  <a:cubicBezTo>
                    <a:pt x="0" y="9641"/>
                    <a:pt x="2804" y="12445"/>
                    <a:pt x="6238" y="12445"/>
                  </a:cubicBezTo>
                  <a:cubicBezTo>
                    <a:pt x="9672" y="12445"/>
                    <a:pt x="12445" y="9641"/>
                    <a:pt x="12445" y="6238"/>
                  </a:cubicBezTo>
                  <a:cubicBezTo>
                    <a:pt x="12445" y="5325"/>
                    <a:pt x="12256" y="4411"/>
                    <a:pt x="11878" y="3592"/>
                  </a:cubicBezTo>
                  <a:lnTo>
                    <a:pt x="11563" y="3907"/>
                  </a:lnTo>
                  <a:cubicBezTo>
                    <a:pt x="11342" y="4096"/>
                    <a:pt x="11121" y="4222"/>
                    <a:pt x="10838" y="4253"/>
                  </a:cubicBezTo>
                  <a:lnTo>
                    <a:pt x="10397" y="4348"/>
                  </a:lnTo>
                  <a:cubicBezTo>
                    <a:pt x="10680" y="4915"/>
                    <a:pt x="10806" y="5545"/>
                    <a:pt x="10806" y="6238"/>
                  </a:cubicBezTo>
                  <a:cubicBezTo>
                    <a:pt x="10806" y="8759"/>
                    <a:pt x="8759" y="10743"/>
                    <a:pt x="6270" y="10743"/>
                  </a:cubicBezTo>
                  <a:cubicBezTo>
                    <a:pt x="3781" y="10743"/>
                    <a:pt x="1733" y="8696"/>
                    <a:pt x="1733" y="6238"/>
                  </a:cubicBezTo>
                  <a:cubicBezTo>
                    <a:pt x="1733" y="3718"/>
                    <a:pt x="3781" y="1670"/>
                    <a:pt x="6270" y="1670"/>
                  </a:cubicBezTo>
                  <a:cubicBezTo>
                    <a:pt x="6931" y="1670"/>
                    <a:pt x="7561" y="1796"/>
                    <a:pt x="8160" y="2048"/>
                  </a:cubicBezTo>
                  <a:lnTo>
                    <a:pt x="8254" y="1607"/>
                  </a:lnTo>
                  <a:cubicBezTo>
                    <a:pt x="8286" y="1355"/>
                    <a:pt x="8412" y="1103"/>
                    <a:pt x="8601" y="914"/>
                  </a:cubicBezTo>
                  <a:lnTo>
                    <a:pt x="8916" y="599"/>
                  </a:lnTo>
                  <a:cubicBezTo>
                    <a:pt x="8097" y="189"/>
                    <a:pt x="7215" y="0"/>
                    <a:pt x="627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 name="TextBox 25"/>
          <p:cNvSpPr txBox="1"/>
          <p:nvPr/>
        </p:nvSpPr>
        <p:spPr>
          <a:xfrm>
            <a:off x="5349240" y="3785615"/>
            <a:ext cx="3108960" cy="292608"/>
          </a:xfrm>
          <a:prstGeom prst="rect">
            <a:avLst/>
          </a:prstGeom>
          <a:noFill/>
        </p:spPr>
        <p:txBody>
          <a:bodyPr wrap="square" anchor="t" lIns="0" rIns="0" tIns="0" bIns="0">
            <a:spAutoFit/>
          </a:bodyPr>
          <a:lstStyle/>
          <a:p>
            <a:pPr algn="l"/>
            <a:r>
              <a:rPr sz="1350" b="1" i="0">
                <a:solidFill>
                  <a:srgbClr val="0D3C4C"/>
                </a:solidFill>
                <a:latin typeface="Cabin"/>
              </a:rPr>
              <a:t>1 in 5 sick? 44% of flags right</a:t>
            </a:r>
          </a:p>
        </p:txBody>
      </p:sp>
      <p:sp>
        <p:nvSpPr>
          <p:cNvPr id="27" name="TextBox 26"/>
          <p:cNvSpPr txBox="1"/>
          <p:nvPr/>
        </p:nvSpPr>
        <p:spPr>
          <a:xfrm>
            <a:off x="5349240" y="4078224"/>
            <a:ext cx="3108960" cy="457200"/>
          </a:xfrm>
          <a:prstGeom prst="rect">
            <a:avLst/>
          </a:prstGeom>
          <a:noFill/>
        </p:spPr>
        <p:txBody>
          <a:bodyPr wrap="square" anchor="t" lIns="0" rIns="0" tIns="0" bIns="0">
            <a:spAutoFit/>
          </a:bodyPr>
          <a:lstStyle/>
          <a:p>
            <a:pPr algn="l"/>
            <a:r>
              <a:rPr sz="1150" b="0" i="0">
                <a:solidFill>
                  <a:srgbClr val="4F6A73"/>
                </a:solidFill>
                <a:latin typeface="Nanum Gothic"/>
              </a:rPr>
              <a:t>a reason to look closer, not a diagnosis</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xmlns:p14="http://schemas.microsoft.com/office/powerpoint/2010/main" spd="slow" p14:dur="900">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marL="0" indent="0">
              <a:buNone/>
            </a:pPr>
            <a:r>
              <a:t>Checking a new patient</a:t>
            </a:r>
          </a:p>
        </p:txBody>
      </p:sp>
      <p:sp>
        <p:nvSpPr>
          <p:cNvPr id="3" name="Rounded Rectangle 2"/>
          <p:cNvSpPr/>
          <p:nvPr/>
        </p:nvSpPr>
        <p:spPr>
          <a:xfrm>
            <a:off x="722376" y="1188720"/>
            <a:ext cx="7708392" cy="2514600"/>
          </a:xfrm>
          <a:prstGeom prst="roundRect">
            <a:avLst>
              <a:gd name="adj" fmla="val 6000"/>
            </a:avLst>
          </a:prstGeom>
          <a:solidFill>
            <a:srgbClr val="0D3C4C"/>
          </a:solidFill>
          <a:ln>
            <a:noFill/>
          </a:ln>
        </p:spPr>
        <p:txBody>
          <a:bodyPr rtlCol="0" anchor="ctr" lIns="73152" rIns="73152" tIns="27432" bIns="27432"/>
          <a:lstStyle/>
          <a:p>
            <a:pPr algn="ctr"/>
          </a:p>
        </p:txBody>
      </p:sp>
      <p:sp>
        <p:nvSpPr>
          <p:cNvPr id="4" name="TextBox 3"/>
          <p:cNvSpPr txBox="1"/>
          <p:nvPr/>
        </p:nvSpPr>
        <p:spPr>
          <a:xfrm>
            <a:off x="914400" y="1298448"/>
            <a:ext cx="7315200" cy="2377440"/>
          </a:xfrm>
          <a:prstGeom prst="rect">
            <a:avLst/>
          </a:prstGeom>
          <a:noFill/>
        </p:spPr>
        <p:txBody>
          <a:bodyPr wrap="square" anchor="t" lIns="0" rIns="0" tIns="0" bIns="0">
            <a:spAutoFit/>
          </a:bodyPr>
          <a:lstStyle/>
          <a:p>
            <a:pPr algn="l"/>
            <a:r>
              <a:rPr sz="1050" b="1" i="0">
                <a:solidFill>
                  <a:srgbClr val="99D0E2"/>
                </a:solidFill>
                <a:latin typeface="Consolas"/>
              </a:rPr>
              <a:t>bundle = load_final()</a:t>
            </a:r>
          </a:p>
          <a:p>
            <a:pPr algn="l">
              <a:spcBef>
                <a:spcPts val="300"/>
              </a:spcBef>
            </a:pPr>
            <a:r>
              <a:rPr sz="1050" b="1" i="0">
                <a:solidFill>
                  <a:srgbClr val="99D0E2"/>
                </a:solidFill>
                <a:latin typeface="Consolas"/>
              </a:rPr>
              <a:t>assess(bundle, patient(age=62, sex="male", height=172, weight=98,</a:t>
            </a:r>
          </a:p>
          <a:p>
            <a:pPr algn="l">
              <a:spcBef>
                <a:spcPts val="300"/>
              </a:spcBef>
            </a:pPr>
            <a:r>
              <a:rPr sz="1050" b="1" i="0">
                <a:solidFill>
                  <a:srgbClr val="99D0E2"/>
                </a:solidFill>
                <a:latin typeface="Consolas"/>
              </a:rPr>
              <a:t>                       systolic=165, diastolic=100, cholesterol=3))</a:t>
            </a:r>
          </a:p>
          <a:p>
            <a:pPr algn="l">
              <a:spcBef>
                <a:spcPts val="300"/>
              </a:spcBef>
            </a:pPr>
            <a:r>
              <a:rPr sz="1050" b="0" i="0">
                <a:solidFill>
                  <a:srgbClr val="FFFFFF"/>
                </a:solidFill>
                <a:latin typeface="Consolas"/>
              </a:rPr>
              <a:t>risk of cardiovascular disease: 87%</a:t>
            </a:r>
          </a:p>
          <a:p>
            <a:pPr algn="l">
              <a:spcBef>
                <a:spcPts val="300"/>
              </a:spcBef>
            </a:pPr>
            <a:r>
              <a:rPr sz="1050" b="0" i="0">
                <a:solidFill>
                  <a:srgbClr val="FFFFFF"/>
                </a:solidFill>
                <a:latin typeface="Consolas"/>
              </a:rPr>
              <a:t>verdict: cardiovascular disease likely</a:t>
            </a:r>
          </a:p>
          <a:p>
            <a:pPr algn="l">
              <a:spcBef>
                <a:spcPts val="300"/>
              </a:spcBef>
            </a:pPr>
            <a:r>
              <a:rPr sz="1050" b="0" i="0">
                <a:solidFill>
                  <a:srgbClr val="FFFFFF"/>
                </a:solidFill>
                <a:latin typeface="Consolas"/>
              </a:rPr>
              <a:t>screening (cut-off 0.38): refer for examination</a:t>
            </a:r>
          </a:p>
          <a:p>
            <a:pPr algn="l">
              <a:spcBef>
                <a:spcPts val="300"/>
              </a:spcBef>
            </a:pPr>
            <a:r>
              <a:rPr sz="1050" b="0" i="0">
                <a:solidFill>
                  <a:srgbClr val="FFFFFF"/>
                </a:solidFill>
                <a:latin typeface="Consolas"/>
              </a:rPr>
              <a:t>clinical points score: 50 points, risk 95%</a:t>
            </a:r>
          </a:p>
          <a:p>
            <a:pPr algn="l">
              <a:spcBef>
                <a:spcPts val="300"/>
              </a:spcBef>
            </a:pPr>
            <a:r>
              <a:rPr sz="1050" b="0" i="0">
                <a:solidFill>
                  <a:srgbClr val="FFFFFF"/>
                </a:solidFill>
                <a:latin typeface="Consolas"/>
              </a:rPr>
              <a:t>   +11  Age (years): 60+</a:t>
            </a:r>
          </a:p>
          <a:p>
            <a:pPr algn="l">
              <a:spcBef>
                <a:spcPts val="300"/>
              </a:spcBef>
            </a:pPr>
            <a:r>
              <a:rPr sz="1050" b="0" i="0">
                <a:solidFill>
                  <a:srgbClr val="FFFFFF"/>
                </a:solidFill>
                <a:latin typeface="Consolas"/>
              </a:rPr>
              <a:t>   +27  Systolic pressure (mmHg): 160+</a:t>
            </a:r>
          </a:p>
          <a:p>
            <a:pPr algn="l">
              <a:spcBef>
                <a:spcPts val="300"/>
              </a:spcBef>
            </a:pPr>
            <a:r>
              <a:rPr sz="1050" b="0" i="0">
                <a:solidFill>
                  <a:srgbClr val="FFFFFF"/>
                </a:solidFill>
                <a:latin typeface="Consolas"/>
              </a:rPr>
              <a:t>   +3  BMI (kg/m²): 30-34.9</a:t>
            </a:r>
          </a:p>
          <a:p>
            <a:pPr algn="l">
              <a:spcBef>
                <a:spcPts val="300"/>
              </a:spcBef>
            </a:pPr>
            <a:r>
              <a:rPr sz="1050" b="0" i="0">
                <a:solidFill>
                  <a:srgbClr val="FFFFFF"/>
                </a:solidFill>
                <a:latin typeface="Consolas"/>
              </a:rPr>
              <a:t>   +9  Cholesterol: well above normal</a:t>
            </a:r>
          </a:p>
        </p:txBody>
      </p:sp>
      <p:sp>
        <p:nvSpPr>
          <p:cNvPr id="5" name="Rounded Rectangle 4"/>
          <p:cNvSpPr/>
          <p:nvPr/>
        </p:nvSpPr>
        <p:spPr>
          <a:xfrm>
            <a:off x="722376" y="3840480"/>
            <a:ext cx="7708392" cy="685800"/>
          </a:xfrm>
          <a:prstGeom prst="roundRect">
            <a:avLst>
              <a:gd name="adj" fmla="val 10000"/>
            </a:avLst>
          </a:prstGeom>
          <a:solidFill>
            <a:srgbClr val="EEF6F9"/>
          </a:solidFill>
          <a:ln>
            <a:noFill/>
          </a:ln>
        </p:spPr>
        <p:txBody>
          <a:bodyPr rtlCol="0" anchor="ctr" lIns="73152" rIns="73152" tIns="27432" bIns="27432"/>
          <a:lstStyle/>
          <a:p>
            <a:pPr algn="ctr"/>
          </a:p>
        </p:txBody>
      </p:sp>
      <p:sp>
        <p:nvSpPr>
          <p:cNvPr id="6" name="TextBox 5"/>
          <p:cNvSpPr txBox="1"/>
          <p:nvPr/>
        </p:nvSpPr>
        <p:spPr>
          <a:xfrm>
            <a:off x="914400" y="3895344"/>
            <a:ext cx="7315200" cy="594360"/>
          </a:xfrm>
          <a:prstGeom prst="rect">
            <a:avLst/>
          </a:prstGeom>
          <a:noFill/>
        </p:spPr>
        <p:txBody>
          <a:bodyPr wrap="square" anchor="t" lIns="0" rIns="0" tIns="0" bIns="0">
            <a:spAutoFit/>
          </a:bodyPr>
          <a:lstStyle/>
          <a:p>
            <a:pPr algn="l"/>
            <a:r>
              <a:rPr sz="1050" b="1" i="0">
                <a:solidFill>
                  <a:srgbClr val="0D3C4C"/>
                </a:solidFill>
                <a:latin typeface="Consolas"/>
              </a:rPr>
              <a:t>patient(age=50, sex="male", ..., systolic=1400, diastolic=90)</a:t>
            </a:r>
          </a:p>
          <a:p>
            <a:pPr algn="l">
              <a:spcBef>
                <a:spcPts val="200"/>
              </a:spcBef>
            </a:pPr>
            <a:r>
              <a:rPr sz="1050" b="0" i="0">
                <a:solidFill>
                  <a:srgbClr val="B23A2E"/>
                </a:solidFill>
                <a:latin typeface="Consolas"/>
              </a:rPr>
              <a:t>ValueError: implausible examination values: ap_hi out of range</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xmlns:p14="http://schemas.microsoft.com/office/powerpoint/2010/main" spd="slow" p14:dur="900">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marL="0" indent="0">
              <a:buNone/>
            </a:pPr>
            <a:r>
              <a:t>Conclusions</a:t>
            </a:r>
          </a:p>
        </p:txBody>
      </p:sp>
      <p:sp>
        <p:nvSpPr>
          <p:cNvPr id="3" name="Rounded Rectangle 2"/>
          <p:cNvSpPr/>
          <p:nvPr/>
        </p:nvSpPr>
        <p:spPr>
          <a:xfrm>
            <a:off x="722376" y="1188720"/>
            <a:ext cx="2377440" cy="2514600"/>
          </a:xfrm>
          <a:prstGeom prst="roundRect">
            <a:avLst>
              <a:gd name="adj" fmla="val 12000"/>
            </a:avLst>
          </a:prstGeom>
          <a:solidFill>
            <a:srgbClr val="EEF6F9"/>
          </a:solidFill>
          <a:ln>
            <a:noFill/>
          </a:ln>
        </p:spPr>
        <p:txBody>
          <a:bodyPr rtlCol="0" anchor="ctr" lIns="73152" rIns="73152" tIns="27432" bIns="27432"/>
          <a:lstStyle/>
          <a:p>
            <a:pPr algn="ctr"/>
          </a:p>
        </p:txBody>
      </p:sp>
      <p:sp>
        <p:nvSpPr>
          <p:cNvPr id="4" name="!!q0"/>
          <p:cNvSpPr/>
          <p:nvPr/>
        </p:nvSpPr>
        <p:spPr>
          <a:xfrm>
            <a:off x="905256" y="1371600"/>
            <a:ext cx="530352" cy="530352"/>
          </a:xfrm>
          <a:prstGeom prst="ellipse">
            <a:avLst/>
          </a:prstGeom>
          <a:solidFill>
            <a:srgbClr val="0D3C4C"/>
          </a:solidFill>
          <a:ln>
            <a:noFill/>
          </a:ln>
        </p:spPr>
        <p:txBody>
          <a:bodyPr rtlCol="0" anchor="ctr" lIns="73152" rIns="73152" tIns="27432" bIns="27432"/>
          <a:lstStyle/>
          <a:p>
            <a:pPr algn="ctr"/>
          </a:p>
        </p:txBody>
      </p:sp>
      <p:grpSp>
        <p:nvGrpSpPr>
          <p:cNvPr id="5" name="icon bars"/>
          <p:cNvGrpSpPr/>
          <p:nvPr/>
        </p:nvGrpSpPr>
        <p:grpSpPr>
          <a:xfrm>
            <a:off x="1021933" y="1489012"/>
            <a:ext cx="296997" cy="295527"/>
            <a:chOff x="-62151950" y="4111775"/>
            <a:chExt cx="318225" cy="316650"/>
          </a:xfrm>
        </p:grpSpPr>
        <p:sp>
          <p:nvSpPr>
            <p:cNvPr id="6" name="Google Shape;6669;p62"/>
            <p:cNvSpPr/>
            <p:nvPr/>
          </p:nvSpPr>
          <p:spPr>
            <a:xfrm>
              <a:off x="-62151950" y="4407925"/>
              <a:ext cx="318225" cy="20500"/>
            </a:xfrm>
            <a:custGeom>
              <a:rect b="b" l="l" r="r" t="t"/>
              <a:pathLst>
                <a:path extrusionOk="0" h="820" w="12729">
                  <a:moveTo>
                    <a:pt x="442" y="0"/>
                  </a:moveTo>
                  <a:cubicBezTo>
                    <a:pt x="221" y="0"/>
                    <a:pt x="1" y="189"/>
                    <a:pt x="1" y="441"/>
                  </a:cubicBezTo>
                  <a:cubicBezTo>
                    <a:pt x="1" y="662"/>
                    <a:pt x="221" y="819"/>
                    <a:pt x="442" y="819"/>
                  </a:cubicBezTo>
                  <a:lnTo>
                    <a:pt x="12288" y="819"/>
                  </a:lnTo>
                  <a:cubicBezTo>
                    <a:pt x="12540" y="819"/>
                    <a:pt x="12697" y="630"/>
                    <a:pt x="12697" y="441"/>
                  </a:cubicBezTo>
                  <a:cubicBezTo>
                    <a:pt x="12729" y="158"/>
                    <a:pt x="12540" y="0"/>
                    <a:pt x="1228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 name="Google Shape;6670;p62"/>
            <p:cNvSpPr/>
            <p:nvPr/>
          </p:nvSpPr>
          <p:spPr>
            <a:xfrm>
              <a:off x="-62151950" y="4283475"/>
              <a:ext cx="84300" cy="104000"/>
            </a:xfrm>
            <a:custGeom>
              <a:rect b="b" l="l" r="r" t="t"/>
              <a:pathLst>
                <a:path extrusionOk="0" h="4160" w="3372">
                  <a:moveTo>
                    <a:pt x="1009" y="0"/>
                  </a:moveTo>
                  <a:cubicBezTo>
                    <a:pt x="442" y="0"/>
                    <a:pt x="1" y="442"/>
                    <a:pt x="1" y="1009"/>
                  </a:cubicBezTo>
                  <a:lnTo>
                    <a:pt x="1" y="3214"/>
                  </a:lnTo>
                  <a:cubicBezTo>
                    <a:pt x="64" y="3718"/>
                    <a:pt x="473" y="4159"/>
                    <a:pt x="1009" y="4159"/>
                  </a:cubicBezTo>
                  <a:lnTo>
                    <a:pt x="2363" y="4159"/>
                  </a:lnTo>
                  <a:cubicBezTo>
                    <a:pt x="2931" y="4159"/>
                    <a:pt x="3372" y="3718"/>
                    <a:pt x="3372" y="3214"/>
                  </a:cubicBezTo>
                  <a:lnTo>
                    <a:pt x="3372" y="1009"/>
                  </a:lnTo>
                  <a:cubicBezTo>
                    <a:pt x="3372" y="442"/>
                    <a:pt x="2931" y="0"/>
                    <a:pt x="236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 name="Google Shape;6671;p62"/>
            <p:cNvSpPr/>
            <p:nvPr/>
          </p:nvSpPr>
          <p:spPr>
            <a:xfrm>
              <a:off x="-62033800" y="4111775"/>
              <a:ext cx="82725" cy="275700"/>
            </a:xfrm>
            <a:custGeom>
              <a:rect b="b" l="l" r="r" t="t"/>
              <a:pathLst>
                <a:path extrusionOk="0" h="11028" w="3309">
                  <a:moveTo>
                    <a:pt x="946" y="0"/>
                  </a:moveTo>
                  <a:cubicBezTo>
                    <a:pt x="410" y="0"/>
                    <a:pt x="0" y="410"/>
                    <a:pt x="0" y="977"/>
                  </a:cubicBezTo>
                  <a:lnTo>
                    <a:pt x="0" y="10082"/>
                  </a:lnTo>
                  <a:cubicBezTo>
                    <a:pt x="0" y="10618"/>
                    <a:pt x="441" y="11027"/>
                    <a:pt x="946" y="11027"/>
                  </a:cubicBezTo>
                  <a:lnTo>
                    <a:pt x="2332" y="11027"/>
                  </a:lnTo>
                  <a:cubicBezTo>
                    <a:pt x="2899" y="11027"/>
                    <a:pt x="3308" y="10586"/>
                    <a:pt x="3308" y="10082"/>
                  </a:cubicBezTo>
                  <a:lnTo>
                    <a:pt x="3308" y="977"/>
                  </a:lnTo>
                  <a:cubicBezTo>
                    <a:pt x="3308" y="410"/>
                    <a:pt x="2899" y="0"/>
                    <a:pt x="233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 name="Google Shape;6672;p62"/>
            <p:cNvSpPr/>
            <p:nvPr/>
          </p:nvSpPr>
          <p:spPr>
            <a:xfrm>
              <a:off x="-61916450" y="4200775"/>
              <a:ext cx="82725" cy="186700"/>
            </a:xfrm>
            <a:custGeom>
              <a:rect b="b" l="l" r="r" t="t"/>
              <a:pathLst>
                <a:path extrusionOk="0" h="7468" w="3309">
                  <a:moveTo>
                    <a:pt x="946" y="0"/>
                  </a:moveTo>
                  <a:cubicBezTo>
                    <a:pt x="410" y="0"/>
                    <a:pt x="1" y="442"/>
                    <a:pt x="1" y="1009"/>
                  </a:cubicBezTo>
                  <a:lnTo>
                    <a:pt x="1" y="6522"/>
                  </a:lnTo>
                  <a:cubicBezTo>
                    <a:pt x="1" y="7058"/>
                    <a:pt x="442" y="7467"/>
                    <a:pt x="946" y="7467"/>
                  </a:cubicBezTo>
                  <a:lnTo>
                    <a:pt x="2332" y="7467"/>
                  </a:lnTo>
                  <a:cubicBezTo>
                    <a:pt x="2868" y="7467"/>
                    <a:pt x="3309" y="7026"/>
                    <a:pt x="3309" y="6522"/>
                  </a:cubicBezTo>
                  <a:lnTo>
                    <a:pt x="3309" y="1009"/>
                  </a:lnTo>
                  <a:cubicBezTo>
                    <a:pt x="3309" y="442"/>
                    <a:pt x="2868" y="0"/>
                    <a:pt x="233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 name="TextBox 9"/>
          <p:cNvSpPr txBox="1"/>
          <p:nvPr/>
        </p:nvSpPr>
        <p:spPr>
          <a:xfrm>
            <a:off x="905256" y="2011680"/>
            <a:ext cx="2057400" cy="548640"/>
          </a:xfrm>
          <a:prstGeom prst="rect">
            <a:avLst/>
          </a:prstGeom>
          <a:noFill/>
        </p:spPr>
        <p:txBody>
          <a:bodyPr wrap="square" anchor="t" lIns="0" rIns="0" tIns="0" bIns="0">
            <a:spAutoFit/>
          </a:bodyPr>
          <a:lstStyle/>
          <a:p>
            <a:pPr algn="l"/>
            <a:r>
              <a:rPr sz="1350" b="1" i="0">
                <a:solidFill>
                  <a:srgbClr val="0D3C4C"/>
                </a:solidFill>
                <a:latin typeface="Cabin"/>
              </a:rPr>
              <a:t>Q1 · A real but small gain</a:t>
            </a:r>
          </a:p>
        </p:txBody>
      </p:sp>
      <p:sp>
        <p:nvSpPr>
          <p:cNvPr id="11" name="TextBox 10"/>
          <p:cNvSpPr txBox="1"/>
          <p:nvPr/>
        </p:nvSpPr>
        <p:spPr>
          <a:xfrm>
            <a:off x="905256" y="2578608"/>
            <a:ext cx="2057400" cy="1097280"/>
          </a:xfrm>
          <a:prstGeom prst="rect">
            <a:avLst/>
          </a:prstGeom>
          <a:noFill/>
        </p:spPr>
        <p:txBody>
          <a:bodyPr wrap="square" anchor="t" lIns="0" rIns="0" tIns="0" bIns="0">
            <a:spAutoFit/>
          </a:bodyPr>
          <a:lstStyle/>
          <a:p>
            <a:pPr algn="l"/>
            <a:r>
              <a:rPr sz="1150" b="0" i="0">
                <a:solidFill>
                  <a:srgbClr val="0D3C4C"/>
                </a:solidFill>
                <a:latin typeface="Nanum Gothic"/>
              </a:rPr>
              <a:t>+2.3 points over the guideline rule; the ceiling of about 74% is set by what the examination records</a:t>
            </a:r>
          </a:p>
        </p:txBody>
      </p:sp>
      <p:sp>
        <p:nvSpPr>
          <p:cNvPr id="12" name="Rounded Rectangle 11"/>
          <p:cNvSpPr/>
          <p:nvPr/>
        </p:nvSpPr>
        <p:spPr>
          <a:xfrm>
            <a:off x="3355848" y="1188720"/>
            <a:ext cx="2377440" cy="2514600"/>
          </a:xfrm>
          <a:prstGeom prst="roundRect">
            <a:avLst>
              <a:gd name="adj" fmla="val 12000"/>
            </a:avLst>
          </a:prstGeom>
          <a:solidFill>
            <a:srgbClr val="EEF6F9"/>
          </a:solidFill>
          <a:ln>
            <a:noFill/>
          </a:ln>
        </p:spPr>
        <p:txBody>
          <a:bodyPr rtlCol="0" anchor="ctr" lIns="73152" rIns="73152" tIns="27432" bIns="27432"/>
          <a:lstStyle/>
          <a:p>
            <a:pPr algn="ctr"/>
          </a:p>
        </p:txBody>
      </p:sp>
      <p:sp>
        <p:nvSpPr>
          <p:cNvPr id="13" name="!!q1"/>
          <p:cNvSpPr/>
          <p:nvPr/>
        </p:nvSpPr>
        <p:spPr>
          <a:xfrm>
            <a:off x="3538728" y="1371600"/>
            <a:ext cx="530352" cy="530352"/>
          </a:xfrm>
          <a:prstGeom prst="ellipse">
            <a:avLst/>
          </a:prstGeom>
          <a:solidFill>
            <a:srgbClr val="0D3C4C"/>
          </a:solidFill>
          <a:ln>
            <a:noFill/>
          </a:ln>
        </p:spPr>
        <p:txBody>
          <a:bodyPr rtlCol="0" anchor="ctr" lIns="73152" rIns="73152" tIns="27432" bIns="27432"/>
          <a:lstStyle/>
          <a:p>
            <a:pPr algn="ctr"/>
          </a:p>
        </p:txBody>
      </p:sp>
      <p:grpSp>
        <p:nvGrpSpPr>
          <p:cNvPr id="14" name="icon database"/>
          <p:cNvGrpSpPr/>
          <p:nvPr/>
        </p:nvGrpSpPr>
        <p:grpSpPr>
          <a:xfrm>
            <a:off x="3655774" y="1488277"/>
            <a:ext cx="296259" cy="296997"/>
            <a:chOff x="-3771675" y="3971775"/>
            <a:chExt cx="291300" cy="292025"/>
          </a:xfrm>
        </p:grpSpPr>
        <p:sp>
          <p:nvSpPr>
            <p:cNvPr id="15" name="Google Shape;8740;p66"/>
            <p:cNvSpPr/>
            <p:nvPr/>
          </p:nvSpPr>
          <p:spPr>
            <a:xfrm>
              <a:off x="-3770100" y="3971775"/>
              <a:ext cx="218975" cy="66775"/>
            </a:xfrm>
            <a:custGeom>
              <a:rect b="b" l="l" r="r" t="t"/>
              <a:pathLst>
                <a:path extrusionOk="0" h="2671" w="8759">
                  <a:moveTo>
                    <a:pt x="4391" y="0"/>
                  </a:moveTo>
                  <a:cubicBezTo>
                    <a:pt x="2410" y="0"/>
                    <a:pt x="426" y="449"/>
                    <a:pt x="0" y="1347"/>
                  </a:cubicBezTo>
                  <a:cubicBezTo>
                    <a:pt x="426" y="2229"/>
                    <a:pt x="2410" y="2670"/>
                    <a:pt x="4391" y="2670"/>
                  </a:cubicBezTo>
                  <a:cubicBezTo>
                    <a:pt x="6372" y="2670"/>
                    <a:pt x="8349" y="2229"/>
                    <a:pt x="8759" y="1347"/>
                  </a:cubicBezTo>
                  <a:cubicBezTo>
                    <a:pt x="8349" y="449"/>
                    <a:pt x="6372" y="0"/>
                    <a:pt x="439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8741;p66"/>
            <p:cNvSpPr/>
            <p:nvPr/>
          </p:nvSpPr>
          <p:spPr>
            <a:xfrm>
              <a:off x="-3771675" y="4030650"/>
              <a:ext cx="222125" cy="78000"/>
            </a:xfrm>
            <a:custGeom>
              <a:rect b="b" l="l" r="r" t="t"/>
              <a:pathLst>
                <a:path extrusionOk="0" h="3120" w="8885">
                  <a:moveTo>
                    <a:pt x="0" y="0"/>
                  </a:moveTo>
                  <a:lnTo>
                    <a:pt x="0" y="1418"/>
                  </a:lnTo>
                  <a:cubicBezTo>
                    <a:pt x="0" y="2521"/>
                    <a:pt x="2048" y="3088"/>
                    <a:pt x="4127" y="3119"/>
                  </a:cubicBezTo>
                  <a:cubicBezTo>
                    <a:pt x="4915" y="1891"/>
                    <a:pt x="6301" y="1103"/>
                    <a:pt x="7877" y="1103"/>
                  </a:cubicBezTo>
                  <a:cubicBezTo>
                    <a:pt x="8223" y="1103"/>
                    <a:pt x="8570" y="1135"/>
                    <a:pt x="8885" y="1229"/>
                  </a:cubicBezTo>
                  <a:lnTo>
                    <a:pt x="8885" y="0"/>
                  </a:lnTo>
                  <a:cubicBezTo>
                    <a:pt x="7908" y="788"/>
                    <a:pt x="6112" y="1072"/>
                    <a:pt x="4443" y="1072"/>
                  </a:cubicBezTo>
                  <a:cubicBezTo>
                    <a:pt x="2804" y="1072"/>
                    <a:pt x="977" y="757"/>
                    <a:pt x="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8742;p66"/>
            <p:cNvSpPr/>
            <p:nvPr/>
          </p:nvSpPr>
          <p:spPr>
            <a:xfrm>
              <a:off x="-3669425" y="4074750"/>
              <a:ext cx="189050" cy="189050"/>
            </a:xfrm>
            <a:custGeom>
              <a:rect b="b" l="l" r="r" t="t"/>
              <a:pathLst>
                <a:path extrusionOk="0" h="7562" w="7562">
                  <a:moveTo>
                    <a:pt x="5501" y="2732"/>
                  </a:moveTo>
                  <a:cubicBezTo>
                    <a:pt x="5748" y="2732"/>
                    <a:pt x="6008" y="3067"/>
                    <a:pt x="5766" y="3309"/>
                  </a:cubicBezTo>
                  <a:lnTo>
                    <a:pt x="3718" y="5356"/>
                  </a:lnTo>
                  <a:cubicBezTo>
                    <a:pt x="3655" y="5420"/>
                    <a:pt x="3568" y="5451"/>
                    <a:pt x="3482" y="5451"/>
                  </a:cubicBezTo>
                  <a:cubicBezTo>
                    <a:pt x="3395" y="5451"/>
                    <a:pt x="3308" y="5420"/>
                    <a:pt x="3245" y="5356"/>
                  </a:cubicBezTo>
                  <a:lnTo>
                    <a:pt x="1859" y="4002"/>
                  </a:lnTo>
                  <a:cubicBezTo>
                    <a:pt x="1617" y="3760"/>
                    <a:pt x="1840" y="3425"/>
                    <a:pt x="2099" y="3425"/>
                  </a:cubicBezTo>
                  <a:cubicBezTo>
                    <a:pt x="2177" y="3425"/>
                    <a:pt x="2259" y="3456"/>
                    <a:pt x="2332" y="3529"/>
                  </a:cubicBezTo>
                  <a:lnTo>
                    <a:pt x="3466" y="4663"/>
                  </a:lnTo>
                  <a:lnTo>
                    <a:pt x="5293" y="2836"/>
                  </a:lnTo>
                  <a:cubicBezTo>
                    <a:pt x="5352" y="2763"/>
                    <a:pt x="5426" y="2732"/>
                    <a:pt x="5501" y="2732"/>
                  </a:cubicBezTo>
                  <a:close/>
                  <a:moveTo>
                    <a:pt x="3781" y="1"/>
                  </a:moveTo>
                  <a:cubicBezTo>
                    <a:pt x="1702" y="1"/>
                    <a:pt x="0" y="1702"/>
                    <a:pt x="0" y="3781"/>
                  </a:cubicBezTo>
                  <a:cubicBezTo>
                    <a:pt x="0" y="5892"/>
                    <a:pt x="1702" y="7562"/>
                    <a:pt x="3781" y="7562"/>
                  </a:cubicBezTo>
                  <a:cubicBezTo>
                    <a:pt x="5860" y="7562"/>
                    <a:pt x="7562" y="5892"/>
                    <a:pt x="7562" y="3781"/>
                  </a:cubicBezTo>
                  <a:cubicBezTo>
                    <a:pt x="7562" y="1702"/>
                    <a:pt x="5860" y="1"/>
                    <a:pt x="378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8743;p66"/>
            <p:cNvSpPr/>
            <p:nvPr/>
          </p:nvSpPr>
          <p:spPr>
            <a:xfrm>
              <a:off x="-3771675" y="4099950"/>
              <a:ext cx="94525" cy="76425"/>
            </a:xfrm>
            <a:custGeom>
              <a:rect b="b" l="l" r="r" t="t"/>
              <a:pathLst>
                <a:path extrusionOk="0" h="3057" w="3781">
                  <a:moveTo>
                    <a:pt x="0" y="1"/>
                  </a:moveTo>
                  <a:lnTo>
                    <a:pt x="0" y="1419"/>
                  </a:lnTo>
                  <a:cubicBezTo>
                    <a:pt x="0" y="2364"/>
                    <a:pt x="1607" y="2899"/>
                    <a:pt x="3434" y="3057"/>
                  </a:cubicBezTo>
                  <a:cubicBezTo>
                    <a:pt x="3371" y="2364"/>
                    <a:pt x="3497" y="1671"/>
                    <a:pt x="3781" y="1040"/>
                  </a:cubicBezTo>
                  <a:cubicBezTo>
                    <a:pt x="2332" y="977"/>
                    <a:pt x="819" y="662"/>
                    <a:pt x="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8744;p66"/>
            <p:cNvSpPr/>
            <p:nvPr/>
          </p:nvSpPr>
          <p:spPr>
            <a:xfrm>
              <a:off x="-3771675" y="4167700"/>
              <a:ext cx="135500" cy="95325"/>
            </a:xfrm>
            <a:custGeom>
              <a:rect b="b" l="l" r="r" t="t"/>
              <a:pathLst>
                <a:path extrusionOk="0" h="3813" w="5420">
                  <a:moveTo>
                    <a:pt x="0" y="0"/>
                  </a:moveTo>
                  <a:lnTo>
                    <a:pt x="0" y="2111"/>
                  </a:lnTo>
                  <a:cubicBezTo>
                    <a:pt x="0" y="3277"/>
                    <a:pt x="2237" y="3812"/>
                    <a:pt x="4443" y="3812"/>
                  </a:cubicBezTo>
                  <a:cubicBezTo>
                    <a:pt x="4789" y="3812"/>
                    <a:pt x="5104" y="3812"/>
                    <a:pt x="5419" y="3781"/>
                  </a:cubicBezTo>
                  <a:cubicBezTo>
                    <a:pt x="4474" y="3151"/>
                    <a:pt x="3781" y="2206"/>
                    <a:pt x="3529" y="1071"/>
                  </a:cubicBezTo>
                  <a:cubicBezTo>
                    <a:pt x="2174" y="977"/>
                    <a:pt x="788" y="662"/>
                    <a:pt x="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 name="TextBox 19"/>
          <p:cNvSpPr txBox="1"/>
          <p:nvPr/>
        </p:nvSpPr>
        <p:spPr>
          <a:xfrm>
            <a:off x="3538728" y="2011680"/>
            <a:ext cx="2057400" cy="548640"/>
          </a:xfrm>
          <a:prstGeom prst="rect">
            <a:avLst/>
          </a:prstGeom>
          <a:noFill/>
        </p:spPr>
        <p:txBody>
          <a:bodyPr wrap="square" anchor="t" lIns="0" rIns="0" tIns="0" bIns="0">
            <a:spAutoFit/>
          </a:bodyPr>
          <a:lstStyle/>
          <a:p>
            <a:pPr algn="l"/>
            <a:r>
              <a:rPr sz="1350" b="1" i="0">
                <a:solidFill>
                  <a:srgbClr val="0D3C4C"/>
                </a:solidFill>
                <a:latin typeface="Cabin"/>
              </a:rPr>
              <a:t>Q2 · Handling beats algorithms</a:t>
            </a:r>
          </a:p>
        </p:txBody>
      </p:sp>
      <p:sp>
        <p:nvSpPr>
          <p:cNvPr id="21" name="TextBox 20"/>
          <p:cNvSpPr txBox="1"/>
          <p:nvPr/>
        </p:nvSpPr>
        <p:spPr>
          <a:xfrm>
            <a:off x="3538728" y="2578608"/>
            <a:ext cx="2057400" cy="1097280"/>
          </a:xfrm>
          <a:prstGeom prst="rect">
            <a:avLst/>
          </a:prstGeom>
          <a:noFill/>
        </p:spPr>
        <p:txBody>
          <a:bodyPr wrap="square" anchor="t" lIns="0" rIns="0" tIns="0" bIns="0">
            <a:spAutoFit/>
          </a:bodyPr>
          <a:lstStyle/>
          <a:p>
            <a:pPr algn="l"/>
            <a:r>
              <a:rPr sz="1150" b="0" i="0">
                <a:solidFill>
                  <a:srgbClr val="0D3C4C"/>
                </a:solidFill>
                <a:latin typeface="Nanum Gothic"/>
              </a:rPr>
              <a:t>Cleaning rescues linear models; leakage can manufacture almost any accuracy</a:t>
            </a:r>
          </a:p>
        </p:txBody>
      </p:sp>
      <p:sp>
        <p:nvSpPr>
          <p:cNvPr id="22" name="Rounded Rectangle 21"/>
          <p:cNvSpPr/>
          <p:nvPr/>
        </p:nvSpPr>
        <p:spPr>
          <a:xfrm>
            <a:off x="5989320" y="1188720"/>
            <a:ext cx="2377440" cy="2514600"/>
          </a:xfrm>
          <a:prstGeom prst="roundRect">
            <a:avLst>
              <a:gd name="adj" fmla="val 12000"/>
            </a:avLst>
          </a:prstGeom>
          <a:solidFill>
            <a:srgbClr val="EEF6F9"/>
          </a:solidFill>
          <a:ln>
            <a:noFill/>
          </a:ln>
        </p:spPr>
        <p:txBody>
          <a:bodyPr rtlCol="0" anchor="ctr" lIns="73152" rIns="73152" tIns="27432" bIns="27432"/>
          <a:lstStyle/>
          <a:p>
            <a:pPr algn="ctr"/>
          </a:p>
        </p:txBody>
      </p:sp>
      <p:sp>
        <p:nvSpPr>
          <p:cNvPr id="23" name="!!q2"/>
          <p:cNvSpPr/>
          <p:nvPr/>
        </p:nvSpPr>
        <p:spPr>
          <a:xfrm>
            <a:off x="6172200" y="1371600"/>
            <a:ext cx="530352" cy="530352"/>
          </a:xfrm>
          <a:prstGeom prst="ellipse">
            <a:avLst/>
          </a:prstGeom>
          <a:solidFill>
            <a:srgbClr val="0D3C4C"/>
          </a:solidFill>
          <a:ln>
            <a:noFill/>
          </a:ln>
        </p:spPr>
        <p:txBody>
          <a:bodyPr rtlCol="0" anchor="ctr" lIns="73152" rIns="73152" tIns="27432" bIns="27432"/>
          <a:lstStyle/>
          <a:p>
            <a:pPr algn="ctr"/>
          </a:p>
        </p:txBody>
      </p:sp>
      <p:grpSp>
        <p:nvGrpSpPr>
          <p:cNvPr id="24" name="icon stethoscope"/>
          <p:cNvGrpSpPr/>
          <p:nvPr/>
        </p:nvGrpSpPr>
        <p:grpSpPr>
          <a:xfrm>
            <a:off x="6311048" y="1488277"/>
            <a:ext cx="252655" cy="296997"/>
            <a:chOff x="-27691025" y="3175300"/>
            <a:chExt cx="251275" cy="295375"/>
          </a:xfrm>
        </p:grpSpPr>
        <p:sp>
          <p:nvSpPr>
            <p:cNvPr id="25" name="Google Shape;6404;p61"/>
            <p:cNvSpPr/>
            <p:nvPr/>
          </p:nvSpPr>
          <p:spPr>
            <a:xfrm>
              <a:off x="-27492550" y="3298150"/>
              <a:ext cx="18125" cy="18150"/>
            </a:xfrm>
            <a:custGeom>
              <a:rect b="b" l="l" r="r" t="t"/>
              <a:pathLst>
                <a:path extrusionOk="0" h="726" w="725">
                  <a:moveTo>
                    <a:pt x="378" y="1"/>
                  </a:moveTo>
                  <a:cubicBezTo>
                    <a:pt x="158" y="1"/>
                    <a:pt x="0" y="158"/>
                    <a:pt x="0" y="347"/>
                  </a:cubicBezTo>
                  <a:cubicBezTo>
                    <a:pt x="0" y="568"/>
                    <a:pt x="158" y="726"/>
                    <a:pt x="378" y="726"/>
                  </a:cubicBezTo>
                  <a:cubicBezTo>
                    <a:pt x="599" y="663"/>
                    <a:pt x="725" y="505"/>
                    <a:pt x="725" y="347"/>
                  </a:cubicBezTo>
                  <a:cubicBezTo>
                    <a:pt x="725" y="158"/>
                    <a:pt x="567" y="1"/>
                    <a:pt x="37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6405;p61"/>
            <p:cNvSpPr/>
            <p:nvPr/>
          </p:nvSpPr>
          <p:spPr>
            <a:xfrm>
              <a:off x="-27613050" y="3175300"/>
              <a:ext cx="60650" cy="105550"/>
            </a:xfrm>
            <a:custGeom>
              <a:rect b="b" l="l" r="r" t="t"/>
              <a:pathLst>
                <a:path extrusionOk="0" h="4222" w="2426">
                  <a:moveTo>
                    <a:pt x="347" y="0"/>
                  </a:moveTo>
                  <a:cubicBezTo>
                    <a:pt x="158" y="0"/>
                    <a:pt x="0" y="158"/>
                    <a:pt x="0" y="347"/>
                  </a:cubicBezTo>
                  <a:lnTo>
                    <a:pt x="0" y="1733"/>
                  </a:lnTo>
                  <a:cubicBezTo>
                    <a:pt x="32" y="1922"/>
                    <a:pt x="158" y="2080"/>
                    <a:pt x="347" y="2080"/>
                  </a:cubicBezTo>
                  <a:cubicBezTo>
                    <a:pt x="536" y="2080"/>
                    <a:pt x="693" y="1922"/>
                    <a:pt x="693" y="1733"/>
                  </a:cubicBezTo>
                  <a:lnTo>
                    <a:pt x="693" y="1386"/>
                  </a:lnTo>
                  <a:lnTo>
                    <a:pt x="1040" y="1386"/>
                  </a:lnTo>
                  <a:cubicBezTo>
                    <a:pt x="1260" y="1386"/>
                    <a:pt x="1418" y="1544"/>
                    <a:pt x="1418" y="1733"/>
                  </a:cubicBezTo>
                  <a:lnTo>
                    <a:pt x="1418" y="2899"/>
                  </a:lnTo>
                  <a:cubicBezTo>
                    <a:pt x="1197" y="3025"/>
                    <a:pt x="1040" y="3277"/>
                    <a:pt x="1040" y="3497"/>
                  </a:cubicBezTo>
                  <a:lnTo>
                    <a:pt x="1040" y="4222"/>
                  </a:lnTo>
                  <a:lnTo>
                    <a:pt x="2426" y="4222"/>
                  </a:lnTo>
                  <a:lnTo>
                    <a:pt x="2426" y="3497"/>
                  </a:lnTo>
                  <a:cubicBezTo>
                    <a:pt x="2426" y="3214"/>
                    <a:pt x="2268" y="3025"/>
                    <a:pt x="2079" y="2899"/>
                  </a:cubicBezTo>
                  <a:lnTo>
                    <a:pt x="2079" y="1733"/>
                  </a:lnTo>
                  <a:cubicBezTo>
                    <a:pt x="2079" y="1134"/>
                    <a:pt x="1607" y="693"/>
                    <a:pt x="1040" y="693"/>
                  </a:cubicBezTo>
                  <a:lnTo>
                    <a:pt x="693" y="693"/>
                  </a:lnTo>
                  <a:lnTo>
                    <a:pt x="693" y="347"/>
                  </a:lnTo>
                  <a:cubicBezTo>
                    <a:pt x="693" y="158"/>
                    <a:pt x="536" y="0"/>
                    <a:pt x="34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6406;p61"/>
            <p:cNvSpPr/>
            <p:nvPr/>
          </p:nvSpPr>
          <p:spPr>
            <a:xfrm>
              <a:off x="-27691025" y="3175300"/>
              <a:ext cx="60650" cy="105550"/>
            </a:xfrm>
            <a:custGeom>
              <a:rect b="b" l="l" r="r" t="t"/>
              <a:pathLst>
                <a:path extrusionOk="0" h="4222" w="2426">
                  <a:moveTo>
                    <a:pt x="2079" y="0"/>
                  </a:moveTo>
                  <a:cubicBezTo>
                    <a:pt x="1890" y="0"/>
                    <a:pt x="1733" y="158"/>
                    <a:pt x="1733" y="347"/>
                  </a:cubicBezTo>
                  <a:lnTo>
                    <a:pt x="1733" y="693"/>
                  </a:lnTo>
                  <a:lnTo>
                    <a:pt x="1386" y="693"/>
                  </a:lnTo>
                  <a:cubicBezTo>
                    <a:pt x="788" y="693"/>
                    <a:pt x="347" y="1166"/>
                    <a:pt x="347" y="1733"/>
                  </a:cubicBezTo>
                  <a:lnTo>
                    <a:pt x="347" y="2899"/>
                  </a:lnTo>
                  <a:cubicBezTo>
                    <a:pt x="158" y="3025"/>
                    <a:pt x="0" y="3277"/>
                    <a:pt x="0" y="3497"/>
                  </a:cubicBezTo>
                  <a:lnTo>
                    <a:pt x="0" y="4222"/>
                  </a:lnTo>
                  <a:lnTo>
                    <a:pt x="1386" y="4222"/>
                  </a:lnTo>
                  <a:lnTo>
                    <a:pt x="1386" y="3497"/>
                  </a:lnTo>
                  <a:cubicBezTo>
                    <a:pt x="1386" y="3214"/>
                    <a:pt x="1229" y="3025"/>
                    <a:pt x="1008" y="2899"/>
                  </a:cubicBezTo>
                  <a:lnTo>
                    <a:pt x="1008" y="1733"/>
                  </a:lnTo>
                  <a:cubicBezTo>
                    <a:pt x="1008" y="1544"/>
                    <a:pt x="1166" y="1386"/>
                    <a:pt x="1386" y="1386"/>
                  </a:cubicBezTo>
                  <a:lnTo>
                    <a:pt x="1733" y="1386"/>
                  </a:lnTo>
                  <a:lnTo>
                    <a:pt x="1733" y="1733"/>
                  </a:lnTo>
                  <a:cubicBezTo>
                    <a:pt x="1733" y="1922"/>
                    <a:pt x="1890" y="2080"/>
                    <a:pt x="2079" y="2080"/>
                  </a:cubicBezTo>
                  <a:cubicBezTo>
                    <a:pt x="2268" y="2080"/>
                    <a:pt x="2426" y="1922"/>
                    <a:pt x="2426" y="1733"/>
                  </a:cubicBezTo>
                  <a:lnTo>
                    <a:pt x="2426" y="347"/>
                  </a:lnTo>
                  <a:cubicBezTo>
                    <a:pt x="2426" y="158"/>
                    <a:pt x="2268" y="0"/>
                    <a:pt x="207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6407;p61"/>
            <p:cNvSpPr/>
            <p:nvPr/>
          </p:nvSpPr>
          <p:spPr>
            <a:xfrm>
              <a:off x="-27691025" y="3263500"/>
              <a:ext cx="251275" cy="207175"/>
            </a:xfrm>
            <a:custGeom>
              <a:rect b="b" l="l" r="r" t="t"/>
              <a:pathLst>
                <a:path extrusionOk="0" h="8287" w="10051">
                  <a:moveTo>
                    <a:pt x="8317" y="725"/>
                  </a:moveTo>
                  <a:cubicBezTo>
                    <a:pt x="8885" y="725"/>
                    <a:pt x="9326" y="1198"/>
                    <a:pt x="9326" y="1733"/>
                  </a:cubicBezTo>
                  <a:cubicBezTo>
                    <a:pt x="9326" y="2332"/>
                    <a:pt x="8853" y="2773"/>
                    <a:pt x="8317" y="2773"/>
                  </a:cubicBezTo>
                  <a:cubicBezTo>
                    <a:pt x="7750" y="2773"/>
                    <a:pt x="7278" y="2301"/>
                    <a:pt x="7278" y="1733"/>
                  </a:cubicBezTo>
                  <a:cubicBezTo>
                    <a:pt x="7278" y="1166"/>
                    <a:pt x="7750" y="725"/>
                    <a:pt x="8317" y="725"/>
                  </a:cubicBezTo>
                  <a:close/>
                  <a:moveTo>
                    <a:pt x="8317" y="1"/>
                  </a:moveTo>
                  <a:cubicBezTo>
                    <a:pt x="7372" y="1"/>
                    <a:pt x="6585" y="788"/>
                    <a:pt x="6585" y="1733"/>
                  </a:cubicBezTo>
                  <a:cubicBezTo>
                    <a:pt x="6585" y="2584"/>
                    <a:pt x="7152" y="3277"/>
                    <a:pt x="7939" y="3435"/>
                  </a:cubicBezTo>
                  <a:lnTo>
                    <a:pt x="7939" y="5199"/>
                  </a:lnTo>
                  <a:cubicBezTo>
                    <a:pt x="7939" y="6554"/>
                    <a:pt x="6837" y="7656"/>
                    <a:pt x="5513" y="7656"/>
                  </a:cubicBezTo>
                  <a:cubicBezTo>
                    <a:pt x="4190" y="7656"/>
                    <a:pt x="3088" y="6554"/>
                    <a:pt x="3088" y="5199"/>
                  </a:cubicBezTo>
                  <a:lnTo>
                    <a:pt x="3088" y="4506"/>
                  </a:lnTo>
                  <a:lnTo>
                    <a:pt x="3088" y="4443"/>
                  </a:lnTo>
                  <a:cubicBezTo>
                    <a:pt x="4316" y="4317"/>
                    <a:pt x="5324" y="3309"/>
                    <a:pt x="5482" y="2049"/>
                  </a:cubicBezTo>
                  <a:cubicBezTo>
                    <a:pt x="5513" y="1797"/>
                    <a:pt x="5513" y="1891"/>
                    <a:pt x="5513" y="1355"/>
                  </a:cubicBezTo>
                  <a:lnTo>
                    <a:pt x="4127" y="1355"/>
                  </a:lnTo>
                  <a:cubicBezTo>
                    <a:pt x="4127" y="1607"/>
                    <a:pt x="4127" y="1765"/>
                    <a:pt x="4096" y="2049"/>
                  </a:cubicBezTo>
                  <a:cubicBezTo>
                    <a:pt x="3938" y="2710"/>
                    <a:pt x="3340" y="3088"/>
                    <a:pt x="2741" y="3088"/>
                  </a:cubicBezTo>
                  <a:cubicBezTo>
                    <a:pt x="2174" y="3088"/>
                    <a:pt x="1575" y="2773"/>
                    <a:pt x="1418" y="2049"/>
                  </a:cubicBezTo>
                  <a:cubicBezTo>
                    <a:pt x="1386" y="1828"/>
                    <a:pt x="1386" y="1607"/>
                    <a:pt x="1386" y="1355"/>
                  </a:cubicBezTo>
                  <a:lnTo>
                    <a:pt x="0" y="1355"/>
                  </a:lnTo>
                  <a:cubicBezTo>
                    <a:pt x="0" y="1670"/>
                    <a:pt x="0" y="1733"/>
                    <a:pt x="32" y="2049"/>
                  </a:cubicBezTo>
                  <a:cubicBezTo>
                    <a:pt x="221" y="3277"/>
                    <a:pt x="1166" y="4317"/>
                    <a:pt x="2426" y="4474"/>
                  </a:cubicBezTo>
                  <a:lnTo>
                    <a:pt x="2426" y="5168"/>
                  </a:lnTo>
                  <a:cubicBezTo>
                    <a:pt x="2426" y="5672"/>
                    <a:pt x="2552" y="6144"/>
                    <a:pt x="2804" y="6585"/>
                  </a:cubicBezTo>
                  <a:cubicBezTo>
                    <a:pt x="3308" y="7625"/>
                    <a:pt x="4379" y="8286"/>
                    <a:pt x="5545" y="8286"/>
                  </a:cubicBezTo>
                  <a:cubicBezTo>
                    <a:pt x="7278" y="8286"/>
                    <a:pt x="8664" y="6869"/>
                    <a:pt x="8664" y="5168"/>
                  </a:cubicBezTo>
                  <a:lnTo>
                    <a:pt x="8664" y="3435"/>
                  </a:lnTo>
                  <a:cubicBezTo>
                    <a:pt x="9452" y="3277"/>
                    <a:pt x="10050" y="2584"/>
                    <a:pt x="10050" y="1733"/>
                  </a:cubicBezTo>
                  <a:cubicBezTo>
                    <a:pt x="10050" y="788"/>
                    <a:pt x="9263" y="1"/>
                    <a:pt x="831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 name="TextBox 28"/>
          <p:cNvSpPr txBox="1"/>
          <p:nvPr/>
        </p:nvSpPr>
        <p:spPr>
          <a:xfrm>
            <a:off x="6172200" y="2011680"/>
            <a:ext cx="2057400" cy="548640"/>
          </a:xfrm>
          <a:prstGeom prst="rect">
            <a:avLst/>
          </a:prstGeom>
          <a:noFill/>
        </p:spPr>
        <p:txBody>
          <a:bodyPr wrap="square" anchor="t" lIns="0" rIns="0" tIns="0" bIns="0">
            <a:spAutoFit/>
          </a:bodyPr>
          <a:lstStyle/>
          <a:p>
            <a:pPr algn="l"/>
            <a:r>
              <a:rPr sz="1350" b="1" i="0">
                <a:solidFill>
                  <a:srgbClr val="0D3C4C"/>
                </a:solidFill>
                <a:latin typeface="Cabin"/>
              </a:rPr>
              <a:t>Q3 · Trustworthy, within limits</a:t>
            </a:r>
          </a:p>
        </p:txBody>
      </p:sp>
      <p:sp>
        <p:nvSpPr>
          <p:cNvPr id="30" name="TextBox 29"/>
          <p:cNvSpPr txBox="1"/>
          <p:nvPr/>
        </p:nvSpPr>
        <p:spPr>
          <a:xfrm>
            <a:off x="6172200" y="2578608"/>
            <a:ext cx="2057400" cy="1097280"/>
          </a:xfrm>
          <a:prstGeom prst="rect">
            <a:avLst/>
          </a:prstGeom>
          <a:noFill/>
        </p:spPr>
        <p:txBody>
          <a:bodyPr wrap="square" anchor="t" lIns="0" rIns="0" tIns="0" bIns="0">
            <a:spAutoFit/>
          </a:bodyPr>
          <a:lstStyle/>
          <a:p>
            <a:pPr algn="l"/>
            <a:r>
              <a:rPr sz="1150" b="0" i="0">
                <a:solidFill>
                  <a:srgbClr val="0D3C4C"/>
                </a:solidFill>
                <a:latin typeface="Nanum Gothic"/>
              </a:rPr>
              <a:t>Calibrated and equal for both sexes; weaker over 60; associations, not causes</a:t>
            </a:r>
          </a:p>
        </p:txBody>
      </p:sp>
      <p:sp>
        <p:nvSpPr>
          <p:cNvPr id="31" name="TextBox 30"/>
          <p:cNvSpPr txBox="1"/>
          <p:nvPr/>
        </p:nvSpPr>
        <p:spPr>
          <a:xfrm>
            <a:off x="722376" y="3886200"/>
            <a:ext cx="7708392" cy="731520"/>
          </a:xfrm>
          <a:prstGeom prst="rect">
            <a:avLst/>
          </a:prstGeom>
          <a:noFill/>
        </p:spPr>
        <p:txBody>
          <a:bodyPr wrap="square" anchor="t" lIns="0" rIns="0" tIns="0" bIns="0">
            <a:spAutoFit/>
          </a:bodyPr>
          <a:lstStyle/>
          <a:p>
            <a:pPr algn="l"/>
            <a:r>
              <a:rPr sz="1150" b="1" i="0">
                <a:solidFill>
                  <a:srgbClr val="B23A2E"/>
                </a:solidFill>
                <a:latin typeface="Nanum Gothic"/>
              </a:rPr>
              <a:t>Limitations: </a:t>
            </a:r>
            <a:r>
              <a:rPr sz="1150" b="0" i="0">
                <a:solidFill>
                  <a:srgbClr val="0D3C4C"/>
                </a:solidFill>
                <a:latin typeface="Nanum Gothic"/>
              </a:rPr>
              <a:t>detects existing disease, cannot forecast · undocumented source and diagnosis · no treatment data · a 50/50 sample · one dataset, no external validation</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xmlns:p14="http://schemas.microsoft.com/office/powerpoint/2010/main" spd="slow" p14:dur="900">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18" name="Google Shape;1638;p47"/>
          <p:cNvGrpSpPr/>
          <p:nvPr/>
        </p:nvGrpSpPr>
        <p:grpSpPr>
          <a:xfrm>
            <a:off x="1411697" y="5564"/>
            <a:ext cx="1105788" cy="1058857"/>
            <a:chOff x="4252810" y="2035226"/>
            <a:chExt cx="624951" cy="598394"/>
          </a:xfrm>
        </p:grpSpPr>
        <p:sp>
          <p:nvSpPr>
            <p:cNvPr id="19" name="Google Shape;1639;p47"/>
            <p:cNvSpPr/>
            <p:nvPr/>
          </p:nvSpPr>
          <p:spPr>
            <a:xfrm>
              <a:off x="4252810" y="2035226"/>
              <a:ext cx="38137" cy="39305"/>
            </a:xfrm>
            <a:custGeom>
              <a:rect b="b" l="l" r="r" t="t"/>
              <a:pathLst>
                <a:path extrusionOk="0" h="370" w="359">
                  <a:moveTo>
                    <a:pt x="180" y="0"/>
                  </a:moveTo>
                  <a:cubicBezTo>
                    <a:pt x="84" y="0"/>
                    <a:pt x="1" y="84"/>
                    <a:pt x="1" y="191"/>
                  </a:cubicBezTo>
                  <a:cubicBezTo>
                    <a:pt x="1" y="286"/>
                    <a:pt x="84" y="369"/>
                    <a:pt x="180" y="369"/>
                  </a:cubicBezTo>
                  <a:cubicBezTo>
                    <a:pt x="287" y="369"/>
                    <a:pt x="358" y="286"/>
                    <a:pt x="358" y="191"/>
                  </a:cubicBezTo>
                  <a:cubicBezTo>
                    <a:pt x="358" y="96"/>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1640;p47"/>
            <p:cNvSpPr/>
            <p:nvPr/>
          </p:nvSpPr>
          <p:spPr>
            <a:xfrm>
              <a:off x="4351498" y="2035226"/>
              <a:ext cx="38030" cy="39305"/>
            </a:xfrm>
            <a:custGeom>
              <a:rect b="b" l="l" r="r" t="t"/>
              <a:pathLst>
                <a:path extrusionOk="0" h="370" w="358">
                  <a:moveTo>
                    <a:pt x="179" y="0"/>
                  </a:moveTo>
                  <a:cubicBezTo>
                    <a:pt x="72" y="0"/>
                    <a:pt x="1" y="84"/>
                    <a:pt x="1" y="191"/>
                  </a:cubicBezTo>
                  <a:cubicBezTo>
                    <a:pt x="1" y="286"/>
                    <a:pt x="72" y="369"/>
                    <a:pt x="179" y="369"/>
                  </a:cubicBezTo>
                  <a:cubicBezTo>
                    <a:pt x="286" y="369"/>
                    <a:pt x="358" y="286"/>
                    <a:pt x="358" y="191"/>
                  </a:cubicBezTo>
                  <a:cubicBezTo>
                    <a:pt x="358" y="96"/>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1641;p47"/>
            <p:cNvSpPr/>
            <p:nvPr/>
          </p:nvSpPr>
          <p:spPr>
            <a:xfrm>
              <a:off x="4448911" y="2035226"/>
              <a:ext cx="38030" cy="39305"/>
            </a:xfrm>
            <a:custGeom>
              <a:rect b="b" l="l" r="r" t="t"/>
              <a:pathLst>
                <a:path extrusionOk="0" h="370" w="358">
                  <a:moveTo>
                    <a:pt x="179" y="0"/>
                  </a:moveTo>
                  <a:cubicBezTo>
                    <a:pt x="84" y="0"/>
                    <a:pt x="0" y="84"/>
                    <a:pt x="0" y="191"/>
                  </a:cubicBezTo>
                  <a:cubicBezTo>
                    <a:pt x="0" y="286"/>
                    <a:pt x="84" y="369"/>
                    <a:pt x="179" y="369"/>
                  </a:cubicBezTo>
                  <a:cubicBezTo>
                    <a:pt x="286" y="369"/>
                    <a:pt x="358" y="286"/>
                    <a:pt x="358" y="191"/>
                  </a:cubicBezTo>
                  <a:cubicBezTo>
                    <a:pt x="358" y="96"/>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1642;p47"/>
            <p:cNvSpPr/>
            <p:nvPr/>
          </p:nvSpPr>
          <p:spPr>
            <a:xfrm>
              <a:off x="4547599" y="2035226"/>
              <a:ext cx="38030" cy="39305"/>
            </a:xfrm>
            <a:custGeom>
              <a:rect b="b" l="l" r="r" t="t"/>
              <a:pathLst>
                <a:path extrusionOk="0" h="370" w="358">
                  <a:moveTo>
                    <a:pt x="179" y="0"/>
                  </a:moveTo>
                  <a:cubicBezTo>
                    <a:pt x="72" y="0"/>
                    <a:pt x="0" y="84"/>
                    <a:pt x="0" y="191"/>
                  </a:cubicBezTo>
                  <a:cubicBezTo>
                    <a:pt x="0" y="286"/>
                    <a:pt x="72" y="369"/>
                    <a:pt x="179" y="369"/>
                  </a:cubicBezTo>
                  <a:cubicBezTo>
                    <a:pt x="286" y="369"/>
                    <a:pt x="357" y="286"/>
                    <a:pt x="357" y="191"/>
                  </a:cubicBezTo>
                  <a:cubicBezTo>
                    <a:pt x="357" y="96"/>
                    <a:pt x="262"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1643;p47"/>
            <p:cNvSpPr/>
            <p:nvPr/>
          </p:nvSpPr>
          <p:spPr>
            <a:xfrm>
              <a:off x="4643630" y="2035226"/>
              <a:ext cx="38137" cy="39305"/>
            </a:xfrm>
            <a:custGeom>
              <a:rect b="b" l="l" r="r" t="t"/>
              <a:pathLst>
                <a:path extrusionOk="0" h="370" w="359">
                  <a:moveTo>
                    <a:pt x="180" y="0"/>
                  </a:moveTo>
                  <a:cubicBezTo>
                    <a:pt x="72" y="0"/>
                    <a:pt x="1" y="84"/>
                    <a:pt x="1" y="191"/>
                  </a:cubicBezTo>
                  <a:cubicBezTo>
                    <a:pt x="1" y="286"/>
                    <a:pt x="72" y="369"/>
                    <a:pt x="180" y="369"/>
                  </a:cubicBezTo>
                  <a:cubicBezTo>
                    <a:pt x="287" y="369"/>
                    <a:pt x="358" y="286"/>
                    <a:pt x="358" y="191"/>
                  </a:cubicBezTo>
                  <a:cubicBezTo>
                    <a:pt x="358" y="96"/>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1644;p47"/>
            <p:cNvSpPr/>
            <p:nvPr/>
          </p:nvSpPr>
          <p:spPr>
            <a:xfrm>
              <a:off x="4742318" y="2035226"/>
              <a:ext cx="38030" cy="39305"/>
            </a:xfrm>
            <a:custGeom>
              <a:rect b="b" l="l" r="r" t="t"/>
              <a:pathLst>
                <a:path extrusionOk="0" h="370" w="358">
                  <a:moveTo>
                    <a:pt x="179" y="0"/>
                  </a:moveTo>
                  <a:cubicBezTo>
                    <a:pt x="72" y="0"/>
                    <a:pt x="1" y="84"/>
                    <a:pt x="1" y="191"/>
                  </a:cubicBezTo>
                  <a:cubicBezTo>
                    <a:pt x="1" y="286"/>
                    <a:pt x="72" y="369"/>
                    <a:pt x="179" y="369"/>
                  </a:cubicBezTo>
                  <a:cubicBezTo>
                    <a:pt x="275" y="369"/>
                    <a:pt x="358" y="286"/>
                    <a:pt x="358" y="191"/>
                  </a:cubicBezTo>
                  <a:cubicBezTo>
                    <a:pt x="358" y="96"/>
                    <a:pt x="275"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1645;p47"/>
            <p:cNvSpPr/>
            <p:nvPr/>
          </p:nvSpPr>
          <p:spPr>
            <a:xfrm>
              <a:off x="4839731" y="2035226"/>
              <a:ext cx="38030" cy="39305"/>
            </a:xfrm>
            <a:custGeom>
              <a:rect b="b" l="l" r="r" t="t"/>
              <a:pathLst>
                <a:path extrusionOk="0" h="370" w="358">
                  <a:moveTo>
                    <a:pt x="179" y="0"/>
                  </a:moveTo>
                  <a:cubicBezTo>
                    <a:pt x="72" y="0"/>
                    <a:pt x="0" y="84"/>
                    <a:pt x="0" y="191"/>
                  </a:cubicBezTo>
                  <a:cubicBezTo>
                    <a:pt x="0" y="286"/>
                    <a:pt x="72" y="369"/>
                    <a:pt x="179" y="369"/>
                  </a:cubicBezTo>
                  <a:cubicBezTo>
                    <a:pt x="286" y="369"/>
                    <a:pt x="358" y="286"/>
                    <a:pt x="358" y="191"/>
                  </a:cubicBezTo>
                  <a:cubicBezTo>
                    <a:pt x="358" y="96"/>
                    <a:pt x="274"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1646;p47"/>
            <p:cNvSpPr/>
            <p:nvPr/>
          </p:nvSpPr>
          <p:spPr>
            <a:xfrm>
              <a:off x="4252810" y="2147829"/>
              <a:ext cx="38137" cy="38030"/>
            </a:xfrm>
            <a:custGeom>
              <a:rect b="b" l="l" r="r" t="t"/>
              <a:pathLst>
                <a:path extrusionOk="0" h="358" w="359">
                  <a:moveTo>
                    <a:pt x="180" y="0"/>
                  </a:moveTo>
                  <a:cubicBezTo>
                    <a:pt x="84" y="0"/>
                    <a:pt x="1" y="83"/>
                    <a:pt x="1" y="179"/>
                  </a:cubicBezTo>
                  <a:cubicBezTo>
                    <a:pt x="1" y="286"/>
                    <a:pt x="84" y="357"/>
                    <a:pt x="180" y="357"/>
                  </a:cubicBezTo>
                  <a:cubicBezTo>
                    <a:pt x="287" y="357"/>
                    <a:pt x="358" y="286"/>
                    <a:pt x="358" y="179"/>
                  </a:cubicBezTo>
                  <a:cubicBezTo>
                    <a:pt x="358" y="83"/>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1647;p47"/>
            <p:cNvSpPr/>
            <p:nvPr/>
          </p:nvSpPr>
          <p:spPr>
            <a:xfrm>
              <a:off x="4351498" y="2147829"/>
              <a:ext cx="38030" cy="38030"/>
            </a:xfrm>
            <a:custGeom>
              <a:rect b="b" l="l" r="r" t="t"/>
              <a:pathLst>
                <a:path extrusionOk="0" h="358" w="358">
                  <a:moveTo>
                    <a:pt x="179" y="0"/>
                  </a:moveTo>
                  <a:cubicBezTo>
                    <a:pt x="72" y="0"/>
                    <a:pt x="1" y="83"/>
                    <a:pt x="1" y="179"/>
                  </a:cubicBezTo>
                  <a:cubicBezTo>
                    <a:pt x="1" y="286"/>
                    <a:pt x="72" y="357"/>
                    <a:pt x="179" y="357"/>
                  </a:cubicBezTo>
                  <a:cubicBezTo>
                    <a:pt x="286" y="357"/>
                    <a:pt x="358" y="286"/>
                    <a:pt x="358" y="179"/>
                  </a:cubicBezTo>
                  <a:cubicBezTo>
                    <a:pt x="358" y="83"/>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1648;p47"/>
            <p:cNvSpPr/>
            <p:nvPr/>
          </p:nvSpPr>
          <p:spPr>
            <a:xfrm>
              <a:off x="4448911" y="2147829"/>
              <a:ext cx="38030" cy="38030"/>
            </a:xfrm>
            <a:custGeom>
              <a:rect b="b" l="l" r="r" t="t"/>
              <a:pathLst>
                <a:path extrusionOk="0" h="358" w="358">
                  <a:moveTo>
                    <a:pt x="179" y="0"/>
                  </a:moveTo>
                  <a:cubicBezTo>
                    <a:pt x="84" y="0"/>
                    <a:pt x="0" y="83"/>
                    <a:pt x="0" y="179"/>
                  </a:cubicBezTo>
                  <a:cubicBezTo>
                    <a:pt x="0" y="286"/>
                    <a:pt x="84" y="357"/>
                    <a:pt x="179" y="357"/>
                  </a:cubicBezTo>
                  <a:cubicBezTo>
                    <a:pt x="286" y="357"/>
                    <a:pt x="358" y="286"/>
                    <a:pt x="358" y="179"/>
                  </a:cubicBezTo>
                  <a:cubicBezTo>
                    <a:pt x="358" y="83"/>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1649;p47"/>
            <p:cNvSpPr/>
            <p:nvPr/>
          </p:nvSpPr>
          <p:spPr>
            <a:xfrm>
              <a:off x="4547599" y="2147829"/>
              <a:ext cx="38030" cy="38030"/>
            </a:xfrm>
            <a:custGeom>
              <a:rect b="b" l="l" r="r" t="t"/>
              <a:pathLst>
                <a:path extrusionOk="0" h="358" w="358">
                  <a:moveTo>
                    <a:pt x="179" y="0"/>
                  </a:moveTo>
                  <a:cubicBezTo>
                    <a:pt x="72" y="0"/>
                    <a:pt x="0" y="83"/>
                    <a:pt x="0" y="179"/>
                  </a:cubicBezTo>
                  <a:cubicBezTo>
                    <a:pt x="0" y="286"/>
                    <a:pt x="72" y="357"/>
                    <a:pt x="179" y="357"/>
                  </a:cubicBezTo>
                  <a:cubicBezTo>
                    <a:pt x="286" y="357"/>
                    <a:pt x="357" y="286"/>
                    <a:pt x="357" y="179"/>
                  </a:cubicBezTo>
                  <a:cubicBezTo>
                    <a:pt x="357" y="83"/>
                    <a:pt x="262"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1650;p47"/>
            <p:cNvSpPr/>
            <p:nvPr/>
          </p:nvSpPr>
          <p:spPr>
            <a:xfrm>
              <a:off x="4643630" y="2147829"/>
              <a:ext cx="38137" cy="38030"/>
            </a:xfrm>
            <a:custGeom>
              <a:rect b="b" l="l" r="r" t="t"/>
              <a:pathLst>
                <a:path extrusionOk="0" h="358" w="359">
                  <a:moveTo>
                    <a:pt x="180" y="0"/>
                  </a:moveTo>
                  <a:cubicBezTo>
                    <a:pt x="72" y="0"/>
                    <a:pt x="1" y="83"/>
                    <a:pt x="1" y="179"/>
                  </a:cubicBezTo>
                  <a:cubicBezTo>
                    <a:pt x="1" y="286"/>
                    <a:pt x="72" y="357"/>
                    <a:pt x="180" y="357"/>
                  </a:cubicBezTo>
                  <a:cubicBezTo>
                    <a:pt x="287" y="357"/>
                    <a:pt x="358" y="286"/>
                    <a:pt x="358" y="179"/>
                  </a:cubicBezTo>
                  <a:cubicBezTo>
                    <a:pt x="358" y="83"/>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1651;p47"/>
            <p:cNvSpPr/>
            <p:nvPr/>
          </p:nvSpPr>
          <p:spPr>
            <a:xfrm>
              <a:off x="4742318" y="2147829"/>
              <a:ext cx="38030" cy="38030"/>
            </a:xfrm>
            <a:custGeom>
              <a:rect b="b" l="l" r="r" t="t"/>
              <a:pathLst>
                <a:path extrusionOk="0" h="358" w="358">
                  <a:moveTo>
                    <a:pt x="179" y="0"/>
                  </a:moveTo>
                  <a:cubicBezTo>
                    <a:pt x="72" y="0"/>
                    <a:pt x="1" y="83"/>
                    <a:pt x="1" y="179"/>
                  </a:cubicBezTo>
                  <a:cubicBezTo>
                    <a:pt x="1" y="286"/>
                    <a:pt x="72" y="357"/>
                    <a:pt x="179" y="357"/>
                  </a:cubicBezTo>
                  <a:cubicBezTo>
                    <a:pt x="275" y="357"/>
                    <a:pt x="358" y="286"/>
                    <a:pt x="358" y="179"/>
                  </a:cubicBezTo>
                  <a:cubicBezTo>
                    <a:pt x="358" y="83"/>
                    <a:pt x="275"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1652;p47"/>
            <p:cNvSpPr/>
            <p:nvPr/>
          </p:nvSpPr>
          <p:spPr>
            <a:xfrm>
              <a:off x="4839731" y="2147829"/>
              <a:ext cx="38030" cy="38030"/>
            </a:xfrm>
            <a:custGeom>
              <a:rect b="b" l="l" r="r" t="t"/>
              <a:pathLst>
                <a:path extrusionOk="0" h="358" w="358">
                  <a:moveTo>
                    <a:pt x="179" y="0"/>
                  </a:moveTo>
                  <a:cubicBezTo>
                    <a:pt x="72" y="0"/>
                    <a:pt x="0" y="83"/>
                    <a:pt x="0" y="179"/>
                  </a:cubicBezTo>
                  <a:cubicBezTo>
                    <a:pt x="0" y="286"/>
                    <a:pt x="72" y="357"/>
                    <a:pt x="179" y="357"/>
                  </a:cubicBezTo>
                  <a:cubicBezTo>
                    <a:pt x="286" y="357"/>
                    <a:pt x="358" y="286"/>
                    <a:pt x="358" y="179"/>
                  </a:cubicBezTo>
                  <a:cubicBezTo>
                    <a:pt x="358" y="83"/>
                    <a:pt x="274"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1653;p47"/>
            <p:cNvSpPr/>
            <p:nvPr/>
          </p:nvSpPr>
          <p:spPr>
            <a:xfrm>
              <a:off x="4252810" y="2260327"/>
              <a:ext cx="38137" cy="38030"/>
            </a:xfrm>
            <a:custGeom>
              <a:rect b="b" l="l" r="r" t="t"/>
              <a:pathLst>
                <a:path extrusionOk="0" h="358" w="359">
                  <a:moveTo>
                    <a:pt x="180" y="1"/>
                  </a:moveTo>
                  <a:cubicBezTo>
                    <a:pt x="84" y="1"/>
                    <a:pt x="1" y="72"/>
                    <a:pt x="1" y="179"/>
                  </a:cubicBezTo>
                  <a:cubicBezTo>
                    <a:pt x="1" y="286"/>
                    <a:pt x="84" y="358"/>
                    <a:pt x="180" y="358"/>
                  </a:cubicBezTo>
                  <a:cubicBezTo>
                    <a:pt x="287" y="358"/>
                    <a:pt x="358" y="286"/>
                    <a:pt x="358" y="179"/>
                  </a:cubicBezTo>
                  <a:cubicBezTo>
                    <a:pt x="358" y="72"/>
                    <a:pt x="287" y="1"/>
                    <a:pt x="1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1654;p47"/>
            <p:cNvSpPr/>
            <p:nvPr/>
          </p:nvSpPr>
          <p:spPr>
            <a:xfrm>
              <a:off x="4351498" y="2260327"/>
              <a:ext cx="38030" cy="38030"/>
            </a:xfrm>
            <a:custGeom>
              <a:rect b="b" l="l" r="r" t="t"/>
              <a:pathLst>
                <a:path extrusionOk="0" h="358" w="358">
                  <a:moveTo>
                    <a:pt x="179" y="1"/>
                  </a:moveTo>
                  <a:cubicBezTo>
                    <a:pt x="72" y="1"/>
                    <a:pt x="1" y="72"/>
                    <a:pt x="1" y="179"/>
                  </a:cubicBezTo>
                  <a:cubicBezTo>
                    <a:pt x="1" y="286"/>
                    <a:pt x="72" y="358"/>
                    <a:pt x="179" y="358"/>
                  </a:cubicBezTo>
                  <a:cubicBezTo>
                    <a:pt x="286" y="358"/>
                    <a:pt x="358" y="286"/>
                    <a:pt x="358" y="179"/>
                  </a:cubicBezTo>
                  <a:cubicBezTo>
                    <a:pt x="358" y="72"/>
                    <a:pt x="286"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1655;p47"/>
            <p:cNvSpPr/>
            <p:nvPr/>
          </p:nvSpPr>
          <p:spPr>
            <a:xfrm>
              <a:off x="4448911" y="2260327"/>
              <a:ext cx="38030" cy="38030"/>
            </a:xfrm>
            <a:custGeom>
              <a:rect b="b" l="l" r="r" t="t"/>
              <a:pathLst>
                <a:path extrusionOk="0" h="358" w="358">
                  <a:moveTo>
                    <a:pt x="179" y="1"/>
                  </a:moveTo>
                  <a:cubicBezTo>
                    <a:pt x="84" y="1"/>
                    <a:pt x="0" y="72"/>
                    <a:pt x="0" y="179"/>
                  </a:cubicBezTo>
                  <a:cubicBezTo>
                    <a:pt x="0" y="286"/>
                    <a:pt x="84" y="358"/>
                    <a:pt x="179" y="358"/>
                  </a:cubicBezTo>
                  <a:cubicBezTo>
                    <a:pt x="286" y="358"/>
                    <a:pt x="358" y="286"/>
                    <a:pt x="358" y="179"/>
                  </a:cubicBezTo>
                  <a:cubicBezTo>
                    <a:pt x="358" y="72"/>
                    <a:pt x="286"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1656;p47"/>
            <p:cNvSpPr/>
            <p:nvPr/>
          </p:nvSpPr>
          <p:spPr>
            <a:xfrm>
              <a:off x="4547599" y="2260327"/>
              <a:ext cx="38030" cy="38030"/>
            </a:xfrm>
            <a:custGeom>
              <a:rect b="b" l="l" r="r" t="t"/>
              <a:pathLst>
                <a:path extrusionOk="0" h="358" w="358">
                  <a:moveTo>
                    <a:pt x="179" y="1"/>
                  </a:moveTo>
                  <a:cubicBezTo>
                    <a:pt x="72" y="1"/>
                    <a:pt x="0" y="72"/>
                    <a:pt x="0" y="179"/>
                  </a:cubicBezTo>
                  <a:cubicBezTo>
                    <a:pt x="0" y="286"/>
                    <a:pt x="72" y="358"/>
                    <a:pt x="179" y="358"/>
                  </a:cubicBezTo>
                  <a:cubicBezTo>
                    <a:pt x="286" y="358"/>
                    <a:pt x="357" y="286"/>
                    <a:pt x="357" y="179"/>
                  </a:cubicBezTo>
                  <a:cubicBezTo>
                    <a:pt x="357" y="72"/>
                    <a:pt x="262"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1657;p47"/>
            <p:cNvSpPr/>
            <p:nvPr/>
          </p:nvSpPr>
          <p:spPr>
            <a:xfrm>
              <a:off x="4643630" y="2260327"/>
              <a:ext cx="38137" cy="38030"/>
            </a:xfrm>
            <a:custGeom>
              <a:rect b="b" l="l" r="r" t="t"/>
              <a:pathLst>
                <a:path extrusionOk="0" h="358" w="359">
                  <a:moveTo>
                    <a:pt x="180" y="1"/>
                  </a:moveTo>
                  <a:cubicBezTo>
                    <a:pt x="72" y="1"/>
                    <a:pt x="1" y="72"/>
                    <a:pt x="1" y="179"/>
                  </a:cubicBezTo>
                  <a:cubicBezTo>
                    <a:pt x="1" y="286"/>
                    <a:pt x="72" y="358"/>
                    <a:pt x="180" y="358"/>
                  </a:cubicBezTo>
                  <a:cubicBezTo>
                    <a:pt x="287" y="358"/>
                    <a:pt x="358" y="286"/>
                    <a:pt x="358" y="179"/>
                  </a:cubicBezTo>
                  <a:cubicBezTo>
                    <a:pt x="358" y="72"/>
                    <a:pt x="287" y="1"/>
                    <a:pt x="1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1658;p47"/>
            <p:cNvSpPr/>
            <p:nvPr/>
          </p:nvSpPr>
          <p:spPr>
            <a:xfrm>
              <a:off x="4742318" y="2260327"/>
              <a:ext cx="38030" cy="38030"/>
            </a:xfrm>
            <a:custGeom>
              <a:rect b="b" l="l" r="r" t="t"/>
              <a:pathLst>
                <a:path extrusionOk="0" h="358" w="358">
                  <a:moveTo>
                    <a:pt x="179" y="1"/>
                  </a:moveTo>
                  <a:cubicBezTo>
                    <a:pt x="72" y="1"/>
                    <a:pt x="1" y="72"/>
                    <a:pt x="1" y="179"/>
                  </a:cubicBezTo>
                  <a:cubicBezTo>
                    <a:pt x="1" y="286"/>
                    <a:pt x="72" y="358"/>
                    <a:pt x="179" y="358"/>
                  </a:cubicBezTo>
                  <a:cubicBezTo>
                    <a:pt x="275" y="358"/>
                    <a:pt x="358" y="286"/>
                    <a:pt x="358" y="179"/>
                  </a:cubicBezTo>
                  <a:cubicBezTo>
                    <a:pt x="358" y="72"/>
                    <a:pt x="275"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1659;p47"/>
            <p:cNvSpPr/>
            <p:nvPr/>
          </p:nvSpPr>
          <p:spPr>
            <a:xfrm>
              <a:off x="4839731" y="2260327"/>
              <a:ext cx="38030" cy="38030"/>
            </a:xfrm>
            <a:custGeom>
              <a:rect b="b" l="l" r="r" t="t"/>
              <a:pathLst>
                <a:path extrusionOk="0" h="358" w="358">
                  <a:moveTo>
                    <a:pt x="179" y="1"/>
                  </a:moveTo>
                  <a:cubicBezTo>
                    <a:pt x="72" y="1"/>
                    <a:pt x="0" y="72"/>
                    <a:pt x="0" y="179"/>
                  </a:cubicBezTo>
                  <a:cubicBezTo>
                    <a:pt x="0" y="286"/>
                    <a:pt x="72" y="358"/>
                    <a:pt x="179" y="358"/>
                  </a:cubicBezTo>
                  <a:cubicBezTo>
                    <a:pt x="286" y="358"/>
                    <a:pt x="358" y="286"/>
                    <a:pt x="358" y="179"/>
                  </a:cubicBezTo>
                  <a:cubicBezTo>
                    <a:pt x="358" y="72"/>
                    <a:pt x="274"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1660;p47"/>
            <p:cNvSpPr/>
            <p:nvPr/>
          </p:nvSpPr>
          <p:spPr>
            <a:xfrm>
              <a:off x="4252810" y="2371656"/>
              <a:ext cx="38137" cy="38030"/>
            </a:xfrm>
            <a:custGeom>
              <a:rect b="b" l="l" r="r" t="t"/>
              <a:pathLst>
                <a:path extrusionOk="0" h="358" w="359">
                  <a:moveTo>
                    <a:pt x="180" y="0"/>
                  </a:moveTo>
                  <a:cubicBezTo>
                    <a:pt x="84" y="0"/>
                    <a:pt x="1" y="72"/>
                    <a:pt x="1" y="179"/>
                  </a:cubicBezTo>
                  <a:cubicBezTo>
                    <a:pt x="1" y="274"/>
                    <a:pt x="84" y="358"/>
                    <a:pt x="180" y="358"/>
                  </a:cubicBezTo>
                  <a:cubicBezTo>
                    <a:pt x="287" y="358"/>
                    <a:pt x="358" y="274"/>
                    <a:pt x="358" y="179"/>
                  </a:cubicBezTo>
                  <a:cubicBezTo>
                    <a:pt x="358" y="84"/>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1661;p47"/>
            <p:cNvSpPr/>
            <p:nvPr/>
          </p:nvSpPr>
          <p:spPr>
            <a:xfrm>
              <a:off x="4351498" y="2371656"/>
              <a:ext cx="38030" cy="38030"/>
            </a:xfrm>
            <a:custGeom>
              <a:rect b="b" l="l" r="r" t="t"/>
              <a:pathLst>
                <a:path extrusionOk="0" h="358" w="358">
                  <a:moveTo>
                    <a:pt x="179" y="0"/>
                  </a:moveTo>
                  <a:cubicBezTo>
                    <a:pt x="72" y="0"/>
                    <a:pt x="1" y="72"/>
                    <a:pt x="1" y="179"/>
                  </a:cubicBezTo>
                  <a:cubicBezTo>
                    <a:pt x="1" y="274"/>
                    <a:pt x="72" y="358"/>
                    <a:pt x="179" y="358"/>
                  </a:cubicBezTo>
                  <a:cubicBezTo>
                    <a:pt x="286" y="358"/>
                    <a:pt x="358" y="274"/>
                    <a:pt x="358" y="179"/>
                  </a:cubicBezTo>
                  <a:cubicBezTo>
                    <a:pt x="358" y="84"/>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1662;p47"/>
            <p:cNvSpPr/>
            <p:nvPr/>
          </p:nvSpPr>
          <p:spPr>
            <a:xfrm>
              <a:off x="4448911" y="2371656"/>
              <a:ext cx="38030" cy="38030"/>
            </a:xfrm>
            <a:custGeom>
              <a:rect b="b" l="l" r="r" t="t"/>
              <a:pathLst>
                <a:path extrusionOk="0" h="358" w="358">
                  <a:moveTo>
                    <a:pt x="179" y="0"/>
                  </a:moveTo>
                  <a:cubicBezTo>
                    <a:pt x="84" y="0"/>
                    <a:pt x="0" y="72"/>
                    <a:pt x="0" y="179"/>
                  </a:cubicBezTo>
                  <a:cubicBezTo>
                    <a:pt x="0" y="274"/>
                    <a:pt x="84" y="358"/>
                    <a:pt x="179" y="358"/>
                  </a:cubicBezTo>
                  <a:cubicBezTo>
                    <a:pt x="286" y="358"/>
                    <a:pt x="358" y="274"/>
                    <a:pt x="358" y="179"/>
                  </a:cubicBezTo>
                  <a:cubicBezTo>
                    <a:pt x="358" y="84"/>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1663;p47"/>
            <p:cNvSpPr/>
            <p:nvPr/>
          </p:nvSpPr>
          <p:spPr>
            <a:xfrm>
              <a:off x="4547599" y="2371656"/>
              <a:ext cx="38030" cy="38030"/>
            </a:xfrm>
            <a:custGeom>
              <a:rect b="b" l="l" r="r" t="t"/>
              <a:pathLst>
                <a:path extrusionOk="0" h="358" w="358">
                  <a:moveTo>
                    <a:pt x="179" y="0"/>
                  </a:moveTo>
                  <a:cubicBezTo>
                    <a:pt x="72" y="0"/>
                    <a:pt x="0" y="72"/>
                    <a:pt x="0" y="179"/>
                  </a:cubicBezTo>
                  <a:cubicBezTo>
                    <a:pt x="0" y="274"/>
                    <a:pt x="72" y="358"/>
                    <a:pt x="179" y="358"/>
                  </a:cubicBezTo>
                  <a:cubicBezTo>
                    <a:pt x="286" y="358"/>
                    <a:pt x="357" y="274"/>
                    <a:pt x="357" y="179"/>
                  </a:cubicBezTo>
                  <a:cubicBezTo>
                    <a:pt x="357" y="84"/>
                    <a:pt x="262"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1664;p47"/>
            <p:cNvSpPr/>
            <p:nvPr/>
          </p:nvSpPr>
          <p:spPr>
            <a:xfrm>
              <a:off x="4643630" y="2371656"/>
              <a:ext cx="38137" cy="38030"/>
            </a:xfrm>
            <a:custGeom>
              <a:rect b="b" l="l" r="r" t="t"/>
              <a:pathLst>
                <a:path extrusionOk="0" h="358" w="359">
                  <a:moveTo>
                    <a:pt x="180" y="0"/>
                  </a:moveTo>
                  <a:cubicBezTo>
                    <a:pt x="72" y="0"/>
                    <a:pt x="1" y="72"/>
                    <a:pt x="1" y="179"/>
                  </a:cubicBezTo>
                  <a:cubicBezTo>
                    <a:pt x="1" y="274"/>
                    <a:pt x="72" y="358"/>
                    <a:pt x="180" y="358"/>
                  </a:cubicBezTo>
                  <a:cubicBezTo>
                    <a:pt x="287" y="358"/>
                    <a:pt x="358" y="274"/>
                    <a:pt x="358" y="179"/>
                  </a:cubicBezTo>
                  <a:cubicBezTo>
                    <a:pt x="358" y="84"/>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1665;p47"/>
            <p:cNvSpPr/>
            <p:nvPr/>
          </p:nvSpPr>
          <p:spPr>
            <a:xfrm>
              <a:off x="4742318" y="2371656"/>
              <a:ext cx="38030" cy="38030"/>
            </a:xfrm>
            <a:custGeom>
              <a:rect b="b" l="l" r="r" t="t"/>
              <a:pathLst>
                <a:path extrusionOk="0" h="358" w="358">
                  <a:moveTo>
                    <a:pt x="179" y="0"/>
                  </a:moveTo>
                  <a:cubicBezTo>
                    <a:pt x="72" y="0"/>
                    <a:pt x="1" y="72"/>
                    <a:pt x="1" y="179"/>
                  </a:cubicBezTo>
                  <a:cubicBezTo>
                    <a:pt x="1" y="274"/>
                    <a:pt x="72" y="358"/>
                    <a:pt x="179" y="358"/>
                  </a:cubicBezTo>
                  <a:cubicBezTo>
                    <a:pt x="275" y="358"/>
                    <a:pt x="358" y="274"/>
                    <a:pt x="358" y="179"/>
                  </a:cubicBezTo>
                  <a:cubicBezTo>
                    <a:pt x="358" y="84"/>
                    <a:pt x="275"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1666;p47"/>
            <p:cNvSpPr/>
            <p:nvPr/>
          </p:nvSpPr>
          <p:spPr>
            <a:xfrm>
              <a:off x="4839731" y="2371656"/>
              <a:ext cx="38030" cy="38030"/>
            </a:xfrm>
            <a:custGeom>
              <a:rect b="b" l="l" r="r" t="t"/>
              <a:pathLst>
                <a:path extrusionOk="0" h="358" w="358">
                  <a:moveTo>
                    <a:pt x="179" y="0"/>
                  </a:moveTo>
                  <a:cubicBezTo>
                    <a:pt x="72" y="0"/>
                    <a:pt x="0" y="72"/>
                    <a:pt x="0" y="179"/>
                  </a:cubicBezTo>
                  <a:cubicBezTo>
                    <a:pt x="0" y="274"/>
                    <a:pt x="72" y="358"/>
                    <a:pt x="179" y="358"/>
                  </a:cubicBezTo>
                  <a:cubicBezTo>
                    <a:pt x="286" y="358"/>
                    <a:pt x="358" y="274"/>
                    <a:pt x="358" y="179"/>
                  </a:cubicBezTo>
                  <a:cubicBezTo>
                    <a:pt x="358" y="84"/>
                    <a:pt x="274"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1667;p47"/>
            <p:cNvSpPr/>
            <p:nvPr/>
          </p:nvSpPr>
          <p:spPr>
            <a:xfrm>
              <a:off x="4252810" y="2482985"/>
              <a:ext cx="38137" cy="38030"/>
            </a:xfrm>
            <a:custGeom>
              <a:rect b="b" l="l" r="r" t="t"/>
              <a:pathLst>
                <a:path extrusionOk="0" h="358" w="359">
                  <a:moveTo>
                    <a:pt x="180" y="0"/>
                  </a:moveTo>
                  <a:cubicBezTo>
                    <a:pt x="84" y="0"/>
                    <a:pt x="1" y="72"/>
                    <a:pt x="1" y="179"/>
                  </a:cubicBezTo>
                  <a:cubicBezTo>
                    <a:pt x="1" y="286"/>
                    <a:pt x="84" y="357"/>
                    <a:pt x="180" y="357"/>
                  </a:cubicBezTo>
                  <a:cubicBezTo>
                    <a:pt x="287" y="357"/>
                    <a:pt x="358" y="286"/>
                    <a:pt x="358" y="179"/>
                  </a:cubicBezTo>
                  <a:cubicBezTo>
                    <a:pt x="358" y="84"/>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1668;p47"/>
            <p:cNvSpPr/>
            <p:nvPr/>
          </p:nvSpPr>
          <p:spPr>
            <a:xfrm>
              <a:off x="4351498" y="2482985"/>
              <a:ext cx="38030" cy="38030"/>
            </a:xfrm>
            <a:custGeom>
              <a:rect b="b" l="l" r="r" t="t"/>
              <a:pathLst>
                <a:path extrusionOk="0" h="358" w="358">
                  <a:moveTo>
                    <a:pt x="179" y="0"/>
                  </a:moveTo>
                  <a:cubicBezTo>
                    <a:pt x="72" y="0"/>
                    <a:pt x="1" y="72"/>
                    <a:pt x="1" y="179"/>
                  </a:cubicBezTo>
                  <a:cubicBezTo>
                    <a:pt x="1" y="286"/>
                    <a:pt x="72" y="357"/>
                    <a:pt x="179" y="357"/>
                  </a:cubicBezTo>
                  <a:cubicBezTo>
                    <a:pt x="286" y="357"/>
                    <a:pt x="358" y="286"/>
                    <a:pt x="358" y="179"/>
                  </a:cubicBezTo>
                  <a:cubicBezTo>
                    <a:pt x="358" y="84"/>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1669;p47"/>
            <p:cNvSpPr/>
            <p:nvPr/>
          </p:nvSpPr>
          <p:spPr>
            <a:xfrm>
              <a:off x="4448911" y="2482985"/>
              <a:ext cx="38030" cy="38030"/>
            </a:xfrm>
            <a:custGeom>
              <a:rect b="b" l="l" r="r" t="t"/>
              <a:pathLst>
                <a:path extrusionOk="0" h="358" w="358">
                  <a:moveTo>
                    <a:pt x="179" y="0"/>
                  </a:moveTo>
                  <a:cubicBezTo>
                    <a:pt x="84" y="0"/>
                    <a:pt x="0" y="72"/>
                    <a:pt x="0" y="179"/>
                  </a:cubicBezTo>
                  <a:cubicBezTo>
                    <a:pt x="0" y="286"/>
                    <a:pt x="84" y="357"/>
                    <a:pt x="179" y="357"/>
                  </a:cubicBezTo>
                  <a:cubicBezTo>
                    <a:pt x="286" y="357"/>
                    <a:pt x="358" y="286"/>
                    <a:pt x="358" y="179"/>
                  </a:cubicBezTo>
                  <a:cubicBezTo>
                    <a:pt x="358" y="84"/>
                    <a:pt x="286"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1670;p47"/>
            <p:cNvSpPr/>
            <p:nvPr/>
          </p:nvSpPr>
          <p:spPr>
            <a:xfrm>
              <a:off x="4547599" y="2482985"/>
              <a:ext cx="38030" cy="38030"/>
            </a:xfrm>
            <a:custGeom>
              <a:rect b="b" l="l" r="r" t="t"/>
              <a:pathLst>
                <a:path extrusionOk="0" h="358" w="358">
                  <a:moveTo>
                    <a:pt x="179" y="0"/>
                  </a:moveTo>
                  <a:cubicBezTo>
                    <a:pt x="72" y="0"/>
                    <a:pt x="0" y="72"/>
                    <a:pt x="0" y="179"/>
                  </a:cubicBezTo>
                  <a:cubicBezTo>
                    <a:pt x="0" y="286"/>
                    <a:pt x="72" y="357"/>
                    <a:pt x="179" y="357"/>
                  </a:cubicBezTo>
                  <a:cubicBezTo>
                    <a:pt x="286" y="357"/>
                    <a:pt x="357" y="286"/>
                    <a:pt x="357" y="179"/>
                  </a:cubicBezTo>
                  <a:cubicBezTo>
                    <a:pt x="357" y="84"/>
                    <a:pt x="262"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1671;p47"/>
            <p:cNvSpPr/>
            <p:nvPr/>
          </p:nvSpPr>
          <p:spPr>
            <a:xfrm>
              <a:off x="4643630" y="2482985"/>
              <a:ext cx="38137" cy="38030"/>
            </a:xfrm>
            <a:custGeom>
              <a:rect b="b" l="l" r="r" t="t"/>
              <a:pathLst>
                <a:path extrusionOk="0" h="358" w="359">
                  <a:moveTo>
                    <a:pt x="180" y="0"/>
                  </a:moveTo>
                  <a:cubicBezTo>
                    <a:pt x="72" y="0"/>
                    <a:pt x="1" y="72"/>
                    <a:pt x="1" y="179"/>
                  </a:cubicBezTo>
                  <a:cubicBezTo>
                    <a:pt x="1" y="286"/>
                    <a:pt x="72" y="357"/>
                    <a:pt x="180" y="357"/>
                  </a:cubicBezTo>
                  <a:cubicBezTo>
                    <a:pt x="287" y="357"/>
                    <a:pt x="358" y="286"/>
                    <a:pt x="358" y="179"/>
                  </a:cubicBezTo>
                  <a:cubicBezTo>
                    <a:pt x="358" y="84"/>
                    <a:pt x="287"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1672;p47"/>
            <p:cNvSpPr/>
            <p:nvPr/>
          </p:nvSpPr>
          <p:spPr>
            <a:xfrm>
              <a:off x="4742318" y="2482985"/>
              <a:ext cx="38030" cy="38030"/>
            </a:xfrm>
            <a:custGeom>
              <a:rect b="b" l="l" r="r" t="t"/>
              <a:pathLst>
                <a:path extrusionOk="0" h="358" w="358">
                  <a:moveTo>
                    <a:pt x="179" y="0"/>
                  </a:moveTo>
                  <a:cubicBezTo>
                    <a:pt x="72" y="0"/>
                    <a:pt x="1" y="72"/>
                    <a:pt x="1" y="179"/>
                  </a:cubicBezTo>
                  <a:cubicBezTo>
                    <a:pt x="1" y="286"/>
                    <a:pt x="72" y="357"/>
                    <a:pt x="179" y="357"/>
                  </a:cubicBezTo>
                  <a:cubicBezTo>
                    <a:pt x="275" y="357"/>
                    <a:pt x="358" y="286"/>
                    <a:pt x="358" y="179"/>
                  </a:cubicBezTo>
                  <a:cubicBezTo>
                    <a:pt x="358" y="84"/>
                    <a:pt x="275"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1673;p47"/>
            <p:cNvSpPr/>
            <p:nvPr/>
          </p:nvSpPr>
          <p:spPr>
            <a:xfrm>
              <a:off x="4839731" y="2482985"/>
              <a:ext cx="38030" cy="38030"/>
            </a:xfrm>
            <a:custGeom>
              <a:rect b="b" l="l" r="r" t="t"/>
              <a:pathLst>
                <a:path extrusionOk="0" h="358" w="358">
                  <a:moveTo>
                    <a:pt x="179" y="0"/>
                  </a:moveTo>
                  <a:cubicBezTo>
                    <a:pt x="72" y="0"/>
                    <a:pt x="0" y="72"/>
                    <a:pt x="0" y="179"/>
                  </a:cubicBezTo>
                  <a:cubicBezTo>
                    <a:pt x="0" y="286"/>
                    <a:pt x="72" y="357"/>
                    <a:pt x="179" y="357"/>
                  </a:cubicBezTo>
                  <a:cubicBezTo>
                    <a:pt x="286" y="357"/>
                    <a:pt x="358" y="286"/>
                    <a:pt x="358" y="179"/>
                  </a:cubicBezTo>
                  <a:cubicBezTo>
                    <a:pt x="358" y="84"/>
                    <a:pt x="274" y="0"/>
                    <a:pt x="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1674;p47"/>
            <p:cNvSpPr/>
            <p:nvPr/>
          </p:nvSpPr>
          <p:spPr>
            <a:xfrm>
              <a:off x="4252810" y="2595483"/>
              <a:ext cx="38137" cy="38137"/>
            </a:xfrm>
            <a:custGeom>
              <a:rect b="b" l="l" r="r" t="t"/>
              <a:pathLst>
                <a:path extrusionOk="0" h="359" w="359">
                  <a:moveTo>
                    <a:pt x="180" y="1"/>
                  </a:moveTo>
                  <a:cubicBezTo>
                    <a:pt x="84" y="1"/>
                    <a:pt x="1" y="72"/>
                    <a:pt x="1" y="179"/>
                  </a:cubicBezTo>
                  <a:cubicBezTo>
                    <a:pt x="1" y="287"/>
                    <a:pt x="84" y="358"/>
                    <a:pt x="180" y="358"/>
                  </a:cubicBezTo>
                  <a:cubicBezTo>
                    <a:pt x="287" y="358"/>
                    <a:pt x="358" y="287"/>
                    <a:pt x="358" y="179"/>
                  </a:cubicBezTo>
                  <a:cubicBezTo>
                    <a:pt x="358" y="72"/>
                    <a:pt x="287" y="1"/>
                    <a:pt x="1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1675;p47"/>
            <p:cNvSpPr/>
            <p:nvPr/>
          </p:nvSpPr>
          <p:spPr>
            <a:xfrm>
              <a:off x="4351498" y="2595483"/>
              <a:ext cx="38030" cy="38137"/>
            </a:xfrm>
            <a:custGeom>
              <a:rect b="b" l="l" r="r" t="t"/>
              <a:pathLst>
                <a:path extrusionOk="0" h="359" w="358">
                  <a:moveTo>
                    <a:pt x="179" y="1"/>
                  </a:moveTo>
                  <a:cubicBezTo>
                    <a:pt x="72" y="1"/>
                    <a:pt x="1" y="72"/>
                    <a:pt x="1" y="179"/>
                  </a:cubicBezTo>
                  <a:cubicBezTo>
                    <a:pt x="1" y="287"/>
                    <a:pt x="72" y="358"/>
                    <a:pt x="179" y="358"/>
                  </a:cubicBezTo>
                  <a:cubicBezTo>
                    <a:pt x="286" y="358"/>
                    <a:pt x="358" y="287"/>
                    <a:pt x="358" y="179"/>
                  </a:cubicBezTo>
                  <a:cubicBezTo>
                    <a:pt x="358" y="72"/>
                    <a:pt x="286"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1676;p47"/>
            <p:cNvSpPr/>
            <p:nvPr/>
          </p:nvSpPr>
          <p:spPr>
            <a:xfrm>
              <a:off x="4448911" y="2595483"/>
              <a:ext cx="38030" cy="38137"/>
            </a:xfrm>
            <a:custGeom>
              <a:rect b="b" l="l" r="r" t="t"/>
              <a:pathLst>
                <a:path extrusionOk="0" h="359" w="358">
                  <a:moveTo>
                    <a:pt x="179" y="1"/>
                  </a:moveTo>
                  <a:cubicBezTo>
                    <a:pt x="84" y="1"/>
                    <a:pt x="0" y="72"/>
                    <a:pt x="0" y="179"/>
                  </a:cubicBezTo>
                  <a:cubicBezTo>
                    <a:pt x="0" y="287"/>
                    <a:pt x="84" y="358"/>
                    <a:pt x="179" y="358"/>
                  </a:cubicBezTo>
                  <a:cubicBezTo>
                    <a:pt x="286" y="358"/>
                    <a:pt x="358" y="287"/>
                    <a:pt x="358" y="179"/>
                  </a:cubicBezTo>
                  <a:cubicBezTo>
                    <a:pt x="358" y="72"/>
                    <a:pt x="286"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1677;p47"/>
            <p:cNvSpPr/>
            <p:nvPr/>
          </p:nvSpPr>
          <p:spPr>
            <a:xfrm>
              <a:off x="4547599" y="2595483"/>
              <a:ext cx="38030" cy="38137"/>
            </a:xfrm>
            <a:custGeom>
              <a:rect b="b" l="l" r="r" t="t"/>
              <a:pathLst>
                <a:path extrusionOk="0" h="359" w="358">
                  <a:moveTo>
                    <a:pt x="179" y="1"/>
                  </a:moveTo>
                  <a:cubicBezTo>
                    <a:pt x="72" y="1"/>
                    <a:pt x="0" y="72"/>
                    <a:pt x="0" y="179"/>
                  </a:cubicBezTo>
                  <a:cubicBezTo>
                    <a:pt x="0" y="287"/>
                    <a:pt x="72" y="358"/>
                    <a:pt x="179" y="358"/>
                  </a:cubicBezTo>
                  <a:cubicBezTo>
                    <a:pt x="286" y="358"/>
                    <a:pt x="357" y="287"/>
                    <a:pt x="357" y="179"/>
                  </a:cubicBezTo>
                  <a:cubicBezTo>
                    <a:pt x="357" y="72"/>
                    <a:pt x="262"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1678;p47"/>
            <p:cNvSpPr/>
            <p:nvPr/>
          </p:nvSpPr>
          <p:spPr>
            <a:xfrm>
              <a:off x="4643630" y="2595483"/>
              <a:ext cx="38137" cy="38137"/>
            </a:xfrm>
            <a:custGeom>
              <a:rect b="b" l="l" r="r" t="t"/>
              <a:pathLst>
                <a:path extrusionOk="0" h="359" w="359">
                  <a:moveTo>
                    <a:pt x="180" y="1"/>
                  </a:moveTo>
                  <a:cubicBezTo>
                    <a:pt x="72" y="1"/>
                    <a:pt x="1" y="72"/>
                    <a:pt x="1" y="179"/>
                  </a:cubicBezTo>
                  <a:cubicBezTo>
                    <a:pt x="1" y="287"/>
                    <a:pt x="72" y="358"/>
                    <a:pt x="180" y="358"/>
                  </a:cubicBezTo>
                  <a:cubicBezTo>
                    <a:pt x="287" y="358"/>
                    <a:pt x="358" y="287"/>
                    <a:pt x="358" y="179"/>
                  </a:cubicBezTo>
                  <a:cubicBezTo>
                    <a:pt x="358" y="72"/>
                    <a:pt x="287" y="1"/>
                    <a:pt x="1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1679;p47"/>
            <p:cNvSpPr/>
            <p:nvPr/>
          </p:nvSpPr>
          <p:spPr>
            <a:xfrm>
              <a:off x="4742318" y="2595483"/>
              <a:ext cx="38030" cy="38137"/>
            </a:xfrm>
            <a:custGeom>
              <a:rect b="b" l="l" r="r" t="t"/>
              <a:pathLst>
                <a:path extrusionOk="0" h="359" w="358">
                  <a:moveTo>
                    <a:pt x="179" y="1"/>
                  </a:moveTo>
                  <a:cubicBezTo>
                    <a:pt x="72" y="1"/>
                    <a:pt x="1" y="72"/>
                    <a:pt x="1" y="179"/>
                  </a:cubicBezTo>
                  <a:cubicBezTo>
                    <a:pt x="1" y="287"/>
                    <a:pt x="72" y="358"/>
                    <a:pt x="179" y="358"/>
                  </a:cubicBezTo>
                  <a:cubicBezTo>
                    <a:pt x="275" y="358"/>
                    <a:pt x="358" y="287"/>
                    <a:pt x="358" y="179"/>
                  </a:cubicBezTo>
                  <a:cubicBezTo>
                    <a:pt x="358" y="72"/>
                    <a:pt x="275"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1680;p47"/>
            <p:cNvSpPr/>
            <p:nvPr/>
          </p:nvSpPr>
          <p:spPr>
            <a:xfrm>
              <a:off x="4839731" y="2595483"/>
              <a:ext cx="38030" cy="38137"/>
            </a:xfrm>
            <a:custGeom>
              <a:rect b="b" l="l" r="r" t="t"/>
              <a:pathLst>
                <a:path extrusionOk="0" h="359" w="358">
                  <a:moveTo>
                    <a:pt x="179" y="1"/>
                  </a:moveTo>
                  <a:cubicBezTo>
                    <a:pt x="72" y="1"/>
                    <a:pt x="0" y="72"/>
                    <a:pt x="0" y="179"/>
                  </a:cubicBezTo>
                  <a:cubicBezTo>
                    <a:pt x="0" y="287"/>
                    <a:pt x="72" y="358"/>
                    <a:pt x="179" y="358"/>
                  </a:cubicBezTo>
                  <a:cubicBezTo>
                    <a:pt x="286" y="358"/>
                    <a:pt x="358" y="287"/>
                    <a:pt x="358" y="179"/>
                  </a:cubicBezTo>
                  <a:cubicBezTo>
                    <a:pt x="358" y="72"/>
                    <a:pt x="274"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 name="Google Shape;1626;p47"/>
          <p:cNvGrpSpPr/>
          <p:nvPr/>
        </p:nvGrpSpPr>
        <p:grpSpPr>
          <a:xfrm>
            <a:off x="7858386" y="2384876"/>
            <a:ext cx="1617386" cy="1624770"/>
            <a:chOff x="3992334" y="189904"/>
            <a:chExt cx="1116902" cy="1122001"/>
          </a:xfrm>
        </p:grpSpPr>
        <p:sp>
          <p:nvSpPr>
            <p:cNvPr id="7" name="Google Shape;1627;p47"/>
            <p:cNvSpPr/>
            <p:nvPr/>
          </p:nvSpPr>
          <p:spPr>
            <a:xfrm>
              <a:off x="3992334" y="804551"/>
              <a:ext cx="232750" cy="403568"/>
            </a:xfrm>
            <a:custGeom>
              <a:rect b="b" l="l" r="r" t="t"/>
              <a:pathLst>
                <a:path extrusionOk="0" h="3799" w="2191">
                  <a:moveTo>
                    <a:pt x="0" y="1"/>
                  </a:moveTo>
                  <a:cubicBezTo>
                    <a:pt x="36" y="227"/>
                    <a:pt x="60" y="441"/>
                    <a:pt x="107" y="667"/>
                  </a:cubicBezTo>
                  <a:lnTo>
                    <a:pt x="1667" y="3382"/>
                  </a:lnTo>
                  <a:cubicBezTo>
                    <a:pt x="1834" y="3525"/>
                    <a:pt x="2012" y="3680"/>
                    <a:pt x="2191" y="3799"/>
                  </a:cubicBez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 name="Google Shape;1628;p47"/>
            <p:cNvSpPr/>
            <p:nvPr/>
          </p:nvSpPr>
          <p:spPr>
            <a:xfrm>
              <a:off x="3998602" y="619923"/>
              <a:ext cx="396025" cy="671692"/>
            </a:xfrm>
            <a:custGeom>
              <a:rect b="b" l="l" r="r" t="t"/>
              <a:pathLst>
                <a:path extrusionOk="0" h="6323" w="3728">
                  <a:moveTo>
                    <a:pt x="96" y="0"/>
                  </a:moveTo>
                  <a:cubicBezTo>
                    <a:pt x="48" y="96"/>
                    <a:pt x="13" y="215"/>
                    <a:pt x="1" y="334"/>
                  </a:cubicBezTo>
                  <a:lnTo>
                    <a:pt x="3382" y="6203"/>
                  </a:lnTo>
                  <a:cubicBezTo>
                    <a:pt x="3489" y="6251"/>
                    <a:pt x="3608" y="6275"/>
                    <a:pt x="3727" y="6323"/>
                  </a:cubicBezTo>
                  <a:lnTo>
                    <a:pt x="9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 name="Google Shape;1629;p47"/>
            <p:cNvSpPr/>
            <p:nvPr/>
          </p:nvSpPr>
          <p:spPr>
            <a:xfrm>
              <a:off x="4040350" y="490854"/>
              <a:ext cx="484515" cy="821052"/>
            </a:xfrm>
            <a:custGeom>
              <a:rect b="b" l="l" r="r" t="t"/>
              <a:pathLst>
                <a:path extrusionOk="0" h="7729" w="4561">
                  <a:moveTo>
                    <a:pt x="108" y="1"/>
                  </a:moveTo>
                  <a:cubicBezTo>
                    <a:pt x="84" y="84"/>
                    <a:pt x="36" y="168"/>
                    <a:pt x="1" y="263"/>
                  </a:cubicBezTo>
                  <a:lnTo>
                    <a:pt x="4275" y="7716"/>
                  </a:lnTo>
                  <a:cubicBezTo>
                    <a:pt x="4370" y="7728"/>
                    <a:pt x="4477" y="7728"/>
                    <a:pt x="4561" y="7728"/>
                  </a:cubicBezTo>
                  <a:lnTo>
                    <a:pt x="1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 name="Google Shape;1630;p47"/>
            <p:cNvSpPr/>
            <p:nvPr/>
          </p:nvSpPr>
          <p:spPr>
            <a:xfrm>
              <a:off x="4101114" y="393547"/>
              <a:ext cx="542623" cy="915809"/>
            </a:xfrm>
            <a:custGeom>
              <a:rect b="b" l="l" r="r" t="t"/>
              <a:pathLst>
                <a:path extrusionOk="0" h="8621" w="5108">
                  <a:moveTo>
                    <a:pt x="167" y="0"/>
                  </a:moveTo>
                  <a:cubicBezTo>
                    <a:pt x="107" y="60"/>
                    <a:pt x="48" y="131"/>
                    <a:pt x="0" y="191"/>
                  </a:cubicBezTo>
                  <a:lnTo>
                    <a:pt x="4858" y="8620"/>
                  </a:lnTo>
                  <a:cubicBezTo>
                    <a:pt x="4941" y="8596"/>
                    <a:pt x="5025" y="8596"/>
                    <a:pt x="5108" y="8585"/>
                  </a:cubicBezTo>
                  <a:lnTo>
                    <a:pt x="16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631;p47"/>
            <p:cNvSpPr/>
            <p:nvPr/>
          </p:nvSpPr>
          <p:spPr>
            <a:xfrm>
              <a:off x="4175687" y="316318"/>
              <a:ext cx="573111" cy="969030"/>
            </a:xfrm>
            <a:custGeom>
              <a:rect b="b" l="l" r="r" t="t"/>
              <a:pathLst>
                <a:path extrusionOk="0" h="9122" w="5395">
                  <a:moveTo>
                    <a:pt x="179" y="1"/>
                  </a:moveTo>
                  <a:cubicBezTo>
                    <a:pt x="120" y="60"/>
                    <a:pt x="60" y="96"/>
                    <a:pt x="1" y="156"/>
                  </a:cubicBezTo>
                  <a:lnTo>
                    <a:pt x="5168" y="9121"/>
                  </a:lnTo>
                  <a:cubicBezTo>
                    <a:pt x="5239" y="9085"/>
                    <a:pt x="5311" y="9073"/>
                    <a:pt x="5394" y="9050"/>
                  </a:cubicBezTo>
                  <a:lnTo>
                    <a:pt x="17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632;p47"/>
            <p:cNvSpPr/>
            <p:nvPr/>
          </p:nvSpPr>
          <p:spPr>
            <a:xfrm>
              <a:off x="4259184" y="256935"/>
              <a:ext cx="581928" cy="986664"/>
            </a:xfrm>
            <a:custGeom>
              <a:rect b="b" l="l" r="r" t="t"/>
              <a:pathLst>
                <a:path extrusionOk="0" h="9288" w="5478">
                  <a:moveTo>
                    <a:pt x="215" y="0"/>
                  </a:moveTo>
                  <a:cubicBezTo>
                    <a:pt x="167" y="24"/>
                    <a:pt x="143" y="48"/>
                    <a:pt x="108" y="60"/>
                  </a:cubicBezTo>
                  <a:cubicBezTo>
                    <a:pt x="84" y="84"/>
                    <a:pt x="36" y="107"/>
                    <a:pt x="0" y="119"/>
                  </a:cubicBezTo>
                  <a:lnTo>
                    <a:pt x="5275" y="9287"/>
                  </a:lnTo>
                  <a:cubicBezTo>
                    <a:pt x="5299" y="9275"/>
                    <a:pt x="5346" y="9251"/>
                    <a:pt x="5382" y="9228"/>
                  </a:cubicBezTo>
                  <a:cubicBezTo>
                    <a:pt x="5406" y="9216"/>
                    <a:pt x="5454" y="9192"/>
                    <a:pt x="5477" y="9168"/>
                  </a:cubicBezTo>
                  <a:lnTo>
                    <a:pt x="21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633;p47"/>
            <p:cNvSpPr/>
            <p:nvPr/>
          </p:nvSpPr>
          <p:spPr>
            <a:xfrm>
              <a:off x="4354047" y="216462"/>
              <a:ext cx="573005" cy="968924"/>
            </a:xfrm>
            <a:custGeom>
              <a:rect b="b" l="l" r="r" t="t"/>
              <a:pathLst>
                <a:path extrusionOk="0" h="9121" w="5394">
                  <a:moveTo>
                    <a:pt x="227" y="0"/>
                  </a:moveTo>
                  <a:cubicBezTo>
                    <a:pt x="155" y="12"/>
                    <a:pt x="84" y="48"/>
                    <a:pt x="0" y="72"/>
                  </a:cubicBezTo>
                  <a:lnTo>
                    <a:pt x="5215" y="9120"/>
                  </a:lnTo>
                  <a:cubicBezTo>
                    <a:pt x="5275" y="9073"/>
                    <a:pt x="5334" y="9013"/>
                    <a:pt x="5394" y="8954"/>
                  </a:cubicBezTo>
                  <a:lnTo>
                    <a:pt x="22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634;p47"/>
            <p:cNvSpPr/>
            <p:nvPr/>
          </p:nvSpPr>
          <p:spPr>
            <a:xfrm>
              <a:off x="4459003" y="192454"/>
              <a:ext cx="542729" cy="915809"/>
            </a:xfrm>
            <a:custGeom>
              <a:rect b="b" l="l" r="r" t="t"/>
              <a:pathLst>
                <a:path extrusionOk="0" h="8621" w="5109">
                  <a:moveTo>
                    <a:pt x="251" y="0"/>
                  </a:moveTo>
                  <a:cubicBezTo>
                    <a:pt x="167" y="0"/>
                    <a:pt x="72" y="12"/>
                    <a:pt x="1" y="36"/>
                  </a:cubicBezTo>
                  <a:lnTo>
                    <a:pt x="4942" y="8620"/>
                  </a:lnTo>
                  <a:cubicBezTo>
                    <a:pt x="5001" y="8561"/>
                    <a:pt x="5049" y="8489"/>
                    <a:pt x="5108" y="8406"/>
                  </a:cubicBezTo>
                  <a:lnTo>
                    <a:pt x="25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635;p47"/>
            <p:cNvSpPr/>
            <p:nvPr/>
          </p:nvSpPr>
          <p:spPr>
            <a:xfrm>
              <a:off x="4575431" y="189904"/>
              <a:ext cx="485790" cy="819671"/>
            </a:xfrm>
            <a:custGeom>
              <a:rect b="b" l="l" r="r" t="t"/>
              <a:pathLst>
                <a:path extrusionOk="0" h="7716" w="4573">
                  <a:moveTo>
                    <a:pt x="0" y="0"/>
                  </a:moveTo>
                  <a:lnTo>
                    <a:pt x="4453" y="7715"/>
                  </a:lnTo>
                  <a:cubicBezTo>
                    <a:pt x="4501" y="7632"/>
                    <a:pt x="4548" y="7549"/>
                    <a:pt x="4572" y="7465"/>
                  </a:cubicBezTo>
                  <a:lnTo>
                    <a:pt x="286" y="12"/>
                  </a:lnTo>
                  <a:cubicBezTo>
                    <a:pt x="179" y="0"/>
                    <a:pt x="95" y="0"/>
                    <a:pt x="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36;p47"/>
            <p:cNvSpPr/>
            <p:nvPr/>
          </p:nvSpPr>
          <p:spPr>
            <a:xfrm>
              <a:off x="4708218" y="211363"/>
              <a:ext cx="394644" cy="671692"/>
            </a:xfrm>
            <a:custGeom>
              <a:rect b="b" l="l" r="r" t="t"/>
              <a:pathLst>
                <a:path extrusionOk="0" h="6323" w="3715">
                  <a:moveTo>
                    <a:pt x="0" y="1"/>
                  </a:moveTo>
                  <a:lnTo>
                    <a:pt x="3632" y="6323"/>
                  </a:lnTo>
                  <a:cubicBezTo>
                    <a:pt x="3667" y="6204"/>
                    <a:pt x="3679" y="6085"/>
                    <a:pt x="3715" y="5989"/>
                  </a:cubicBezTo>
                  <a:lnTo>
                    <a:pt x="334" y="120"/>
                  </a:lnTo>
                  <a:cubicBezTo>
                    <a:pt x="226" y="72"/>
                    <a:pt x="119" y="36"/>
                    <a:pt x="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637;p47"/>
            <p:cNvSpPr/>
            <p:nvPr/>
          </p:nvSpPr>
          <p:spPr>
            <a:xfrm>
              <a:off x="4876380" y="293585"/>
              <a:ext cx="232856" cy="403568"/>
            </a:xfrm>
            <a:custGeom>
              <a:rect b="b" l="l" r="r" t="t"/>
              <a:pathLst>
                <a:path extrusionOk="0" h="3799" w="2192">
                  <a:moveTo>
                    <a:pt x="1" y="1"/>
                  </a:moveTo>
                  <a:lnTo>
                    <a:pt x="2191" y="3799"/>
                  </a:lnTo>
                  <a:cubicBezTo>
                    <a:pt x="2168" y="3572"/>
                    <a:pt x="2132" y="3346"/>
                    <a:pt x="2084" y="3144"/>
                  </a:cubicBezTo>
                  <a:lnTo>
                    <a:pt x="525" y="429"/>
                  </a:lnTo>
                  <a:cubicBezTo>
                    <a:pt x="358" y="274"/>
                    <a:pt x="179" y="120"/>
                    <a:pt x="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 name="Google Shape;1625;p47"/>
          <p:cNvSpPr/>
          <p:nvPr/>
        </p:nvSpPr>
        <p:spPr>
          <a:xfrm rot="10800000">
            <a:off x="8114175" y="0"/>
            <a:ext cx="1105800" cy="17580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4" name="Google Shape;1624;p47"/>
          <p:cNvSpPr/>
          <p:nvPr/>
        </p:nvSpPr>
        <p:spPr>
          <a:xfrm>
            <a:off x="-50" y="2454750"/>
            <a:ext cx="1727100" cy="2745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 name="Title 1"/>
          <p:cNvSpPr>
            <a:spLocks noGrp="1"/>
          </p:cNvSpPr>
          <p:nvPr>
            <p:ph type="ctrTitle"/>
          </p:nvPr>
        </p:nvSpPr>
        <p:spPr/>
        <p:txBody>
          <a:bodyPr/>
          <a:lstStyle/>
          <a:p>
            <a:pPr marL="0" indent="0">
              <a:buNone/>
            </a:pPr>
            <a:r>
              <a:t>Thank you</a:t>
            </a:r>
          </a:p>
        </p:txBody>
      </p:sp>
      <p:sp>
        <p:nvSpPr>
          <p:cNvPr id="3" name="Subtitle 2"/>
          <p:cNvSpPr>
            <a:spLocks noGrp="1"/>
          </p:cNvSpPr>
          <p:nvPr>
            <p:ph type="subTitle" idx="1"/>
          </p:nvPr>
        </p:nvSpPr>
        <p:spPr/>
        <p:txBody>
          <a:bodyPr/>
          <a:lstStyle/>
          <a:p>
            <a:pPr marL="0" indent="0">
              <a:buNone/>
            </a:pPr>
            <a:r>
              <a:t>Questions?</a:t>
            </a:r>
          </a:p>
          <a:p>
            <a:pPr marL="0" indent="0">
              <a:buNone/>
            </a:pPr>
            <a:r>
              <a:t>hadigghazi@gmail.com</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xmlns:p14="http://schemas.microsoft.com/office/powerpoint/2010/main" spd="slow" p14:dur="900">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marL="0" indent="0">
              <a:buNone/>
            </a:pPr>
            <a:r>
              <a:t>Backup: every candidate on the test set</a:t>
            </a:r>
          </a:p>
        </p:txBody>
      </p:sp>
      <p:graphicFrame>
        <p:nvGraphicFramePr>
          <p:cNvPr id="3" name="Table 2"/>
          <p:cNvGraphicFramePr>
            <a:graphicFrameLocks noGrp="1"/>
          </p:cNvGraphicFramePr>
          <p:nvPr/>
        </p:nvGraphicFramePr>
        <p:xfrm>
          <a:off x="722376" y="1188720"/>
          <a:ext cx="7708392" cy="3108960"/>
        </p:xfrm>
        <a:graphic>
          <a:graphicData uri="http://schemas.openxmlformats.org/drawingml/2006/table">
            <a:tbl>
              <a:tblPr firstRow="1" bandRow="1">
                <a:tableStyleId>{5C22544A-7EE6-4342-B048-85BDC9FD1C3A}</a:tableStyleId>
              </a:tblPr>
              <a:tblGrid>
                <a:gridCol w="2377440"/>
                <a:gridCol w="822960"/>
                <a:gridCol w="1051560"/>
                <a:gridCol w="777240"/>
                <a:gridCol w="868680"/>
                <a:gridCol w="914400"/>
                <a:gridCol w="896112"/>
              </a:tblGrid>
              <a:tr h="310896">
                <a:tc>
                  <a:txBody>
                    <a:bodyPr/>
                    <a:lstStyle/>
                    <a:p>
                      <a:pPr algn="l"/>
                      <a:r>
                        <a:rPr sz="1050" b="1" i="0">
                          <a:solidFill>
                            <a:srgbClr val="FFFFFF"/>
                          </a:solidFill>
                          <a:latin typeface="Cabin"/>
                        </a:rPr>
                        <a:t>Model</a:t>
                      </a:r>
                    </a:p>
                  </a:txBody>
                  <a:tcPr marT="18288" marB="18288" anchor="ctr">
                    <a:solidFill>
                      <a:srgbClr val="0D3C4C"/>
                    </a:solidFill>
                  </a:tcPr>
                </a:tc>
                <a:tc>
                  <a:txBody>
                    <a:bodyPr/>
                    <a:lstStyle/>
                    <a:p>
                      <a:pPr algn="r"/>
                      <a:r>
                        <a:rPr sz="1050" b="1" i="0">
                          <a:solidFill>
                            <a:srgbClr val="FFFFFF"/>
                          </a:solidFill>
                          <a:latin typeface="Cabin"/>
                        </a:rPr>
                        <a:t>Test AUC</a:t>
                      </a:r>
                    </a:p>
                  </a:txBody>
                  <a:tcPr marT="18288" marB="18288" anchor="ctr">
                    <a:solidFill>
                      <a:srgbClr val="0D3C4C"/>
                    </a:solidFill>
                  </a:tcPr>
                </a:tc>
                <a:tc>
                  <a:txBody>
                    <a:bodyPr/>
                    <a:lstStyle/>
                    <a:p>
                      <a:pPr algn="r"/>
                      <a:r>
                        <a:rPr sz="1050" b="1" i="0">
                          <a:solidFill>
                            <a:srgbClr val="FFFFFF"/>
                          </a:solidFill>
                          <a:latin typeface="Cabin"/>
                        </a:rPr>
                        <a:t>95% CI</a:t>
                      </a:r>
                    </a:p>
                  </a:txBody>
                  <a:tcPr marT="18288" marB="18288" anchor="ctr">
                    <a:solidFill>
                      <a:srgbClr val="0D3C4C"/>
                    </a:solidFill>
                  </a:tcPr>
                </a:tc>
                <a:tc>
                  <a:txBody>
                    <a:bodyPr/>
                    <a:lstStyle/>
                    <a:p>
                      <a:pPr algn="r"/>
                      <a:r>
                        <a:rPr sz="1050" b="1" i="0">
                          <a:solidFill>
                            <a:srgbClr val="FFFFFF"/>
                          </a:solidFill>
                          <a:latin typeface="Cabin"/>
                        </a:rPr>
                        <a:t>CV AUC</a:t>
                      </a:r>
                    </a:p>
                  </a:txBody>
                  <a:tcPr marT="18288" marB="18288" anchor="ctr">
                    <a:solidFill>
                      <a:srgbClr val="0D3C4C"/>
                    </a:solidFill>
                  </a:tcPr>
                </a:tc>
                <a:tc>
                  <a:txBody>
                    <a:bodyPr/>
                    <a:lstStyle/>
                    <a:p>
                      <a:pPr algn="r"/>
                      <a:r>
                        <a:rPr sz="1050" b="1" i="0">
                          <a:solidFill>
                            <a:srgbClr val="FFFFFF"/>
                          </a:solidFill>
                          <a:latin typeface="Cabin"/>
                        </a:rPr>
                        <a:t>Accuracy</a:t>
                      </a:r>
                    </a:p>
                  </a:txBody>
                  <a:tcPr marT="18288" marB="18288" anchor="ctr">
                    <a:solidFill>
                      <a:srgbClr val="0D3C4C"/>
                    </a:solidFill>
                  </a:tcPr>
                </a:tc>
                <a:tc>
                  <a:txBody>
                    <a:bodyPr/>
                    <a:lstStyle/>
                    <a:p>
                      <a:pPr algn="r"/>
                      <a:r>
                        <a:rPr sz="1050" b="1" i="0">
                          <a:solidFill>
                            <a:srgbClr val="FFFFFF"/>
                          </a:solidFill>
                          <a:latin typeface="Cabin"/>
                        </a:rPr>
                        <a:t>Sensitivity</a:t>
                      </a:r>
                    </a:p>
                  </a:txBody>
                  <a:tcPr marT="18288" marB="18288" anchor="ctr">
                    <a:solidFill>
                      <a:srgbClr val="0D3C4C"/>
                    </a:solidFill>
                  </a:tcPr>
                </a:tc>
                <a:tc>
                  <a:txBody>
                    <a:bodyPr/>
                    <a:lstStyle/>
                    <a:p>
                      <a:pPr algn="r"/>
                      <a:r>
                        <a:rPr sz="1050" b="1" i="0">
                          <a:solidFill>
                            <a:srgbClr val="FFFFFF"/>
                          </a:solidFill>
                          <a:latin typeface="Cabin"/>
                        </a:rPr>
                        <a:t>Specificity</a:t>
                      </a:r>
                    </a:p>
                  </a:txBody>
                  <a:tcPr marT="18288" marB="18288" anchor="ctr">
                    <a:solidFill>
                      <a:srgbClr val="0D3C4C"/>
                    </a:solidFill>
                  </a:tcPr>
                </a:tc>
              </a:tr>
              <a:tr h="310896">
                <a:tc>
                  <a:txBody>
                    <a:bodyPr/>
                    <a:lstStyle/>
                    <a:p>
                      <a:pPr algn="l"/>
                      <a:r>
                        <a:rPr sz="1050" b="0" i="0">
                          <a:solidFill>
                            <a:srgbClr val="0D3C4C"/>
                          </a:solidFill>
                          <a:latin typeface="Nanum Gothic"/>
                        </a:rPr>
                        <a:t>Gradient boosting</a:t>
                      </a:r>
                    </a:p>
                  </a:txBody>
                  <a:tcPr marT="18288" marB="18288" anchor="ctr">
                    <a:solidFill>
                      <a:srgbClr val="EEF6F9"/>
                    </a:solidFill>
                  </a:tcPr>
                </a:tc>
                <a:tc>
                  <a:txBody>
                    <a:bodyPr/>
                    <a:lstStyle/>
                    <a:p>
                      <a:pPr algn="r"/>
                      <a:r>
                        <a:rPr sz="1050" b="0" i="0">
                          <a:solidFill>
                            <a:srgbClr val="0D3C4C"/>
                          </a:solidFill>
                          <a:latin typeface="Nanum Gothic"/>
                        </a:rPr>
                        <a:t>0.804</a:t>
                      </a:r>
                    </a:p>
                  </a:txBody>
                  <a:tcPr marT="18288" marB="18288" anchor="ctr">
                    <a:solidFill>
                      <a:srgbClr val="EEF6F9"/>
                    </a:solidFill>
                  </a:tcPr>
                </a:tc>
                <a:tc>
                  <a:txBody>
                    <a:bodyPr/>
                    <a:lstStyle/>
                    <a:p>
                      <a:pPr algn="r"/>
                      <a:r>
                        <a:rPr sz="1050" b="0" i="0">
                          <a:solidFill>
                            <a:srgbClr val="0D3C4C"/>
                          </a:solidFill>
                          <a:latin typeface="Nanum Gothic"/>
                        </a:rPr>
                        <a:t>0.797-0.811</a:t>
                      </a:r>
                    </a:p>
                  </a:txBody>
                  <a:tcPr marT="18288" marB="18288" anchor="ctr">
                    <a:solidFill>
                      <a:srgbClr val="EEF6F9"/>
                    </a:solidFill>
                  </a:tcPr>
                </a:tc>
                <a:tc>
                  <a:txBody>
                    <a:bodyPr/>
                    <a:lstStyle/>
                    <a:p>
                      <a:pPr algn="r"/>
                      <a:r>
                        <a:rPr sz="1050" b="0" i="0">
                          <a:solidFill>
                            <a:srgbClr val="0D3C4C"/>
                          </a:solidFill>
                          <a:latin typeface="Nanum Gothic"/>
                        </a:rPr>
                        <a:t>0.801</a:t>
                      </a:r>
                    </a:p>
                  </a:txBody>
                  <a:tcPr marT="18288" marB="18288" anchor="ctr">
                    <a:solidFill>
                      <a:srgbClr val="EEF6F9"/>
                    </a:solidFill>
                  </a:tcPr>
                </a:tc>
                <a:tc>
                  <a:txBody>
                    <a:bodyPr/>
                    <a:lstStyle/>
                    <a:p>
                      <a:pPr algn="r"/>
                      <a:r>
                        <a:rPr sz="1050" b="0" i="0">
                          <a:solidFill>
                            <a:srgbClr val="0D3C4C"/>
                          </a:solidFill>
                          <a:latin typeface="Nanum Gothic"/>
                        </a:rPr>
                        <a:t>73.6%</a:t>
                      </a:r>
                    </a:p>
                  </a:txBody>
                  <a:tcPr marT="18288" marB="18288" anchor="ctr">
                    <a:solidFill>
                      <a:srgbClr val="EEF6F9"/>
                    </a:solidFill>
                  </a:tcPr>
                </a:tc>
                <a:tc>
                  <a:txBody>
                    <a:bodyPr/>
                    <a:lstStyle/>
                    <a:p>
                      <a:pPr algn="r"/>
                      <a:r>
                        <a:rPr sz="1050" b="0" i="0">
                          <a:solidFill>
                            <a:srgbClr val="0D3C4C"/>
                          </a:solidFill>
                          <a:latin typeface="Nanum Gothic"/>
                        </a:rPr>
                        <a:t>68.9%</a:t>
                      </a:r>
                    </a:p>
                  </a:txBody>
                  <a:tcPr marT="18288" marB="18288" anchor="ctr">
                    <a:solidFill>
                      <a:srgbClr val="EEF6F9"/>
                    </a:solidFill>
                  </a:tcPr>
                </a:tc>
                <a:tc>
                  <a:txBody>
                    <a:bodyPr/>
                    <a:lstStyle/>
                    <a:p>
                      <a:pPr algn="r"/>
                      <a:r>
                        <a:rPr sz="1050" b="0" i="0">
                          <a:solidFill>
                            <a:srgbClr val="0D3C4C"/>
                          </a:solidFill>
                          <a:latin typeface="Nanum Gothic"/>
                        </a:rPr>
                        <a:t>78.2%</a:t>
                      </a:r>
                    </a:p>
                  </a:txBody>
                  <a:tcPr marT="18288" marB="18288" anchor="ctr">
                    <a:solidFill>
                      <a:srgbClr val="EEF6F9"/>
                    </a:solidFill>
                  </a:tcPr>
                </a:tc>
              </a:tr>
              <a:tr h="310896">
                <a:tc>
                  <a:txBody>
                    <a:bodyPr/>
                    <a:lstStyle/>
                    <a:p>
                      <a:pPr algn="l"/>
                      <a:r>
                        <a:rPr sz="1050" b="0" i="0">
                          <a:solidFill>
                            <a:srgbClr val="0D3C4C"/>
                          </a:solidFill>
                          <a:latin typeface="Nanum Gothic"/>
                        </a:rPr>
                        <a:t>Random forest</a:t>
                      </a:r>
                    </a:p>
                  </a:txBody>
                  <a:tcPr marT="18288" marB="18288" anchor="ctr">
                    <a:solidFill>
                      <a:srgbClr val="FFFFFF"/>
                    </a:solidFill>
                  </a:tcPr>
                </a:tc>
                <a:tc>
                  <a:txBody>
                    <a:bodyPr/>
                    <a:lstStyle/>
                    <a:p>
                      <a:pPr algn="r"/>
                      <a:r>
                        <a:rPr sz="1050" b="0" i="0">
                          <a:solidFill>
                            <a:srgbClr val="0D3C4C"/>
                          </a:solidFill>
                          <a:latin typeface="Nanum Gothic"/>
                        </a:rPr>
                        <a:t>0.803</a:t>
                      </a:r>
                    </a:p>
                  </a:txBody>
                  <a:tcPr marT="18288" marB="18288" anchor="ctr">
                    <a:solidFill>
                      <a:srgbClr val="FFFFFF"/>
                    </a:solidFill>
                  </a:tcPr>
                </a:tc>
                <a:tc>
                  <a:txBody>
                    <a:bodyPr/>
                    <a:lstStyle/>
                    <a:p>
                      <a:pPr algn="r"/>
                      <a:r>
                        <a:rPr sz="1050" b="0" i="0">
                          <a:solidFill>
                            <a:srgbClr val="0D3C4C"/>
                          </a:solidFill>
                          <a:latin typeface="Nanum Gothic"/>
                        </a:rPr>
                        <a:t>0.796-0.810</a:t>
                      </a:r>
                    </a:p>
                  </a:txBody>
                  <a:tcPr marT="18288" marB="18288" anchor="ctr">
                    <a:solidFill>
                      <a:srgbClr val="FFFFFF"/>
                    </a:solidFill>
                  </a:tcPr>
                </a:tc>
                <a:tc>
                  <a:txBody>
                    <a:bodyPr/>
                    <a:lstStyle/>
                    <a:p>
                      <a:pPr algn="r"/>
                      <a:r>
                        <a:rPr sz="1050" b="0" i="0">
                          <a:solidFill>
                            <a:srgbClr val="0D3C4C"/>
                          </a:solidFill>
                          <a:latin typeface="Nanum Gothic"/>
                        </a:rPr>
                        <a:t>0.799</a:t>
                      </a:r>
                    </a:p>
                  </a:txBody>
                  <a:tcPr marT="18288" marB="18288" anchor="ctr">
                    <a:solidFill>
                      <a:srgbClr val="FFFFFF"/>
                    </a:solidFill>
                  </a:tcPr>
                </a:tc>
                <a:tc>
                  <a:txBody>
                    <a:bodyPr/>
                    <a:lstStyle/>
                    <a:p>
                      <a:pPr algn="r"/>
                      <a:r>
                        <a:rPr sz="1050" b="0" i="0">
                          <a:solidFill>
                            <a:srgbClr val="0D3C4C"/>
                          </a:solidFill>
                          <a:latin typeface="Nanum Gothic"/>
                        </a:rPr>
                        <a:t>73.4%</a:t>
                      </a:r>
                    </a:p>
                  </a:txBody>
                  <a:tcPr marT="18288" marB="18288" anchor="ctr">
                    <a:solidFill>
                      <a:srgbClr val="FFFFFF"/>
                    </a:solidFill>
                  </a:tcPr>
                </a:tc>
                <a:tc>
                  <a:txBody>
                    <a:bodyPr/>
                    <a:lstStyle/>
                    <a:p>
                      <a:pPr algn="r"/>
                      <a:r>
                        <a:rPr sz="1050" b="0" i="0">
                          <a:solidFill>
                            <a:srgbClr val="0D3C4C"/>
                          </a:solidFill>
                          <a:latin typeface="Nanum Gothic"/>
                        </a:rPr>
                        <a:t>68.5%</a:t>
                      </a:r>
                    </a:p>
                  </a:txBody>
                  <a:tcPr marT="18288" marB="18288" anchor="ctr">
                    <a:solidFill>
                      <a:srgbClr val="FFFFFF"/>
                    </a:solidFill>
                  </a:tcPr>
                </a:tc>
                <a:tc>
                  <a:txBody>
                    <a:bodyPr/>
                    <a:lstStyle/>
                    <a:p>
                      <a:pPr algn="r"/>
                      <a:r>
                        <a:rPr sz="1050" b="0" i="0">
                          <a:solidFill>
                            <a:srgbClr val="0D3C4C"/>
                          </a:solidFill>
                          <a:latin typeface="Nanum Gothic"/>
                        </a:rPr>
                        <a:t>78.1%</a:t>
                      </a:r>
                    </a:p>
                  </a:txBody>
                  <a:tcPr marT="18288" marB="18288" anchor="ctr">
                    <a:solidFill>
                      <a:srgbClr val="FFFFFF"/>
                    </a:solidFill>
                  </a:tcPr>
                </a:tc>
              </a:tr>
              <a:tr h="310896">
                <a:tc>
                  <a:txBody>
                    <a:bodyPr/>
                    <a:lstStyle/>
                    <a:p>
                      <a:pPr algn="l"/>
                      <a:r>
                        <a:rPr sz="1050" b="0" i="0">
                          <a:solidFill>
                            <a:srgbClr val="0D3C4C"/>
                          </a:solidFill>
                          <a:latin typeface="Nanum Gothic"/>
                        </a:rPr>
                        <a:t>Neural network (MLP)</a:t>
                      </a:r>
                    </a:p>
                  </a:txBody>
                  <a:tcPr marT="18288" marB="18288" anchor="ctr">
                    <a:solidFill>
                      <a:srgbClr val="EEF6F9"/>
                    </a:solidFill>
                  </a:tcPr>
                </a:tc>
                <a:tc>
                  <a:txBody>
                    <a:bodyPr/>
                    <a:lstStyle/>
                    <a:p>
                      <a:pPr algn="r"/>
                      <a:r>
                        <a:rPr sz="1050" b="0" i="0">
                          <a:solidFill>
                            <a:srgbClr val="0D3C4C"/>
                          </a:solidFill>
                          <a:latin typeface="Nanum Gothic"/>
                        </a:rPr>
                        <a:t>0.803</a:t>
                      </a:r>
                    </a:p>
                  </a:txBody>
                  <a:tcPr marT="18288" marB="18288" anchor="ctr">
                    <a:solidFill>
                      <a:srgbClr val="EEF6F9"/>
                    </a:solidFill>
                  </a:tcPr>
                </a:tc>
                <a:tc>
                  <a:txBody>
                    <a:bodyPr/>
                    <a:lstStyle/>
                    <a:p>
                      <a:pPr algn="r"/>
                      <a:r>
                        <a:rPr sz="1050" b="0" i="0">
                          <a:solidFill>
                            <a:srgbClr val="0D3C4C"/>
                          </a:solidFill>
                          <a:latin typeface="Nanum Gothic"/>
                        </a:rPr>
                        <a:t>0.795-0.810</a:t>
                      </a:r>
                    </a:p>
                  </a:txBody>
                  <a:tcPr marT="18288" marB="18288" anchor="ctr">
                    <a:solidFill>
                      <a:srgbClr val="EEF6F9"/>
                    </a:solidFill>
                  </a:tcPr>
                </a:tc>
                <a:tc>
                  <a:txBody>
                    <a:bodyPr/>
                    <a:lstStyle/>
                    <a:p>
                      <a:pPr algn="r"/>
                      <a:r>
                        <a:rPr sz="1050" b="0" i="0">
                          <a:solidFill>
                            <a:srgbClr val="0D3C4C"/>
                          </a:solidFill>
                          <a:latin typeface="Nanum Gothic"/>
                        </a:rPr>
                        <a:t>0.799</a:t>
                      </a:r>
                    </a:p>
                  </a:txBody>
                  <a:tcPr marT="18288" marB="18288" anchor="ctr">
                    <a:solidFill>
                      <a:srgbClr val="EEF6F9"/>
                    </a:solidFill>
                  </a:tcPr>
                </a:tc>
                <a:tc>
                  <a:txBody>
                    <a:bodyPr/>
                    <a:lstStyle/>
                    <a:p>
                      <a:pPr algn="r"/>
                      <a:r>
                        <a:rPr sz="1050" b="0" i="0">
                          <a:solidFill>
                            <a:srgbClr val="0D3C4C"/>
                          </a:solidFill>
                          <a:latin typeface="Nanum Gothic"/>
                        </a:rPr>
                        <a:t>73.4%</a:t>
                      </a:r>
                    </a:p>
                  </a:txBody>
                  <a:tcPr marT="18288" marB="18288" anchor="ctr">
                    <a:solidFill>
                      <a:srgbClr val="EEF6F9"/>
                    </a:solidFill>
                  </a:tcPr>
                </a:tc>
                <a:tc>
                  <a:txBody>
                    <a:bodyPr/>
                    <a:lstStyle/>
                    <a:p>
                      <a:pPr algn="r"/>
                      <a:r>
                        <a:rPr sz="1050" b="0" i="0">
                          <a:solidFill>
                            <a:srgbClr val="0D3C4C"/>
                          </a:solidFill>
                          <a:latin typeface="Nanum Gothic"/>
                        </a:rPr>
                        <a:t>71.0%</a:t>
                      </a:r>
                    </a:p>
                  </a:txBody>
                  <a:tcPr marT="18288" marB="18288" anchor="ctr">
                    <a:solidFill>
                      <a:srgbClr val="EEF6F9"/>
                    </a:solidFill>
                  </a:tcPr>
                </a:tc>
                <a:tc>
                  <a:txBody>
                    <a:bodyPr/>
                    <a:lstStyle/>
                    <a:p>
                      <a:pPr algn="r"/>
                      <a:r>
                        <a:rPr sz="1050" b="0" i="0">
                          <a:solidFill>
                            <a:srgbClr val="0D3C4C"/>
                          </a:solidFill>
                          <a:latin typeface="Nanum Gothic"/>
                        </a:rPr>
                        <a:t>75.7%</a:t>
                      </a:r>
                    </a:p>
                  </a:txBody>
                  <a:tcPr marT="18288" marB="18288" anchor="ctr">
                    <a:solidFill>
                      <a:srgbClr val="EEF6F9"/>
                    </a:solidFill>
                  </a:tcPr>
                </a:tc>
              </a:tr>
              <a:tr h="310896">
                <a:tc>
                  <a:txBody>
                    <a:bodyPr/>
                    <a:lstStyle/>
                    <a:p>
                      <a:pPr algn="l"/>
                      <a:r>
                        <a:rPr sz="1050" b="0" i="0">
                          <a:solidFill>
                            <a:srgbClr val="0D3C4C"/>
                          </a:solidFill>
                          <a:latin typeface="Nanum Gothic"/>
                        </a:rPr>
                        <a:t>Points score (all factors)</a:t>
                      </a:r>
                    </a:p>
                  </a:txBody>
                  <a:tcPr marT="18288" marB="18288" anchor="ctr">
                    <a:solidFill>
                      <a:srgbClr val="FFFFFF"/>
                    </a:solidFill>
                  </a:tcPr>
                </a:tc>
                <a:tc>
                  <a:txBody>
                    <a:bodyPr/>
                    <a:lstStyle/>
                    <a:p>
                      <a:pPr algn="r"/>
                      <a:r>
                        <a:rPr sz="1050" b="0" i="0">
                          <a:solidFill>
                            <a:srgbClr val="0D3C4C"/>
                          </a:solidFill>
                          <a:latin typeface="Nanum Gothic"/>
                        </a:rPr>
                        <a:t>0.795</a:t>
                      </a:r>
                    </a:p>
                  </a:txBody>
                  <a:tcPr marT="18288" marB="18288" anchor="ctr">
                    <a:solidFill>
                      <a:srgbClr val="FFFFFF"/>
                    </a:solidFill>
                  </a:tcPr>
                </a:tc>
                <a:tc>
                  <a:txBody>
                    <a:bodyPr/>
                    <a:lstStyle/>
                    <a:p>
                      <a:pPr algn="r"/>
                      <a:r>
                        <a:rPr sz="1050" b="0" i="0">
                          <a:solidFill>
                            <a:srgbClr val="0D3C4C"/>
                          </a:solidFill>
                          <a:latin typeface="Nanum Gothic"/>
                        </a:rPr>
                        <a:t>0.788-0.803</a:t>
                      </a:r>
                    </a:p>
                  </a:txBody>
                  <a:tcPr marT="18288" marB="18288" anchor="ctr">
                    <a:solidFill>
                      <a:srgbClr val="FFFFFF"/>
                    </a:solidFill>
                  </a:tcPr>
                </a:tc>
                <a:tc>
                  <a:txBody>
                    <a:bodyPr/>
                    <a:lstStyle/>
                    <a:p>
                      <a:pPr algn="r"/>
                      <a:r>
                        <a:rPr sz="1050" b="0" i="0">
                          <a:solidFill>
                            <a:srgbClr val="0D3C4C"/>
                          </a:solidFill>
                          <a:latin typeface="Nanum Gothic"/>
                        </a:rPr>
                        <a:t>-</a:t>
                      </a:r>
                    </a:p>
                  </a:txBody>
                  <a:tcPr marT="18288" marB="18288" anchor="ctr">
                    <a:solidFill>
                      <a:srgbClr val="FFFFFF"/>
                    </a:solidFill>
                  </a:tcPr>
                </a:tc>
                <a:tc>
                  <a:txBody>
                    <a:bodyPr/>
                    <a:lstStyle/>
                    <a:p>
                      <a:pPr algn="r"/>
                      <a:r>
                        <a:rPr sz="1050" b="0" i="0">
                          <a:solidFill>
                            <a:srgbClr val="0D3C4C"/>
                          </a:solidFill>
                          <a:latin typeface="Nanum Gothic"/>
                        </a:rPr>
                        <a:t>72.5%</a:t>
                      </a:r>
                    </a:p>
                  </a:txBody>
                  <a:tcPr marT="18288" marB="18288" anchor="ctr">
                    <a:solidFill>
                      <a:srgbClr val="FFFFFF"/>
                    </a:solidFill>
                  </a:tcPr>
                </a:tc>
                <a:tc>
                  <a:txBody>
                    <a:bodyPr/>
                    <a:lstStyle/>
                    <a:p>
                      <a:pPr algn="r"/>
                      <a:r>
                        <a:rPr sz="1050" b="0" i="0">
                          <a:solidFill>
                            <a:srgbClr val="0D3C4C"/>
                          </a:solidFill>
                          <a:latin typeface="Nanum Gothic"/>
                        </a:rPr>
                        <a:t>64.3%</a:t>
                      </a:r>
                    </a:p>
                  </a:txBody>
                  <a:tcPr marT="18288" marB="18288" anchor="ctr">
                    <a:solidFill>
                      <a:srgbClr val="FFFFFF"/>
                    </a:solidFill>
                  </a:tcPr>
                </a:tc>
                <a:tc>
                  <a:txBody>
                    <a:bodyPr/>
                    <a:lstStyle/>
                    <a:p>
                      <a:pPr algn="r"/>
                      <a:r>
                        <a:rPr sz="1050" b="0" i="0">
                          <a:solidFill>
                            <a:srgbClr val="0D3C4C"/>
                          </a:solidFill>
                          <a:latin typeface="Nanum Gothic"/>
                        </a:rPr>
                        <a:t>80.6%</a:t>
                      </a:r>
                    </a:p>
                  </a:txBody>
                  <a:tcPr marT="18288" marB="18288" anchor="ctr">
                    <a:solidFill>
                      <a:srgbClr val="FFFFFF"/>
                    </a:solidFill>
                  </a:tcPr>
                </a:tc>
              </a:tr>
              <a:tr h="310896">
                <a:tc>
                  <a:txBody>
                    <a:bodyPr/>
                    <a:lstStyle/>
                    <a:p>
                      <a:pPr algn="l"/>
                      <a:r>
                        <a:rPr sz="1050" b="0" i="0">
                          <a:solidFill>
                            <a:srgbClr val="0D3C4C"/>
                          </a:solidFill>
                          <a:latin typeface="Nanum Gothic"/>
                        </a:rPr>
                        <a:t>Logistic regression</a:t>
                      </a:r>
                    </a:p>
                  </a:txBody>
                  <a:tcPr marT="18288" marB="18288" anchor="ctr">
                    <a:solidFill>
                      <a:srgbClr val="EEF6F9"/>
                    </a:solidFill>
                  </a:tcPr>
                </a:tc>
                <a:tc>
                  <a:txBody>
                    <a:bodyPr/>
                    <a:lstStyle/>
                    <a:p>
                      <a:pPr algn="r"/>
                      <a:r>
                        <a:rPr sz="1050" b="0" i="0">
                          <a:solidFill>
                            <a:srgbClr val="0D3C4C"/>
                          </a:solidFill>
                          <a:latin typeface="Nanum Gothic"/>
                        </a:rPr>
                        <a:t>0.793</a:t>
                      </a:r>
                    </a:p>
                  </a:txBody>
                  <a:tcPr marT="18288" marB="18288" anchor="ctr">
                    <a:solidFill>
                      <a:srgbClr val="EEF6F9"/>
                    </a:solidFill>
                  </a:tcPr>
                </a:tc>
                <a:tc>
                  <a:txBody>
                    <a:bodyPr/>
                    <a:lstStyle/>
                    <a:p>
                      <a:pPr algn="r"/>
                      <a:r>
                        <a:rPr sz="1050" b="0" i="0">
                          <a:solidFill>
                            <a:srgbClr val="0D3C4C"/>
                          </a:solidFill>
                          <a:latin typeface="Nanum Gothic"/>
                        </a:rPr>
                        <a:t>0.785-0.800</a:t>
                      </a:r>
                    </a:p>
                  </a:txBody>
                  <a:tcPr marT="18288" marB="18288" anchor="ctr">
                    <a:solidFill>
                      <a:srgbClr val="EEF6F9"/>
                    </a:solidFill>
                  </a:tcPr>
                </a:tc>
                <a:tc>
                  <a:txBody>
                    <a:bodyPr/>
                    <a:lstStyle/>
                    <a:p>
                      <a:pPr algn="r"/>
                      <a:r>
                        <a:rPr sz="1050" b="0" i="0">
                          <a:solidFill>
                            <a:srgbClr val="0D3C4C"/>
                          </a:solidFill>
                          <a:latin typeface="Nanum Gothic"/>
                        </a:rPr>
                        <a:t>0.790</a:t>
                      </a:r>
                    </a:p>
                  </a:txBody>
                  <a:tcPr marT="18288" marB="18288" anchor="ctr">
                    <a:solidFill>
                      <a:srgbClr val="EEF6F9"/>
                    </a:solidFill>
                  </a:tcPr>
                </a:tc>
                <a:tc>
                  <a:txBody>
                    <a:bodyPr/>
                    <a:lstStyle/>
                    <a:p>
                      <a:pPr algn="r"/>
                      <a:r>
                        <a:rPr sz="1050" b="0" i="0">
                          <a:solidFill>
                            <a:srgbClr val="0D3C4C"/>
                          </a:solidFill>
                          <a:latin typeface="Nanum Gothic"/>
                        </a:rPr>
                        <a:t>72.6%</a:t>
                      </a:r>
                    </a:p>
                  </a:txBody>
                  <a:tcPr marT="18288" marB="18288" anchor="ctr">
                    <a:solidFill>
                      <a:srgbClr val="EEF6F9"/>
                    </a:solidFill>
                  </a:tcPr>
                </a:tc>
                <a:tc>
                  <a:txBody>
                    <a:bodyPr/>
                    <a:lstStyle/>
                    <a:p>
                      <a:pPr algn="r"/>
                      <a:r>
                        <a:rPr sz="1050" b="0" i="0">
                          <a:solidFill>
                            <a:srgbClr val="0D3C4C"/>
                          </a:solidFill>
                          <a:latin typeface="Nanum Gothic"/>
                        </a:rPr>
                        <a:t>66.8%</a:t>
                      </a:r>
                    </a:p>
                  </a:txBody>
                  <a:tcPr marT="18288" marB="18288" anchor="ctr">
                    <a:solidFill>
                      <a:srgbClr val="EEF6F9"/>
                    </a:solidFill>
                  </a:tcPr>
                </a:tc>
                <a:tc>
                  <a:txBody>
                    <a:bodyPr/>
                    <a:lstStyle/>
                    <a:p>
                      <a:pPr algn="r"/>
                      <a:r>
                        <a:rPr sz="1050" b="0" i="0">
                          <a:solidFill>
                            <a:srgbClr val="0D3C4C"/>
                          </a:solidFill>
                          <a:latin typeface="Nanum Gothic"/>
                        </a:rPr>
                        <a:t>78.2%</a:t>
                      </a:r>
                    </a:p>
                  </a:txBody>
                  <a:tcPr marT="18288" marB="18288" anchor="ctr">
                    <a:solidFill>
                      <a:srgbClr val="EEF6F9"/>
                    </a:solidFill>
                  </a:tcPr>
                </a:tc>
              </a:tr>
              <a:tr h="310896">
                <a:tc>
                  <a:txBody>
                    <a:bodyPr/>
                    <a:lstStyle/>
                    <a:p>
                      <a:pPr algn="l"/>
                      <a:r>
                        <a:rPr sz="1050" b="0" i="0">
                          <a:solidFill>
                            <a:srgbClr val="0D3C4C"/>
                          </a:solidFill>
                          <a:latin typeface="Nanum Gothic"/>
                        </a:rPr>
                        <a:t>Framingham form, refitted</a:t>
                      </a:r>
                    </a:p>
                  </a:txBody>
                  <a:tcPr marT="18288" marB="18288" anchor="ctr">
                    <a:solidFill>
                      <a:srgbClr val="FFFFFF"/>
                    </a:solidFill>
                  </a:tcPr>
                </a:tc>
                <a:tc>
                  <a:txBody>
                    <a:bodyPr/>
                    <a:lstStyle/>
                    <a:p>
                      <a:pPr algn="r"/>
                      <a:r>
                        <a:rPr sz="1050" b="0" i="0">
                          <a:solidFill>
                            <a:srgbClr val="0D3C4C"/>
                          </a:solidFill>
                          <a:latin typeface="Nanum Gothic"/>
                        </a:rPr>
                        <a:t>0.780</a:t>
                      </a:r>
                    </a:p>
                  </a:txBody>
                  <a:tcPr marT="18288" marB="18288" anchor="ctr">
                    <a:solidFill>
                      <a:srgbClr val="FFFFFF"/>
                    </a:solidFill>
                  </a:tcPr>
                </a:tc>
                <a:tc>
                  <a:txBody>
                    <a:bodyPr/>
                    <a:lstStyle/>
                    <a:p>
                      <a:pPr algn="r"/>
                      <a:r>
                        <a:rPr sz="1050" b="0" i="0">
                          <a:solidFill>
                            <a:srgbClr val="0D3C4C"/>
                          </a:solidFill>
                          <a:latin typeface="Nanum Gothic"/>
                        </a:rPr>
                        <a:t>0.773-0.788</a:t>
                      </a:r>
                    </a:p>
                  </a:txBody>
                  <a:tcPr marT="18288" marB="18288" anchor="ctr">
                    <a:solidFill>
                      <a:srgbClr val="FFFFFF"/>
                    </a:solidFill>
                  </a:tcPr>
                </a:tc>
                <a:tc>
                  <a:txBody>
                    <a:bodyPr/>
                    <a:lstStyle/>
                    <a:p>
                      <a:pPr algn="r"/>
                      <a:r>
                        <a:rPr sz="1050" b="0" i="0">
                          <a:solidFill>
                            <a:srgbClr val="0D3C4C"/>
                          </a:solidFill>
                          <a:latin typeface="Nanum Gothic"/>
                        </a:rPr>
                        <a:t>0.780</a:t>
                      </a:r>
                    </a:p>
                  </a:txBody>
                  <a:tcPr marT="18288" marB="18288" anchor="ctr">
                    <a:solidFill>
                      <a:srgbClr val="FFFFFF"/>
                    </a:solidFill>
                  </a:tcPr>
                </a:tc>
                <a:tc>
                  <a:txBody>
                    <a:bodyPr/>
                    <a:lstStyle/>
                    <a:p>
                      <a:pPr algn="r"/>
                      <a:r>
                        <a:rPr sz="1050" b="0" i="0">
                          <a:solidFill>
                            <a:srgbClr val="0D3C4C"/>
                          </a:solidFill>
                          <a:latin typeface="Nanum Gothic"/>
                        </a:rPr>
                        <a:t>71.4%</a:t>
                      </a:r>
                    </a:p>
                  </a:txBody>
                  <a:tcPr marT="18288" marB="18288" anchor="ctr">
                    <a:solidFill>
                      <a:srgbClr val="FFFFFF"/>
                    </a:solidFill>
                  </a:tcPr>
                </a:tc>
                <a:tc>
                  <a:txBody>
                    <a:bodyPr/>
                    <a:lstStyle/>
                    <a:p>
                      <a:pPr algn="r"/>
                      <a:r>
                        <a:rPr sz="1050" b="0" i="0">
                          <a:solidFill>
                            <a:srgbClr val="0D3C4C"/>
                          </a:solidFill>
                          <a:latin typeface="Nanum Gothic"/>
                        </a:rPr>
                        <a:t>66.3%</a:t>
                      </a:r>
                    </a:p>
                  </a:txBody>
                  <a:tcPr marT="18288" marB="18288" anchor="ctr">
                    <a:solidFill>
                      <a:srgbClr val="FFFFFF"/>
                    </a:solidFill>
                  </a:tcPr>
                </a:tc>
                <a:tc>
                  <a:txBody>
                    <a:bodyPr/>
                    <a:lstStyle/>
                    <a:p>
                      <a:pPr algn="r"/>
                      <a:r>
                        <a:rPr sz="1050" b="0" i="0">
                          <a:solidFill>
                            <a:srgbClr val="0D3C4C"/>
                          </a:solidFill>
                          <a:latin typeface="Nanum Gothic"/>
                        </a:rPr>
                        <a:t>76.3%</a:t>
                      </a:r>
                    </a:p>
                  </a:txBody>
                  <a:tcPr marT="18288" marB="18288" anchor="ctr">
                    <a:solidFill>
                      <a:srgbClr val="FFFFFF"/>
                    </a:solidFill>
                  </a:tcPr>
                </a:tc>
              </a:tr>
              <a:tr h="310896">
                <a:tc>
                  <a:txBody>
                    <a:bodyPr/>
                    <a:lstStyle/>
                    <a:p>
                      <a:pPr algn="l"/>
                      <a:r>
                        <a:rPr sz="1050" b="0" i="0">
                          <a:solidFill>
                            <a:srgbClr val="0D3C4C"/>
                          </a:solidFill>
                          <a:latin typeface="Nanum Gothic"/>
                        </a:rPr>
                        <a:t>Systolic pressure alone</a:t>
                      </a:r>
                    </a:p>
                  </a:txBody>
                  <a:tcPr marT="18288" marB="18288" anchor="ctr">
                    <a:solidFill>
                      <a:srgbClr val="EEF6F9"/>
                    </a:solidFill>
                  </a:tcPr>
                </a:tc>
                <a:tc>
                  <a:txBody>
                    <a:bodyPr/>
                    <a:lstStyle/>
                    <a:p>
                      <a:pPr algn="r"/>
                      <a:r>
                        <a:rPr sz="1050" b="0" i="0">
                          <a:solidFill>
                            <a:srgbClr val="0D3C4C"/>
                          </a:solidFill>
                          <a:latin typeface="Nanum Gothic"/>
                        </a:rPr>
                        <a:t>0.754</a:t>
                      </a:r>
                    </a:p>
                  </a:txBody>
                  <a:tcPr marT="18288" marB="18288" anchor="ctr">
                    <a:solidFill>
                      <a:srgbClr val="EEF6F9"/>
                    </a:solidFill>
                  </a:tcPr>
                </a:tc>
                <a:tc>
                  <a:txBody>
                    <a:bodyPr/>
                    <a:lstStyle/>
                    <a:p>
                      <a:pPr algn="r"/>
                      <a:r>
                        <a:rPr sz="1050" b="0" i="0">
                          <a:solidFill>
                            <a:srgbClr val="0D3C4C"/>
                          </a:solidFill>
                          <a:latin typeface="Nanum Gothic"/>
                        </a:rPr>
                        <a:t>0.746-0.761</a:t>
                      </a:r>
                    </a:p>
                  </a:txBody>
                  <a:tcPr marT="18288" marB="18288" anchor="ctr">
                    <a:solidFill>
                      <a:srgbClr val="EEF6F9"/>
                    </a:solidFill>
                  </a:tcPr>
                </a:tc>
                <a:tc>
                  <a:txBody>
                    <a:bodyPr/>
                    <a:lstStyle/>
                    <a:p>
                      <a:pPr algn="r"/>
                      <a:r>
                        <a:rPr sz="1050" b="0" i="0">
                          <a:solidFill>
                            <a:srgbClr val="0D3C4C"/>
                          </a:solidFill>
                          <a:latin typeface="Nanum Gothic"/>
                        </a:rPr>
                        <a:t>0.751</a:t>
                      </a:r>
                    </a:p>
                  </a:txBody>
                  <a:tcPr marT="18288" marB="18288" anchor="ctr">
                    <a:solidFill>
                      <a:srgbClr val="EEF6F9"/>
                    </a:solidFill>
                  </a:tcPr>
                </a:tc>
                <a:tc>
                  <a:txBody>
                    <a:bodyPr/>
                    <a:lstStyle/>
                    <a:p>
                      <a:pPr algn="r"/>
                      <a:r>
                        <a:rPr sz="1050" b="0" i="0">
                          <a:solidFill>
                            <a:srgbClr val="0D3C4C"/>
                          </a:solidFill>
                          <a:latin typeface="Nanum Gothic"/>
                        </a:rPr>
                        <a:t>71.3%</a:t>
                      </a:r>
                    </a:p>
                  </a:txBody>
                  <a:tcPr marT="18288" marB="18288" anchor="ctr">
                    <a:solidFill>
                      <a:srgbClr val="EEF6F9"/>
                    </a:solidFill>
                  </a:tcPr>
                </a:tc>
                <a:tc>
                  <a:txBody>
                    <a:bodyPr/>
                    <a:lstStyle/>
                    <a:p>
                      <a:pPr algn="r"/>
                      <a:r>
                        <a:rPr sz="1050" b="0" i="0">
                          <a:solidFill>
                            <a:srgbClr val="0D3C4C"/>
                          </a:solidFill>
                          <a:latin typeface="Nanum Gothic"/>
                        </a:rPr>
                        <a:t>61.8%</a:t>
                      </a:r>
                    </a:p>
                  </a:txBody>
                  <a:tcPr marT="18288" marB="18288" anchor="ctr">
                    <a:solidFill>
                      <a:srgbClr val="EEF6F9"/>
                    </a:solidFill>
                  </a:tcPr>
                </a:tc>
                <a:tc>
                  <a:txBody>
                    <a:bodyPr/>
                    <a:lstStyle/>
                    <a:p>
                      <a:pPr algn="r"/>
                      <a:r>
                        <a:rPr sz="1050" b="0" i="0">
                          <a:solidFill>
                            <a:srgbClr val="0D3C4C"/>
                          </a:solidFill>
                          <a:latin typeface="Nanum Gothic"/>
                        </a:rPr>
                        <a:t>80.6%</a:t>
                      </a:r>
                    </a:p>
                  </a:txBody>
                  <a:tcPr marT="18288" marB="18288" anchor="ctr">
                    <a:solidFill>
                      <a:srgbClr val="EEF6F9"/>
                    </a:solidFill>
                  </a:tcPr>
                </a:tc>
              </a:tr>
              <a:tr h="310896">
                <a:tc>
                  <a:txBody>
                    <a:bodyPr/>
                    <a:lstStyle/>
                    <a:p>
                      <a:pPr algn="l"/>
                      <a:r>
                        <a:rPr sz="1050" b="0" i="0">
                          <a:solidFill>
                            <a:srgbClr val="0D3C4C"/>
                          </a:solidFill>
                          <a:latin typeface="Nanum Gothic"/>
                        </a:rPr>
                        <a:t>Rule: systolic ≥ 130 mmHg</a:t>
                      </a:r>
                    </a:p>
                  </a:txBody>
                  <a:tcPr marT="18288" marB="18288" anchor="ctr">
                    <a:solidFill>
                      <a:srgbClr val="FFFFFF"/>
                    </a:solidFill>
                  </a:tcPr>
                </a:tc>
                <a:tc>
                  <a:txBody>
                    <a:bodyPr/>
                    <a:lstStyle/>
                    <a:p>
                      <a:pPr algn="r"/>
                      <a:r>
                        <a:rPr sz="1050" b="0" i="0">
                          <a:solidFill>
                            <a:srgbClr val="0D3C4C"/>
                          </a:solidFill>
                          <a:latin typeface="Nanum Gothic"/>
                        </a:rPr>
                        <a:t>0.712</a:t>
                      </a:r>
                    </a:p>
                  </a:txBody>
                  <a:tcPr marT="18288" marB="18288" anchor="ctr">
                    <a:solidFill>
                      <a:srgbClr val="FFFFFF"/>
                    </a:solidFill>
                  </a:tcPr>
                </a:tc>
                <a:tc>
                  <a:txBody>
                    <a:bodyPr/>
                    <a:lstStyle/>
                    <a:p>
                      <a:pPr algn="r"/>
                      <a:r>
                        <a:rPr sz="1050" b="0" i="0">
                          <a:solidFill>
                            <a:srgbClr val="0D3C4C"/>
                          </a:solidFill>
                          <a:latin typeface="Nanum Gothic"/>
                        </a:rPr>
                        <a:t>0.704-0.719</a:t>
                      </a:r>
                    </a:p>
                  </a:txBody>
                  <a:tcPr marT="18288" marB="18288" anchor="ctr">
                    <a:solidFill>
                      <a:srgbClr val="FFFFFF"/>
                    </a:solidFill>
                  </a:tcPr>
                </a:tc>
                <a:tc>
                  <a:txBody>
                    <a:bodyPr/>
                    <a:lstStyle/>
                    <a:p>
                      <a:pPr algn="r"/>
                      <a:r>
                        <a:rPr sz="1050" b="0" i="0">
                          <a:solidFill>
                            <a:srgbClr val="0D3C4C"/>
                          </a:solidFill>
                          <a:latin typeface="Nanum Gothic"/>
                        </a:rPr>
                        <a:t>0.712</a:t>
                      </a:r>
                    </a:p>
                  </a:txBody>
                  <a:tcPr marT="18288" marB="18288" anchor="ctr">
                    <a:solidFill>
                      <a:srgbClr val="FFFFFF"/>
                    </a:solidFill>
                  </a:tcPr>
                </a:tc>
                <a:tc>
                  <a:txBody>
                    <a:bodyPr/>
                    <a:lstStyle/>
                    <a:p>
                      <a:pPr algn="r"/>
                      <a:r>
                        <a:rPr sz="1050" b="0" i="0">
                          <a:solidFill>
                            <a:srgbClr val="0D3C4C"/>
                          </a:solidFill>
                          <a:latin typeface="Nanum Gothic"/>
                        </a:rPr>
                        <a:t>71.3%</a:t>
                      </a:r>
                    </a:p>
                  </a:txBody>
                  <a:tcPr marT="18288" marB="18288" anchor="ctr">
                    <a:solidFill>
                      <a:srgbClr val="FFFFFF"/>
                    </a:solidFill>
                  </a:tcPr>
                </a:tc>
                <a:tc>
                  <a:txBody>
                    <a:bodyPr/>
                    <a:lstStyle/>
                    <a:p>
                      <a:pPr algn="r"/>
                      <a:r>
                        <a:rPr sz="1050" b="0" i="0">
                          <a:solidFill>
                            <a:srgbClr val="0D3C4C"/>
                          </a:solidFill>
                          <a:latin typeface="Nanum Gothic"/>
                        </a:rPr>
                        <a:t>61.8%</a:t>
                      </a:r>
                    </a:p>
                  </a:txBody>
                  <a:tcPr marT="18288" marB="18288" anchor="ctr">
                    <a:solidFill>
                      <a:srgbClr val="FFFFFF"/>
                    </a:solidFill>
                  </a:tcPr>
                </a:tc>
                <a:tc>
                  <a:txBody>
                    <a:bodyPr/>
                    <a:lstStyle/>
                    <a:p>
                      <a:pPr algn="r"/>
                      <a:r>
                        <a:rPr sz="1050" b="0" i="0">
                          <a:solidFill>
                            <a:srgbClr val="0D3C4C"/>
                          </a:solidFill>
                          <a:latin typeface="Nanum Gothic"/>
                        </a:rPr>
                        <a:t>80.6%</a:t>
                      </a:r>
                    </a:p>
                  </a:txBody>
                  <a:tcPr marT="18288" marB="18288" anchor="ctr">
                    <a:solidFill>
                      <a:srgbClr val="FFFFFF"/>
                    </a:solidFill>
                  </a:tcPr>
                </a:tc>
              </a:tr>
              <a:tr h="310896">
                <a:tc>
                  <a:txBody>
                    <a:bodyPr/>
                    <a:lstStyle/>
                    <a:p>
                      <a:pPr algn="l"/>
                      <a:r>
                        <a:rPr sz="1050" b="0" i="0">
                          <a:solidFill>
                            <a:srgbClr val="0D3C4C"/>
                          </a:solidFill>
                          <a:latin typeface="Nanum Gothic"/>
                        </a:rPr>
                        <a:t>Framingham, as published</a:t>
                      </a:r>
                    </a:p>
                  </a:txBody>
                  <a:tcPr marT="18288" marB="18288" anchor="ctr">
                    <a:solidFill>
                      <a:srgbClr val="EEF6F9"/>
                    </a:solidFill>
                  </a:tcPr>
                </a:tc>
                <a:tc>
                  <a:txBody>
                    <a:bodyPr/>
                    <a:lstStyle/>
                    <a:p>
                      <a:pPr algn="r"/>
                      <a:r>
                        <a:rPr sz="1050" b="0" i="0">
                          <a:solidFill>
                            <a:srgbClr val="0D3C4C"/>
                          </a:solidFill>
                          <a:latin typeface="Nanum Gothic"/>
                        </a:rPr>
                        <a:t>0.693</a:t>
                      </a:r>
                    </a:p>
                  </a:txBody>
                  <a:tcPr marT="18288" marB="18288" anchor="ctr">
                    <a:solidFill>
                      <a:srgbClr val="EEF6F9"/>
                    </a:solidFill>
                  </a:tcPr>
                </a:tc>
                <a:tc>
                  <a:txBody>
                    <a:bodyPr/>
                    <a:lstStyle/>
                    <a:p>
                      <a:pPr algn="r"/>
                      <a:r>
                        <a:rPr sz="1050" b="0" i="0">
                          <a:solidFill>
                            <a:srgbClr val="0D3C4C"/>
                          </a:solidFill>
                          <a:latin typeface="Nanum Gothic"/>
                        </a:rPr>
                        <a:t>0.684-0.701</a:t>
                      </a:r>
                    </a:p>
                  </a:txBody>
                  <a:tcPr marT="18288" marB="18288" anchor="ctr">
                    <a:solidFill>
                      <a:srgbClr val="EEF6F9"/>
                    </a:solidFill>
                  </a:tcPr>
                </a:tc>
                <a:tc>
                  <a:txBody>
                    <a:bodyPr/>
                    <a:lstStyle/>
                    <a:p>
                      <a:pPr algn="r"/>
                      <a:r>
                        <a:rPr sz="1050" b="0" i="0">
                          <a:solidFill>
                            <a:srgbClr val="0D3C4C"/>
                          </a:solidFill>
                          <a:latin typeface="Nanum Gothic"/>
                        </a:rPr>
                        <a:t>0.696</a:t>
                      </a:r>
                    </a:p>
                  </a:txBody>
                  <a:tcPr marT="18288" marB="18288" anchor="ctr">
                    <a:solidFill>
                      <a:srgbClr val="EEF6F9"/>
                    </a:solidFill>
                  </a:tcPr>
                </a:tc>
                <a:tc>
                  <a:txBody>
                    <a:bodyPr/>
                    <a:lstStyle/>
                    <a:p>
                      <a:pPr algn="r"/>
                      <a:r>
                        <a:rPr sz="1050" b="0" i="0">
                          <a:solidFill>
                            <a:srgbClr val="0D3C4C"/>
                          </a:solidFill>
                          <a:latin typeface="Nanum Gothic"/>
                        </a:rPr>
                        <a:t>64.6%</a:t>
                      </a:r>
                    </a:p>
                  </a:txBody>
                  <a:tcPr marT="18288" marB="18288" anchor="ctr">
                    <a:solidFill>
                      <a:srgbClr val="EEF6F9"/>
                    </a:solidFill>
                  </a:tcPr>
                </a:tc>
                <a:tc>
                  <a:txBody>
                    <a:bodyPr/>
                    <a:lstStyle/>
                    <a:p>
                      <a:pPr algn="r"/>
                      <a:r>
                        <a:rPr sz="1050" b="0" i="0">
                          <a:solidFill>
                            <a:srgbClr val="0D3C4C"/>
                          </a:solidFill>
                          <a:latin typeface="Nanum Gothic"/>
                        </a:rPr>
                        <a:t>74.0%</a:t>
                      </a:r>
                    </a:p>
                  </a:txBody>
                  <a:tcPr marT="18288" marB="18288" anchor="ctr">
                    <a:solidFill>
                      <a:srgbClr val="EEF6F9"/>
                    </a:solidFill>
                  </a:tcPr>
                </a:tc>
                <a:tc>
                  <a:txBody>
                    <a:bodyPr/>
                    <a:lstStyle/>
                    <a:p>
                      <a:pPr algn="r"/>
                      <a:r>
                        <a:rPr sz="1050" b="0" i="0">
                          <a:solidFill>
                            <a:srgbClr val="0D3C4C"/>
                          </a:solidFill>
                          <a:latin typeface="Nanum Gothic"/>
                        </a:rPr>
                        <a:t>55.5%</a:t>
                      </a:r>
                    </a:p>
                  </a:txBody>
                  <a:tcPr marT="18288" marB="18288" anchor="ctr">
                    <a:solidFill>
                      <a:srgbClr val="EEF6F9"/>
                    </a:solidFill>
                  </a:tcPr>
                </a:tc>
              </a:tr>
            </a:tbl>
          </a:graphicData>
        </a:graphic>
      </p:graphicFrame>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xmlns:p14="http://schemas.microsoft.com/office/powerpoint/2010/main" spd="slow" p14:dur="900">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marL="0" indent="0">
              <a:buNone/>
            </a:pPr>
            <a:r>
              <a:t>Backup: cleaning strategies</a:t>
            </a:r>
          </a:p>
        </p:txBody>
      </p:sp>
      <p:graphicFrame>
        <p:nvGraphicFramePr>
          <p:cNvPr id="3" name="Table 2"/>
          <p:cNvGraphicFramePr>
            <a:graphicFrameLocks noGrp="1"/>
          </p:cNvGraphicFramePr>
          <p:nvPr/>
        </p:nvGraphicFramePr>
        <p:xfrm>
          <a:off x="722376" y="1188720"/>
          <a:ext cx="7708392" cy="1536192"/>
        </p:xfrm>
        <a:graphic>
          <a:graphicData uri="http://schemas.openxmlformats.org/drawingml/2006/table">
            <a:tbl>
              <a:tblPr firstRow="1" bandRow="1">
                <a:tableStyleId>{5C22544A-7EE6-4342-B048-85BDC9FD1C3A}</a:tableStyleId>
              </a:tblPr>
              <a:tblGrid>
                <a:gridCol w="3063240"/>
                <a:gridCol w="1417320"/>
                <a:gridCol w="868680"/>
                <a:gridCol w="1508760"/>
                <a:gridCol w="850392"/>
              </a:tblGrid>
              <a:tr h="384048">
                <a:tc>
                  <a:txBody>
                    <a:bodyPr/>
                    <a:lstStyle/>
                    <a:p>
                      <a:pPr algn="l"/>
                      <a:r>
                        <a:rPr sz="1100" b="1" i="0">
                          <a:solidFill>
                            <a:srgbClr val="FFFFFF"/>
                          </a:solidFill>
                          <a:latin typeface="Cabin"/>
                        </a:rPr>
                        <a:t>Trained on</a:t>
                      </a:r>
                    </a:p>
                  </a:txBody>
                  <a:tcPr marT="18288" marB="18288" anchor="ctr">
                    <a:solidFill>
                      <a:srgbClr val="0D3C4C"/>
                    </a:solidFill>
                  </a:tcPr>
                </a:tc>
                <a:tc>
                  <a:txBody>
                    <a:bodyPr/>
                    <a:lstStyle/>
                    <a:p>
                      <a:pPr algn="r"/>
                      <a:r>
                        <a:rPr sz="1100" b="1" i="0">
                          <a:solidFill>
                            <a:srgbClr val="FFFFFF"/>
                          </a:solidFill>
                          <a:latin typeface="Cabin"/>
                        </a:rPr>
                        <a:t>Gradient boosting AUC</a:t>
                      </a:r>
                    </a:p>
                  </a:txBody>
                  <a:tcPr marT="18288" marB="18288" anchor="ctr">
                    <a:solidFill>
                      <a:srgbClr val="0D3C4C"/>
                    </a:solidFill>
                  </a:tcPr>
                </a:tc>
                <a:tc>
                  <a:txBody>
                    <a:bodyPr/>
                    <a:lstStyle/>
                    <a:p>
                      <a:pPr algn="r"/>
                      <a:r>
                        <a:rPr sz="1100" b="1" i="0">
                          <a:solidFill>
                            <a:srgbClr val="FFFFFF"/>
                          </a:solidFill>
                          <a:latin typeface="Cabin"/>
                        </a:rPr>
                        <a:t>Accuracy</a:t>
                      </a:r>
                    </a:p>
                  </a:txBody>
                  <a:tcPr marT="18288" marB="18288" anchor="ctr">
                    <a:solidFill>
                      <a:srgbClr val="0D3C4C"/>
                    </a:solidFill>
                  </a:tcPr>
                </a:tc>
                <a:tc>
                  <a:txBody>
                    <a:bodyPr/>
                    <a:lstStyle/>
                    <a:p>
                      <a:pPr algn="r"/>
                      <a:r>
                        <a:rPr sz="1100" b="1" i="0">
                          <a:solidFill>
                            <a:srgbClr val="FFFFFF"/>
                          </a:solidFill>
                          <a:latin typeface="Cabin"/>
                        </a:rPr>
                        <a:t>Logistic regression AUC</a:t>
                      </a:r>
                    </a:p>
                  </a:txBody>
                  <a:tcPr marT="18288" marB="18288" anchor="ctr">
                    <a:solidFill>
                      <a:srgbClr val="0D3C4C"/>
                    </a:solidFill>
                  </a:tcPr>
                </a:tc>
                <a:tc>
                  <a:txBody>
                    <a:bodyPr/>
                    <a:lstStyle/>
                    <a:p>
                      <a:pPr algn="r"/>
                      <a:r>
                        <a:rPr sz="1100" b="1" i="0">
                          <a:solidFill>
                            <a:srgbClr val="FFFFFF"/>
                          </a:solidFill>
                          <a:latin typeface="Cabin"/>
                        </a:rPr>
                        <a:t>Accuracy</a:t>
                      </a:r>
                    </a:p>
                  </a:txBody>
                  <a:tcPr marT="18288" marB="18288" anchor="ctr">
                    <a:solidFill>
                      <a:srgbClr val="0D3C4C"/>
                    </a:solidFill>
                  </a:tcPr>
                </a:tc>
              </a:tr>
              <a:tr h="384048">
                <a:tc>
                  <a:txBody>
                    <a:bodyPr/>
                    <a:lstStyle/>
                    <a:p>
                      <a:pPr algn="l"/>
                      <a:r>
                        <a:rPr sz="1100" b="0" i="0">
                          <a:solidFill>
                            <a:srgbClr val="0D3C4C"/>
                          </a:solidFill>
                          <a:latin typeface="Nanum Gothic"/>
                        </a:rPr>
                        <a:t>Raw data (69,976 records)</a:t>
                      </a:r>
                    </a:p>
                  </a:txBody>
                  <a:tcPr marT="18288" marB="18288" anchor="ctr">
                    <a:solidFill>
                      <a:srgbClr val="EEF6F9"/>
                    </a:solidFill>
                  </a:tcPr>
                </a:tc>
                <a:tc>
                  <a:txBody>
                    <a:bodyPr/>
                    <a:lstStyle/>
                    <a:p>
                      <a:pPr algn="r"/>
                      <a:r>
                        <a:rPr sz="1100" b="0" i="0">
                          <a:solidFill>
                            <a:srgbClr val="0D3C4C"/>
                          </a:solidFill>
                          <a:latin typeface="Nanum Gothic"/>
                        </a:rPr>
                        <a:t>0.804</a:t>
                      </a:r>
                    </a:p>
                  </a:txBody>
                  <a:tcPr marT="18288" marB="18288" anchor="ctr">
                    <a:solidFill>
                      <a:srgbClr val="EEF6F9"/>
                    </a:solidFill>
                  </a:tcPr>
                </a:tc>
                <a:tc>
                  <a:txBody>
                    <a:bodyPr/>
                    <a:lstStyle/>
                    <a:p>
                      <a:pPr algn="r"/>
                      <a:r>
                        <a:rPr sz="1100" b="0" i="0">
                          <a:solidFill>
                            <a:srgbClr val="0D3C4C"/>
                          </a:solidFill>
                          <a:latin typeface="Nanum Gothic"/>
                        </a:rPr>
                        <a:t>73.6%</a:t>
                      </a:r>
                    </a:p>
                  </a:txBody>
                  <a:tcPr marT="18288" marB="18288" anchor="ctr">
                    <a:solidFill>
                      <a:srgbClr val="EEF6F9"/>
                    </a:solidFill>
                  </a:tcPr>
                </a:tc>
                <a:tc>
                  <a:txBody>
                    <a:bodyPr/>
                    <a:lstStyle/>
                    <a:p>
                      <a:pPr algn="r"/>
                      <a:r>
                        <a:rPr sz="1100" b="0" i="0">
                          <a:solidFill>
                            <a:srgbClr val="0D3C4C"/>
                          </a:solidFill>
                          <a:latin typeface="Nanum Gothic"/>
                        </a:rPr>
                        <a:t>0.776</a:t>
                      </a:r>
                    </a:p>
                  </a:txBody>
                  <a:tcPr marT="18288" marB="18288" anchor="ctr">
                    <a:solidFill>
                      <a:srgbClr val="EEF6F9"/>
                    </a:solidFill>
                  </a:tcPr>
                </a:tc>
                <a:tc>
                  <a:txBody>
                    <a:bodyPr/>
                    <a:lstStyle/>
                    <a:p>
                      <a:pPr algn="r"/>
                      <a:r>
                        <a:rPr sz="1100" b="0" i="0">
                          <a:solidFill>
                            <a:srgbClr val="0D3C4C"/>
                          </a:solidFill>
                          <a:latin typeface="Nanum Gothic"/>
                        </a:rPr>
                        <a:t>71.8%</a:t>
                      </a:r>
                    </a:p>
                  </a:txBody>
                  <a:tcPr marT="18288" marB="18288" anchor="ctr">
                    <a:solidFill>
                      <a:srgbClr val="EEF6F9"/>
                    </a:solidFill>
                  </a:tcPr>
                </a:tc>
              </a:tr>
              <a:tr h="384048">
                <a:tc>
                  <a:txBody>
                    <a:bodyPr/>
                    <a:lstStyle/>
                    <a:p>
                      <a:pPr algn="l"/>
                      <a:r>
                        <a:rPr sz="1100" b="0" i="0">
                          <a:solidFill>
                            <a:srgbClr val="0D3C4C"/>
                          </a:solidFill>
                          <a:latin typeface="Nanum Gothic"/>
                        </a:rPr>
                        <a:t>Implausible records dropped (68,581)</a:t>
                      </a:r>
                    </a:p>
                  </a:txBody>
                  <a:tcPr marT="18288" marB="18288" anchor="ctr">
                    <a:solidFill>
                      <a:srgbClr val="FFFFFF"/>
                    </a:solidFill>
                  </a:tcPr>
                </a:tc>
                <a:tc>
                  <a:txBody>
                    <a:bodyPr/>
                    <a:lstStyle/>
                    <a:p>
                      <a:pPr algn="r"/>
                      <a:r>
                        <a:rPr sz="1100" b="0" i="0">
                          <a:solidFill>
                            <a:srgbClr val="0D3C4C"/>
                          </a:solidFill>
                          <a:latin typeface="Nanum Gothic"/>
                        </a:rPr>
                        <a:t>0.804</a:t>
                      </a:r>
                    </a:p>
                  </a:txBody>
                  <a:tcPr marT="18288" marB="18288" anchor="ctr">
                    <a:solidFill>
                      <a:srgbClr val="FFFFFF"/>
                    </a:solidFill>
                  </a:tcPr>
                </a:tc>
                <a:tc>
                  <a:txBody>
                    <a:bodyPr/>
                    <a:lstStyle/>
                    <a:p>
                      <a:pPr algn="r"/>
                      <a:r>
                        <a:rPr sz="1100" b="0" i="0">
                          <a:solidFill>
                            <a:srgbClr val="0D3C4C"/>
                          </a:solidFill>
                          <a:latin typeface="Nanum Gothic"/>
                        </a:rPr>
                        <a:t>73.6%</a:t>
                      </a:r>
                    </a:p>
                  </a:txBody>
                  <a:tcPr marT="18288" marB="18288" anchor="ctr">
                    <a:solidFill>
                      <a:srgbClr val="FFFFFF"/>
                    </a:solidFill>
                  </a:tcPr>
                </a:tc>
                <a:tc>
                  <a:txBody>
                    <a:bodyPr/>
                    <a:lstStyle/>
                    <a:p>
                      <a:pPr algn="r"/>
                      <a:r>
                        <a:rPr sz="1100" b="0" i="0">
                          <a:solidFill>
                            <a:srgbClr val="0D3C4C"/>
                          </a:solidFill>
                          <a:latin typeface="Nanum Gothic"/>
                        </a:rPr>
                        <a:t>0.793</a:t>
                      </a:r>
                    </a:p>
                  </a:txBody>
                  <a:tcPr marT="18288" marB="18288" anchor="ctr">
                    <a:solidFill>
                      <a:srgbClr val="FFFFFF"/>
                    </a:solidFill>
                  </a:tcPr>
                </a:tc>
                <a:tc>
                  <a:txBody>
                    <a:bodyPr/>
                    <a:lstStyle/>
                    <a:p>
                      <a:pPr algn="r"/>
                      <a:r>
                        <a:rPr sz="1100" b="0" i="0">
                          <a:solidFill>
                            <a:srgbClr val="0D3C4C"/>
                          </a:solidFill>
                          <a:latin typeface="Nanum Gothic"/>
                        </a:rPr>
                        <a:t>72.6%</a:t>
                      </a:r>
                    </a:p>
                  </a:txBody>
                  <a:tcPr marT="18288" marB="18288" anchor="ctr">
                    <a:solidFill>
                      <a:srgbClr val="FFFFFF"/>
                    </a:solidFill>
                  </a:tcPr>
                </a:tc>
              </a:tr>
              <a:tr h="384048">
                <a:tc>
                  <a:txBody>
                    <a:bodyPr/>
                    <a:lstStyle/>
                    <a:p>
                      <a:pPr algn="l"/>
                      <a:r>
                        <a:rPr sz="1100" b="0" i="0">
                          <a:solidFill>
                            <a:srgbClr val="0D3C4C"/>
                          </a:solidFill>
                          <a:latin typeface="Nanum Gothic"/>
                        </a:rPr>
                        <a:t>Entry errors repaired (69,838)</a:t>
                      </a:r>
                    </a:p>
                  </a:txBody>
                  <a:tcPr marT="18288" marB="18288" anchor="ctr">
                    <a:solidFill>
                      <a:srgbClr val="EEF6F9"/>
                    </a:solidFill>
                  </a:tcPr>
                </a:tc>
                <a:tc>
                  <a:txBody>
                    <a:bodyPr/>
                    <a:lstStyle/>
                    <a:p>
                      <a:pPr algn="r"/>
                      <a:r>
                        <a:rPr sz="1100" b="0" i="0">
                          <a:solidFill>
                            <a:srgbClr val="0D3C4C"/>
                          </a:solidFill>
                          <a:latin typeface="Nanum Gothic"/>
                        </a:rPr>
                        <a:t>0.805</a:t>
                      </a:r>
                    </a:p>
                  </a:txBody>
                  <a:tcPr marT="18288" marB="18288" anchor="ctr">
                    <a:solidFill>
                      <a:srgbClr val="EEF6F9"/>
                    </a:solidFill>
                  </a:tcPr>
                </a:tc>
                <a:tc>
                  <a:txBody>
                    <a:bodyPr/>
                    <a:lstStyle/>
                    <a:p>
                      <a:pPr algn="r"/>
                      <a:r>
                        <a:rPr sz="1100" b="0" i="0">
                          <a:solidFill>
                            <a:srgbClr val="0D3C4C"/>
                          </a:solidFill>
                          <a:latin typeface="Nanum Gothic"/>
                        </a:rPr>
                        <a:t>73.6%</a:t>
                      </a:r>
                    </a:p>
                  </a:txBody>
                  <a:tcPr marT="18288" marB="18288" anchor="ctr">
                    <a:solidFill>
                      <a:srgbClr val="EEF6F9"/>
                    </a:solidFill>
                  </a:tcPr>
                </a:tc>
                <a:tc>
                  <a:txBody>
                    <a:bodyPr/>
                    <a:lstStyle/>
                    <a:p>
                      <a:pPr algn="r"/>
                      <a:r>
                        <a:rPr sz="1100" b="0" i="0">
                          <a:solidFill>
                            <a:srgbClr val="0D3C4C"/>
                          </a:solidFill>
                          <a:latin typeface="Nanum Gothic"/>
                        </a:rPr>
                        <a:t>0.793</a:t>
                      </a:r>
                    </a:p>
                  </a:txBody>
                  <a:tcPr marT="18288" marB="18288" anchor="ctr">
                    <a:solidFill>
                      <a:srgbClr val="EEF6F9"/>
                    </a:solidFill>
                  </a:tcPr>
                </a:tc>
                <a:tc>
                  <a:txBody>
                    <a:bodyPr/>
                    <a:lstStyle/>
                    <a:p>
                      <a:pPr algn="r"/>
                      <a:r>
                        <a:rPr sz="1100" b="0" i="0">
                          <a:solidFill>
                            <a:srgbClr val="0D3C4C"/>
                          </a:solidFill>
                          <a:latin typeface="Nanum Gothic"/>
                        </a:rPr>
                        <a:t>72.6%</a:t>
                      </a:r>
                    </a:p>
                  </a:txBody>
                  <a:tcPr marT="18288" marB="18288" anchor="ctr">
                    <a:solidFill>
                      <a:srgbClr val="EEF6F9"/>
                    </a:solidFill>
                  </a:tcPr>
                </a:tc>
              </a:tr>
            </a:tbl>
          </a:graphicData>
        </a:graphic>
      </p:graphicFrame>
      <p:sp>
        <p:nvSpPr>
          <p:cNvPr id="4" name="TextBox 3"/>
          <p:cNvSpPr txBox="1"/>
          <p:nvPr/>
        </p:nvSpPr>
        <p:spPr>
          <a:xfrm>
            <a:off x="722376" y="2971800"/>
            <a:ext cx="7708392" cy="1371600"/>
          </a:xfrm>
          <a:prstGeom prst="rect">
            <a:avLst/>
          </a:prstGeom>
          <a:noFill/>
        </p:spPr>
        <p:txBody>
          <a:bodyPr wrap="square" anchor="t" lIns="0" rIns="0" tIns="0" bIns="0">
            <a:spAutoFit/>
          </a:bodyPr>
          <a:lstStyle/>
          <a:p>
            <a:pPr algn="l"/>
            <a:r>
              <a:rPr sz="1200" b="0" i="0">
                <a:solidFill>
                  <a:srgbClr val="0D3C4C"/>
                </a:solidFill>
                <a:latin typeface="Nanum Gothic"/>
              </a:rPr>
              <a:t>All six models are scored on the same test patients, those whose records pass every check.</a:t>
            </a:r>
          </a:p>
          <a:p>
            <a:pPr algn="l">
              <a:spcBef>
                <a:spcPts val="800"/>
              </a:spcBef>
            </a:pPr>
            <a:r>
              <a:rPr sz="1200" b="0" i="0">
                <a:solidFill>
                  <a:srgbClr val="0D3C4C"/>
                </a:solidFill>
                <a:latin typeface="Nanum Gothic"/>
              </a:rPr>
              <a:t>Trees split on the order of values, so absurd readings simply land in the top branch. A straight-line model is pulled by them: its blood-pressure coefficient shrinks towards zero.</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xmlns:p14="http://schemas.microsoft.com/office/powerpoint/2010/main" spd="slow" p14:dur="900">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marL="0" indent="0">
              <a:buNone/>
            </a:pPr>
            <a:r>
              <a:t>Backup: who the model serves well</a:t>
            </a:r>
          </a:p>
        </p:txBody>
      </p:sp>
      <p:graphicFrame>
        <p:nvGraphicFramePr>
          <p:cNvPr id="3" name="Table 2"/>
          <p:cNvGraphicFramePr>
            <a:graphicFrameLocks noGrp="1"/>
          </p:cNvGraphicFramePr>
          <p:nvPr/>
        </p:nvGraphicFramePr>
        <p:xfrm>
          <a:off x="722376" y="1188720"/>
          <a:ext cx="7708392" cy="2432304"/>
        </p:xfrm>
        <a:graphic>
          <a:graphicData uri="http://schemas.openxmlformats.org/drawingml/2006/table">
            <a:tbl>
              <a:tblPr firstRow="1" bandRow="1">
                <a:tableStyleId>{5C22544A-7EE6-4342-B048-85BDC9FD1C3A}</a:tableStyleId>
              </a:tblPr>
              <a:tblGrid>
                <a:gridCol w="1828800"/>
                <a:gridCol w="914400"/>
                <a:gridCol w="1188720"/>
                <a:gridCol w="1188720"/>
                <a:gridCol w="777240"/>
                <a:gridCol w="914400"/>
                <a:gridCol w="896112"/>
              </a:tblGrid>
              <a:tr h="347472">
                <a:tc>
                  <a:txBody>
                    <a:bodyPr/>
                    <a:lstStyle/>
                    <a:p>
                      <a:pPr algn="l"/>
                      <a:r>
                        <a:rPr sz="1100" b="1" i="0">
                          <a:solidFill>
                            <a:srgbClr val="FFFFFF"/>
                          </a:solidFill>
                          <a:latin typeface="Cabin"/>
                        </a:rPr>
                        <a:t>Group</a:t>
                      </a:r>
                    </a:p>
                  </a:txBody>
                  <a:tcPr marT="18288" marB="18288" anchor="ctr">
                    <a:solidFill>
                      <a:srgbClr val="0D3C4C"/>
                    </a:solidFill>
                  </a:tcPr>
                </a:tc>
                <a:tc>
                  <a:txBody>
                    <a:bodyPr/>
                    <a:lstStyle/>
                    <a:p>
                      <a:pPr algn="r"/>
                      <a:r>
                        <a:rPr sz="1100" b="1" i="0">
                          <a:solidFill>
                            <a:srgbClr val="FFFFFF"/>
                          </a:solidFill>
                          <a:latin typeface="Cabin"/>
                        </a:rPr>
                        <a:t>Patients</a:t>
                      </a:r>
                    </a:p>
                  </a:txBody>
                  <a:tcPr marT="18288" marB="18288" anchor="ctr">
                    <a:solidFill>
                      <a:srgbClr val="0D3C4C"/>
                    </a:solidFill>
                  </a:tcPr>
                </a:tc>
                <a:tc>
                  <a:txBody>
                    <a:bodyPr/>
                    <a:lstStyle/>
                    <a:p>
                      <a:pPr algn="r"/>
                      <a:r>
                        <a:rPr sz="1100" b="1" i="0">
                          <a:solidFill>
                            <a:srgbClr val="FFFFFF"/>
                          </a:solidFill>
                          <a:latin typeface="Cabin"/>
                        </a:rPr>
                        <a:t>Share with CVD</a:t>
                      </a:r>
                    </a:p>
                  </a:txBody>
                  <a:tcPr marT="18288" marB="18288" anchor="ctr">
                    <a:solidFill>
                      <a:srgbClr val="0D3C4C"/>
                    </a:solidFill>
                  </a:tcPr>
                </a:tc>
                <a:tc>
                  <a:txBody>
                    <a:bodyPr/>
                    <a:lstStyle/>
                    <a:p>
                      <a:pPr algn="r"/>
                      <a:r>
                        <a:rPr sz="1100" b="1" i="0">
                          <a:solidFill>
                            <a:srgbClr val="FFFFFF"/>
                          </a:solidFill>
                          <a:latin typeface="Cabin"/>
                        </a:rPr>
                        <a:t>Mean predicted</a:t>
                      </a:r>
                    </a:p>
                  </a:txBody>
                  <a:tcPr marT="18288" marB="18288" anchor="ctr">
                    <a:solidFill>
                      <a:srgbClr val="0D3C4C"/>
                    </a:solidFill>
                  </a:tcPr>
                </a:tc>
                <a:tc>
                  <a:txBody>
                    <a:bodyPr/>
                    <a:lstStyle/>
                    <a:p>
                      <a:pPr algn="r"/>
                      <a:r>
                        <a:rPr sz="1100" b="1" i="0">
                          <a:solidFill>
                            <a:srgbClr val="FFFFFF"/>
                          </a:solidFill>
                          <a:latin typeface="Cabin"/>
                        </a:rPr>
                        <a:t>AUC</a:t>
                      </a:r>
                    </a:p>
                  </a:txBody>
                  <a:tcPr marT="18288" marB="18288" anchor="ctr">
                    <a:solidFill>
                      <a:srgbClr val="0D3C4C"/>
                    </a:solidFill>
                  </a:tcPr>
                </a:tc>
                <a:tc>
                  <a:txBody>
                    <a:bodyPr/>
                    <a:lstStyle/>
                    <a:p>
                      <a:pPr algn="r"/>
                      <a:r>
                        <a:rPr sz="1100" b="1" i="0">
                          <a:solidFill>
                            <a:srgbClr val="FFFFFF"/>
                          </a:solidFill>
                          <a:latin typeface="Cabin"/>
                        </a:rPr>
                        <a:t>Sensitivity</a:t>
                      </a:r>
                    </a:p>
                  </a:txBody>
                  <a:tcPr marT="18288" marB="18288" anchor="ctr">
                    <a:solidFill>
                      <a:srgbClr val="0D3C4C"/>
                    </a:solidFill>
                  </a:tcPr>
                </a:tc>
                <a:tc>
                  <a:txBody>
                    <a:bodyPr/>
                    <a:lstStyle/>
                    <a:p>
                      <a:pPr algn="r"/>
                      <a:r>
                        <a:rPr sz="1100" b="1" i="0">
                          <a:solidFill>
                            <a:srgbClr val="FFFFFF"/>
                          </a:solidFill>
                          <a:latin typeface="Cabin"/>
                        </a:rPr>
                        <a:t>Specificity</a:t>
                      </a:r>
                    </a:p>
                  </a:txBody>
                  <a:tcPr marT="18288" marB="18288" anchor="ctr">
                    <a:solidFill>
                      <a:srgbClr val="0D3C4C"/>
                    </a:solidFill>
                  </a:tcPr>
                </a:tc>
              </a:tr>
              <a:tr h="347472">
                <a:tc>
                  <a:txBody>
                    <a:bodyPr/>
                    <a:lstStyle/>
                    <a:p>
                      <a:pPr algn="l"/>
                      <a:r>
                        <a:rPr sz="1100" b="0" i="0">
                          <a:solidFill>
                            <a:srgbClr val="0D3C4C"/>
                          </a:solidFill>
                          <a:latin typeface="Nanum Gothic"/>
                        </a:rPr>
                        <a:t>Women</a:t>
                      </a:r>
                    </a:p>
                  </a:txBody>
                  <a:tcPr marT="18288" marB="18288" anchor="ctr">
                    <a:solidFill>
                      <a:srgbClr val="EEF6F9"/>
                    </a:solidFill>
                  </a:tcPr>
                </a:tc>
                <a:tc>
                  <a:txBody>
                    <a:bodyPr/>
                    <a:lstStyle/>
                    <a:p>
                      <a:pPr algn="r"/>
                      <a:r>
                        <a:rPr sz="1100" b="0" i="0">
                          <a:solidFill>
                            <a:srgbClr val="0D3C4C"/>
                          </a:solidFill>
                          <a:latin typeface="Nanum Gothic"/>
                        </a:rPr>
                        <a:t>8,858</a:t>
                      </a:r>
                    </a:p>
                  </a:txBody>
                  <a:tcPr marT="18288" marB="18288" anchor="ctr">
                    <a:solidFill>
                      <a:srgbClr val="EEF6F9"/>
                    </a:solidFill>
                  </a:tcPr>
                </a:tc>
                <a:tc>
                  <a:txBody>
                    <a:bodyPr/>
                    <a:lstStyle/>
                    <a:p>
                      <a:pPr algn="r"/>
                      <a:r>
                        <a:rPr sz="1100" b="0" i="0">
                          <a:solidFill>
                            <a:srgbClr val="0D3C4C"/>
                          </a:solidFill>
                          <a:latin typeface="Nanum Gothic"/>
                        </a:rPr>
                        <a:t>49.2%</a:t>
                      </a:r>
                    </a:p>
                  </a:txBody>
                  <a:tcPr marT="18288" marB="18288" anchor="ctr">
                    <a:solidFill>
                      <a:srgbClr val="EEF6F9"/>
                    </a:solidFill>
                  </a:tcPr>
                </a:tc>
                <a:tc>
                  <a:txBody>
                    <a:bodyPr/>
                    <a:lstStyle/>
                    <a:p>
                      <a:pPr algn="r"/>
                      <a:r>
                        <a:rPr sz="1100" b="0" i="0">
                          <a:solidFill>
                            <a:srgbClr val="0D3C4C"/>
                          </a:solidFill>
                          <a:latin typeface="Nanum Gothic"/>
                        </a:rPr>
                        <a:t>48.7%</a:t>
                      </a:r>
                    </a:p>
                  </a:txBody>
                  <a:tcPr marT="18288" marB="18288" anchor="ctr">
                    <a:solidFill>
                      <a:srgbClr val="EEF6F9"/>
                    </a:solidFill>
                  </a:tcPr>
                </a:tc>
                <a:tc>
                  <a:txBody>
                    <a:bodyPr/>
                    <a:lstStyle/>
                    <a:p>
                      <a:pPr algn="r"/>
                      <a:r>
                        <a:rPr sz="1100" b="0" i="0">
                          <a:solidFill>
                            <a:srgbClr val="0D3C4C"/>
                          </a:solidFill>
                          <a:latin typeface="Nanum Gothic"/>
                        </a:rPr>
                        <a:t>0.803</a:t>
                      </a:r>
                    </a:p>
                  </a:txBody>
                  <a:tcPr marT="18288" marB="18288" anchor="ctr">
                    <a:solidFill>
                      <a:srgbClr val="EEF6F9"/>
                    </a:solidFill>
                  </a:tcPr>
                </a:tc>
                <a:tc>
                  <a:txBody>
                    <a:bodyPr/>
                    <a:lstStyle/>
                    <a:p>
                      <a:pPr algn="r"/>
                      <a:r>
                        <a:rPr sz="1100" b="0" i="0">
                          <a:solidFill>
                            <a:srgbClr val="0D3C4C"/>
                          </a:solidFill>
                          <a:latin typeface="Nanum Gothic"/>
                        </a:rPr>
                        <a:t>68.0%</a:t>
                      </a:r>
                    </a:p>
                  </a:txBody>
                  <a:tcPr marT="18288" marB="18288" anchor="ctr">
                    <a:solidFill>
                      <a:srgbClr val="EEF6F9"/>
                    </a:solidFill>
                  </a:tcPr>
                </a:tc>
                <a:tc>
                  <a:txBody>
                    <a:bodyPr/>
                    <a:lstStyle/>
                    <a:p>
                      <a:pPr algn="r"/>
                      <a:r>
                        <a:rPr sz="1100" b="0" i="0">
                          <a:solidFill>
                            <a:srgbClr val="0D3C4C"/>
                          </a:solidFill>
                          <a:latin typeface="Nanum Gothic"/>
                        </a:rPr>
                        <a:t>78.6%</a:t>
                      </a:r>
                    </a:p>
                  </a:txBody>
                  <a:tcPr marT="18288" marB="18288" anchor="ctr">
                    <a:solidFill>
                      <a:srgbClr val="EEF6F9"/>
                    </a:solidFill>
                  </a:tcPr>
                </a:tc>
              </a:tr>
              <a:tr h="347472">
                <a:tc>
                  <a:txBody>
                    <a:bodyPr/>
                    <a:lstStyle/>
                    <a:p>
                      <a:pPr algn="l"/>
                      <a:r>
                        <a:rPr sz="1100" b="0" i="0">
                          <a:solidFill>
                            <a:srgbClr val="0D3C4C"/>
                          </a:solidFill>
                          <a:latin typeface="Nanum Gothic"/>
                        </a:rPr>
                        <a:t>Men</a:t>
                      </a:r>
                    </a:p>
                  </a:txBody>
                  <a:tcPr marT="18288" marB="18288" anchor="ctr">
                    <a:solidFill>
                      <a:srgbClr val="FFFFFF"/>
                    </a:solidFill>
                  </a:tcPr>
                </a:tc>
                <a:tc>
                  <a:txBody>
                    <a:bodyPr/>
                    <a:lstStyle/>
                    <a:p>
                      <a:pPr algn="r"/>
                      <a:r>
                        <a:rPr sz="1100" b="0" i="0">
                          <a:solidFill>
                            <a:srgbClr val="0D3C4C"/>
                          </a:solidFill>
                          <a:latin typeface="Nanum Gothic"/>
                        </a:rPr>
                        <a:t>4,864</a:t>
                      </a:r>
                    </a:p>
                  </a:txBody>
                  <a:tcPr marT="18288" marB="18288" anchor="ctr">
                    <a:solidFill>
                      <a:srgbClr val="FFFFFF"/>
                    </a:solidFill>
                  </a:tcPr>
                </a:tc>
                <a:tc>
                  <a:txBody>
                    <a:bodyPr/>
                    <a:lstStyle/>
                    <a:p>
                      <a:pPr algn="r"/>
                      <a:r>
                        <a:rPr sz="1100" b="0" i="0">
                          <a:solidFill>
                            <a:srgbClr val="0D3C4C"/>
                          </a:solidFill>
                          <a:latin typeface="Nanum Gothic"/>
                        </a:rPr>
                        <a:t>49.9%</a:t>
                      </a:r>
                    </a:p>
                  </a:txBody>
                  <a:tcPr marT="18288" marB="18288" anchor="ctr">
                    <a:solidFill>
                      <a:srgbClr val="FFFFFF"/>
                    </a:solidFill>
                  </a:tcPr>
                </a:tc>
                <a:tc>
                  <a:txBody>
                    <a:bodyPr/>
                    <a:lstStyle/>
                    <a:p>
                      <a:pPr algn="r"/>
                      <a:r>
                        <a:rPr sz="1100" b="0" i="0">
                          <a:solidFill>
                            <a:srgbClr val="0D3C4C"/>
                          </a:solidFill>
                          <a:latin typeface="Nanum Gothic"/>
                        </a:rPr>
                        <a:t>50.7%</a:t>
                      </a:r>
                    </a:p>
                  </a:txBody>
                  <a:tcPr marT="18288" marB="18288" anchor="ctr">
                    <a:solidFill>
                      <a:srgbClr val="FFFFFF"/>
                    </a:solidFill>
                  </a:tcPr>
                </a:tc>
                <a:tc>
                  <a:txBody>
                    <a:bodyPr/>
                    <a:lstStyle/>
                    <a:p>
                      <a:pPr algn="r"/>
                      <a:r>
                        <a:rPr sz="1100" b="0" i="0">
                          <a:solidFill>
                            <a:srgbClr val="0D3C4C"/>
                          </a:solidFill>
                          <a:latin typeface="Nanum Gothic"/>
                        </a:rPr>
                        <a:t>0.808</a:t>
                      </a:r>
                    </a:p>
                  </a:txBody>
                  <a:tcPr marT="18288" marB="18288" anchor="ctr">
                    <a:solidFill>
                      <a:srgbClr val="FFFFFF"/>
                    </a:solidFill>
                  </a:tcPr>
                </a:tc>
                <a:tc>
                  <a:txBody>
                    <a:bodyPr/>
                    <a:lstStyle/>
                    <a:p>
                      <a:pPr algn="r"/>
                      <a:r>
                        <a:rPr sz="1100" b="0" i="0">
                          <a:solidFill>
                            <a:srgbClr val="0D3C4C"/>
                          </a:solidFill>
                          <a:latin typeface="Nanum Gothic"/>
                        </a:rPr>
                        <a:t>70.4%</a:t>
                      </a:r>
                    </a:p>
                  </a:txBody>
                  <a:tcPr marT="18288" marB="18288" anchor="ctr">
                    <a:solidFill>
                      <a:srgbClr val="FFFFFF"/>
                    </a:solidFill>
                  </a:tcPr>
                </a:tc>
                <a:tc>
                  <a:txBody>
                    <a:bodyPr/>
                    <a:lstStyle/>
                    <a:p>
                      <a:pPr algn="r"/>
                      <a:r>
                        <a:rPr sz="1100" b="0" i="0">
                          <a:solidFill>
                            <a:srgbClr val="0D3C4C"/>
                          </a:solidFill>
                          <a:latin typeface="Nanum Gothic"/>
                        </a:rPr>
                        <a:t>77.6%</a:t>
                      </a:r>
                    </a:p>
                  </a:txBody>
                  <a:tcPr marT="18288" marB="18288" anchor="ctr">
                    <a:solidFill>
                      <a:srgbClr val="FFFFFF"/>
                    </a:solidFill>
                  </a:tcPr>
                </a:tc>
              </a:tr>
              <a:tr h="347472">
                <a:tc>
                  <a:txBody>
                    <a:bodyPr/>
                    <a:lstStyle/>
                    <a:p>
                      <a:pPr algn="l"/>
                      <a:r>
                        <a:rPr sz="1100" b="0" i="0">
                          <a:solidFill>
                            <a:srgbClr val="0D3C4C"/>
                          </a:solidFill>
                          <a:latin typeface="Nanum Gothic"/>
                        </a:rPr>
                        <a:t>Age under 50</a:t>
                      </a:r>
                    </a:p>
                  </a:txBody>
                  <a:tcPr marT="18288" marB="18288" anchor="ctr">
                    <a:solidFill>
                      <a:srgbClr val="EEF6F9"/>
                    </a:solidFill>
                  </a:tcPr>
                </a:tc>
                <a:tc>
                  <a:txBody>
                    <a:bodyPr/>
                    <a:lstStyle/>
                    <a:p>
                      <a:pPr algn="r"/>
                      <a:r>
                        <a:rPr sz="1100" b="0" i="0">
                          <a:solidFill>
                            <a:srgbClr val="0D3C4C"/>
                          </a:solidFill>
                          <a:latin typeface="Nanum Gothic"/>
                        </a:rPr>
                        <a:t>4,361</a:t>
                      </a:r>
                    </a:p>
                  </a:txBody>
                  <a:tcPr marT="18288" marB="18288" anchor="ctr">
                    <a:solidFill>
                      <a:srgbClr val="EEF6F9"/>
                    </a:solidFill>
                  </a:tcPr>
                </a:tc>
                <a:tc>
                  <a:txBody>
                    <a:bodyPr/>
                    <a:lstStyle/>
                    <a:p>
                      <a:pPr algn="r"/>
                      <a:r>
                        <a:rPr sz="1100" b="0" i="0">
                          <a:solidFill>
                            <a:srgbClr val="0D3C4C"/>
                          </a:solidFill>
                          <a:latin typeface="Nanum Gothic"/>
                        </a:rPr>
                        <a:t>36.8%</a:t>
                      </a:r>
                    </a:p>
                  </a:txBody>
                  <a:tcPr marT="18288" marB="18288" anchor="ctr">
                    <a:solidFill>
                      <a:srgbClr val="EEF6F9"/>
                    </a:solidFill>
                  </a:tcPr>
                </a:tc>
                <a:tc>
                  <a:txBody>
                    <a:bodyPr/>
                    <a:lstStyle/>
                    <a:p>
                      <a:pPr algn="r"/>
                      <a:r>
                        <a:rPr sz="1100" b="0" i="0">
                          <a:solidFill>
                            <a:srgbClr val="0D3C4C"/>
                          </a:solidFill>
                          <a:latin typeface="Nanum Gothic"/>
                        </a:rPr>
                        <a:t>36.3%</a:t>
                      </a:r>
                    </a:p>
                  </a:txBody>
                  <a:tcPr marT="18288" marB="18288" anchor="ctr">
                    <a:solidFill>
                      <a:srgbClr val="EEF6F9"/>
                    </a:solidFill>
                  </a:tcPr>
                </a:tc>
                <a:tc>
                  <a:txBody>
                    <a:bodyPr/>
                    <a:lstStyle/>
                    <a:p>
                      <a:pPr algn="r"/>
                      <a:r>
                        <a:rPr sz="1100" b="0" i="0">
                          <a:solidFill>
                            <a:srgbClr val="0D3C4C"/>
                          </a:solidFill>
                          <a:latin typeface="Nanum Gothic"/>
                        </a:rPr>
                        <a:t>0.835</a:t>
                      </a:r>
                    </a:p>
                  </a:txBody>
                  <a:tcPr marT="18288" marB="18288" anchor="ctr">
                    <a:solidFill>
                      <a:srgbClr val="EEF6F9"/>
                    </a:solidFill>
                  </a:tcPr>
                </a:tc>
                <a:tc>
                  <a:txBody>
                    <a:bodyPr/>
                    <a:lstStyle/>
                    <a:p>
                      <a:pPr algn="r"/>
                      <a:r>
                        <a:rPr sz="1100" b="0" i="0">
                          <a:solidFill>
                            <a:srgbClr val="0D3C4C"/>
                          </a:solidFill>
                          <a:latin typeface="Nanum Gothic"/>
                        </a:rPr>
                        <a:t>59.0%</a:t>
                      </a:r>
                    </a:p>
                  </a:txBody>
                  <a:tcPr marT="18288" marB="18288" anchor="ctr">
                    <a:solidFill>
                      <a:srgbClr val="EEF6F9"/>
                    </a:solidFill>
                  </a:tcPr>
                </a:tc>
                <a:tc>
                  <a:txBody>
                    <a:bodyPr/>
                    <a:lstStyle/>
                    <a:p>
                      <a:pPr algn="r"/>
                      <a:r>
                        <a:rPr sz="1100" b="0" i="0">
                          <a:solidFill>
                            <a:srgbClr val="0D3C4C"/>
                          </a:solidFill>
                          <a:latin typeface="Nanum Gothic"/>
                        </a:rPr>
                        <a:t>91.4%</a:t>
                      </a:r>
                    </a:p>
                  </a:txBody>
                  <a:tcPr marT="18288" marB="18288" anchor="ctr">
                    <a:solidFill>
                      <a:srgbClr val="EEF6F9"/>
                    </a:solidFill>
                  </a:tcPr>
                </a:tc>
              </a:tr>
              <a:tr h="347472">
                <a:tc>
                  <a:txBody>
                    <a:bodyPr/>
                    <a:lstStyle/>
                    <a:p>
                      <a:pPr algn="l"/>
                      <a:r>
                        <a:rPr sz="1100" b="0" i="0">
                          <a:solidFill>
                            <a:srgbClr val="0D3C4C"/>
                          </a:solidFill>
                          <a:latin typeface="Nanum Gothic"/>
                        </a:rPr>
                        <a:t>Age 50-59</a:t>
                      </a:r>
                    </a:p>
                  </a:txBody>
                  <a:tcPr marT="18288" marB="18288" anchor="ctr">
                    <a:solidFill>
                      <a:srgbClr val="FFFFFF"/>
                    </a:solidFill>
                  </a:tcPr>
                </a:tc>
                <a:tc>
                  <a:txBody>
                    <a:bodyPr/>
                    <a:lstStyle/>
                    <a:p>
                      <a:pPr algn="r"/>
                      <a:r>
                        <a:rPr sz="1100" b="0" i="0">
                          <a:solidFill>
                            <a:srgbClr val="0D3C4C"/>
                          </a:solidFill>
                          <a:latin typeface="Nanum Gothic"/>
                        </a:rPr>
                        <a:t>6,900</a:t>
                      </a:r>
                    </a:p>
                  </a:txBody>
                  <a:tcPr marT="18288" marB="18288" anchor="ctr">
                    <a:solidFill>
                      <a:srgbClr val="FFFFFF"/>
                    </a:solidFill>
                  </a:tcPr>
                </a:tc>
                <a:tc>
                  <a:txBody>
                    <a:bodyPr/>
                    <a:lstStyle/>
                    <a:p>
                      <a:pPr algn="r"/>
                      <a:r>
                        <a:rPr sz="1100" b="0" i="0">
                          <a:solidFill>
                            <a:srgbClr val="0D3C4C"/>
                          </a:solidFill>
                          <a:latin typeface="Nanum Gothic"/>
                        </a:rPr>
                        <a:t>50.8%</a:t>
                      </a:r>
                    </a:p>
                  </a:txBody>
                  <a:tcPr marT="18288" marB="18288" anchor="ctr">
                    <a:solidFill>
                      <a:srgbClr val="FFFFFF"/>
                    </a:solidFill>
                  </a:tcPr>
                </a:tc>
                <a:tc>
                  <a:txBody>
                    <a:bodyPr/>
                    <a:lstStyle/>
                    <a:p>
                      <a:pPr algn="r"/>
                      <a:r>
                        <a:rPr sz="1100" b="0" i="0">
                          <a:solidFill>
                            <a:srgbClr val="0D3C4C"/>
                          </a:solidFill>
                          <a:latin typeface="Nanum Gothic"/>
                        </a:rPr>
                        <a:t>51.6%</a:t>
                      </a:r>
                    </a:p>
                  </a:txBody>
                  <a:tcPr marT="18288" marB="18288" anchor="ctr">
                    <a:solidFill>
                      <a:srgbClr val="FFFFFF"/>
                    </a:solidFill>
                  </a:tcPr>
                </a:tc>
                <a:tc>
                  <a:txBody>
                    <a:bodyPr/>
                    <a:lstStyle/>
                    <a:p>
                      <a:pPr algn="r"/>
                      <a:r>
                        <a:rPr sz="1100" b="0" i="0">
                          <a:solidFill>
                            <a:srgbClr val="0D3C4C"/>
                          </a:solidFill>
                          <a:latin typeface="Nanum Gothic"/>
                        </a:rPr>
                        <a:t>0.768</a:t>
                      </a:r>
                    </a:p>
                  </a:txBody>
                  <a:tcPr marT="18288" marB="18288" anchor="ctr">
                    <a:solidFill>
                      <a:srgbClr val="FFFFFF"/>
                    </a:solidFill>
                  </a:tcPr>
                </a:tc>
                <a:tc>
                  <a:txBody>
                    <a:bodyPr/>
                    <a:lstStyle/>
                    <a:p>
                      <a:pPr algn="r"/>
                      <a:r>
                        <a:rPr sz="1100" b="0" i="0">
                          <a:solidFill>
                            <a:srgbClr val="0D3C4C"/>
                          </a:solidFill>
                          <a:latin typeface="Nanum Gothic"/>
                        </a:rPr>
                        <a:t>64.2%</a:t>
                      </a:r>
                    </a:p>
                  </a:txBody>
                  <a:tcPr marT="18288" marB="18288" anchor="ctr">
                    <a:solidFill>
                      <a:srgbClr val="FFFFFF"/>
                    </a:solidFill>
                  </a:tcPr>
                </a:tc>
                <a:tc>
                  <a:txBody>
                    <a:bodyPr/>
                    <a:lstStyle/>
                    <a:p>
                      <a:pPr algn="r"/>
                      <a:r>
                        <a:rPr sz="1100" b="0" i="0">
                          <a:solidFill>
                            <a:srgbClr val="0D3C4C"/>
                          </a:solidFill>
                          <a:latin typeface="Nanum Gothic"/>
                        </a:rPr>
                        <a:t>77.7%</a:t>
                      </a:r>
                    </a:p>
                  </a:txBody>
                  <a:tcPr marT="18288" marB="18288" anchor="ctr">
                    <a:solidFill>
                      <a:srgbClr val="FFFFFF"/>
                    </a:solidFill>
                  </a:tcPr>
                </a:tc>
              </a:tr>
              <a:tr h="347472">
                <a:tc>
                  <a:txBody>
                    <a:bodyPr/>
                    <a:lstStyle/>
                    <a:p>
                      <a:pPr algn="l"/>
                      <a:r>
                        <a:rPr sz="1100" b="0" i="0">
                          <a:solidFill>
                            <a:srgbClr val="0D3C4C"/>
                          </a:solidFill>
                          <a:latin typeface="Nanum Gothic"/>
                        </a:rPr>
                        <a:t>Age 60 and over</a:t>
                      </a:r>
                    </a:p>
                  </a:txBody>
                  <a:tcPr marT="18288" marB="18288" anchor="ctr">
                    <a:solidFill>
                      <a:srgbClr val="EEF6F9"/>
                    </a:solidFill>
                  </a:tcPr>
                </a:tc>
                <a:tc>
                  <a:txBody>
                    <a:bodyPr/>
                    <a:lstStyle/>
                    <a:p>
                      <a:pPr algn="r"/>
                      <a:r>
                        <a:rPr sz="1100" b="0" i="0">
                          <a:solidFill>
                            <a:srgbClr val="0D3C4C"/>
                          </a:solidFill>
                          <a:latin typeface="Nanum Gothic"/>
                        </a:rPr>
                        <a:t>2,461</a:t>
                      </a:r>
                    </a:p>
                  </a:txBody>
                  <a:tcPr marT="18288" marB="18288" anchor="ctr">
                    <a:solidFill>
                      <a:srgbClr val="EEF6F9"/>
                    </a:solidFill>
                  </a:tcPr>
                </a:tc>
                <a:tc>
                  <a:txBody>
                    <a:bodyPr/>
                    <a:lstStyle/>
                    <a:p>
                      <a:pPr algn="r"/>
                      <a:r>
                        <a:rPr sz="1100" b="0" i="0">
                          <a:solidFill>
                            <a:srgbClr val="0D3C4C"/>
                          </a:solidFill>
                          <a:latin typeface="Nanum Gothic"/>
                        </a:rPr>
                        <a:t>67.9%</a:t>
                      </a:r>
                    </a:p>
                  </a:txBody>
                  <a:tcPr marT="18288" marB="18288" anchor="ctr">
                    <a:solidFill>
                      <a:srgbClr val="EEF6F9"/>
                    </a:solidFill>
                  </a:tcPr>
                </a:tc>
                <a:tc>
                  <a:txBody>
                    <a:bodyPr/>
                    <a:lstStyle/>
                    <a:p>
                      <a:pPr algn="r"/>
                      <a:r>
                        <a:rPr sz="1100" b="0" i="0">
                          <a:solidFill>
                            <a:srgbClr val="0D3C4C"/>
                          </a:solidFill>
                          <a:latin typeface="Nanum Gothic"/>
                        </a:rPr>
                        <a:t>66.5%</a:t>
                      </a:r>
                    </a:p>
                  </a:txBody>
                  <a:tcPr marT="18288" marB="18288" anchor="ctr">
                    <a:solidFill>
                      <a:srgbClr val="EEF6F9"/>
                    </a:solidFill>
                  </a:tcPr>
                </a:tc>
                <a:tc>
                  <a:txBody>
                    <a:bodyPr/>
                    <a:lstStyle/>
                    <a:p>
                      <a:pPr algn="r"/>
                      <a:r>
                        <a:rPr sz="1100" b="0" i="0">
                          <a:solidFill>
                            <a:srgbClr val="0D3C4C"/>
                          </a:solidFill>
                          <a:latin typeface="Nanum Gothic"/>
                        </a:rPr>
                        <a:t>0.718</a:t>
                      </a:r>
                    </a:p>
                  </a:txBody>
                  <a:tcPr marT="18288" marB="18288" anchor="ctr">
                    <a:solidFill>
                      <a:srgbClr val="EEF6F9"/>
                    </a:solidFill>
                  </a:tcPr>
                </a:tc>
                <a:tc>
                  <a:txBody>
                    <a:bodyPr/>
                    <a:lstStyle/>
                    <a:p>
                      <a:pPr algn="r"/>
                      <a:r>
                        <a:rPr sz="1100" b="0" i="0">
                          <a:solidFill>
                            <a:srgbClr val="0D3C4C"/>
                          </a:solidFill>
                          <a:latin typeface="Nanum Gothic"/>
                        </a:rPr>
                        <a:t>88.1%</a:t>
                      </a:r>
                    </a:p>
                  </a:txBody>
                  <a:tcPr marT="18288" marB="18288" anchor="ctr">
                    <a:solidFill>
                      <a:srgbClr val="EEF6F9"/>
                    </a:solidFill>
                  </a:tcPr>
                </a:tc>
                <a:tc>
                  <a:txBody>
                    <a:bodyPr/>
                    <a:lstStyle/>
                    <a:p>
                      <a:pPr algn="r"/>
                      <a:r>
                        <a:rPr sz="1100" b="0" i="0">
                          <a:solidFill>
                            <a:srgbClr val="0D3C4C"/>
                          </a:solidFill>
                          <a:latin typeface="Nanum Gothic"/>
                        </a:rPr>
                        <a:t>34.7%</a:t>
                      </a:r>
                    </a:p>
                  </a:txBody>
                  <a:tcPr marT="18288" marB="18288" anchor="ctr">
                    <a:solidFill>
                      <a:srgbClr val="EEF6F9"/>
                    </a:solidFill>
                  </a:tcPr>
                </a:tc>
              </a:tr>
              <a:tr h="347472">
                <a:tc>
                  <a:txBody>
                    <a:bodyPr/>
                    <a:lstStyle/>
                    <a:p>
                      <a:pPr algn="l"/>
                      <a:r>
                        <a:rPr sz="1100" b="0" i="0">
                          <a:solidFill>
                            <a:srgbClr val="0D3C4C"/>
                          </a:solidFill>
                          <a:latin typeface="Nanum Gothic"/>
                        </a:rPr>
                        <a:t>Everyone</a:t>
                      </a:r>
                    </a:p>
                  </a:txBody>
                  <a:tcPr marT="18288" marB="18288" anchor="ctr">
                    <a:solidFill>
                      <a:srgbClr val="FFFFFF"/>
                    </a:solidFill>
                  </a:tcPr>
                </a:tc>
                <a:tc>
                  <a:txBody>
                    <a:bodyPr/>
                    <a:lstStyle/>
                    <a:p>
                      <a:pPr algn="r"/>
                      <a:r>
                        <a:rPr sz="1100" b="0" i="0">
                          <a:solidFill>
                            <a:srgbClr val="0D3C4C"/>
                          </a:solidFill>
                          <a:latin typeface="Nanum Gothic"/>
                        </a:rPr>
                        <a:t>13,722</a:t>
                      </a:r>
                    </a:p>
                  </a:txBody>
                  <a:tcPr marT="18288" marB="18288" anchor="ctr">
                    <a:solidFill>
                      <a:srgbClr val="FFFFFF"/>
                    </a:solidFill>
                  </a:tcPr>
                </a:tc>
                <a:tc>
                  <a:txBody>
                    <a:bodyPr/>
                    <a:lstStyle/>
                    <a:p>
                      <a:pPr algn="r"/>
                      <a:r>
                        <a:rPr sz="1100" b="0" i="0">
                          <a:solidFill>
                            <a:srgbClr val="0D3C4C"/>
                          </a:solidFill>
                          <a:latin typeface="Nanum Gothic"/>
                        </a:rPr>
                        <a:t>49.4%</a:t>
                      </a:r>
                    </a:p>
                  </a:txBody>
                  <a:tcPr marT="18288" marB="18288" anchor="ctr">
                    <a:solidFill>
                      <a:srgbClr val="FFFFFF"/>
                    </a:solidFill>
                  </a:tcPr>
                </a:tc>
                <a:tc>
                  <a:txBody>
                    <a:bodyPr/>
                    <a:lstStyle/>
                    <a:p>
                      <a:pPr algn="r"/>
                      <a:r>
                        <a:rPr sz="1100" b="0" i="0">
                          <a:solidFill>
                            <a:srgbClr val="0D3C4C"/>
                          </a:solidFill>
                          <a:latin typeface="Nanum Gothic"/>
                        </a:rPr>
                        <a:t>49.4%</a:t>
                      </a:r>
                    </a:p>
                  </a:txBody>
                  <a:tcPr marT="18288" marB="18288" anchor="ctr">
                    <a:solidFill>
                      <a:srgbClr val="FFFFFF"/>
                    </a:solidFill>
                  </a:tcPr>
                </a:tc>
                <a:tc>
                  <a:txBody>
                    <a:bodyPr/>
                    <a:lstStyle/>
                    <a:p>
                      <a:pPr algn="r"/>
                      <a:r>
                        <a:rPr sz="1100" b="0" i="0">
                          <a:solidFill>
                            <a:srgbClr val="0D3C4C"/>
                          </a:solidFill>
                          <a:latin typeface="Nanum Gothic"/>
                        </a:rPr>
                        <a:t>0.804</a:t>
                      </a:r>
                    </a:p>
                  </a:txBody>
                  <a:tcPr marT="18288" marB="18288" anchor="ctr">
                    <a:solidFill>
                      <a:srgbClr val="FFFFFF"/>
                    </a:solidFill>
                  </a:tcPr>
                </a:tc>
                <a:tc>
                  <a:txBody>
                    <a:bodyPr/>
                    <a:lstStyle/>
                    <a:p>
                      <a:pPr algn="r"/>
                      <a:r>
                        <a:rPr sz="1100" b="0" i="0">
                          <a:solidFill>
                            <a:srgbClr val="0D3C4C"/>
                          </a:solidFill>
                          <a:latin typeface="Nanum Gothic"/>
                        </a:rPr>
                        <a:t>68.9%</a:t>
                      </a:r>
                    </a:p>
                  </a:txBody>
                  <a:tcPr marT="18288" marB="18288" anchor="ctr">
                    <a:solidFill>
                      <a:srgbClr val="FFFFFF"/>
                    </a:solidFill>
                  </a:tcPr>
                </a:tc>
                <a:tc>
                  <a:txBody>
                    <a:bodyPr/>
                    <a:lstStyle/>
                    <a:p>
                      <a:pPr algn="r"/>
                      <a:r>
                        <a:rPr sz="1100" b="0" i="0">
                          <a:solidFill>
                            <a:srgbClr val="0D3C4C"/>
                          </a:solidFill>
                          <a:latin typeface="Nanum Gothic"/>
                        </a:rPr>
                        <a:t>78.2%</a:t>
                      </a:r>
                    </a:p>
                  </a:txBody>
                  <a:tcPr marT="18288" marB="18288" anchor="ctr">
                    <a:solidFill>
                      <a:srgbClr val="FFFFFF"/>
                    </a:solidFill>
                  </a:tcPr>
                </a:tc>
              </a:tr>
            </a:tbl>
          </a:graphicData>
        </a:graphic>
      </p:graphicFrame>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xmlns:p14="http://schemas.microsoft.com/office/powerpoint/2010/main" spd="slow" p14:dur="900">
        <p:fade/>
      </p:transition>
    </mc:Fallback>
  </mc:AlternateContent>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hild Meningitis Case Study by Slidesgo">
  <a:themeElements>
    <a:clrScheme name="Simple Light">
      <a:dk1>
        <a:srgbClr val="0D3C4C"/>
      </a:dk1>
      <a:lt1>
        <a:srgbClr val="FFFFFF"/>
      </a:lt1>
      <a:dk2>
        <a:srgbClr val="E05A4F"/>
      </a:dk2>
      <a:lt2>
        <a:srgbClr val="99D0E2"/>
      </a:lt2>
      <a:accent1>
        <a:srgbClr val="ADBAC1"/>
      </a:accent1>
      <a:accent2>
        <a:srgbClr val="ADD9E8"/>
      </a:accent2>
      <a:accent3>
        <a:srgbClr val="FFFFFF"/>
      </a:accent3>
      <a:accent4>
        <a:srgbClr val="FFFFFF"/>
      </a:accent4>
      <a:accent5>
        <a:srgbClr val="FFFFFF"/>
      </a:accent5>
      <a:accent6>
        <a:srgbClr val="FFFFFF"/>
      </a:accent6>
      <a:hlink>
        <a:srgbClr val="14576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